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9" r:id="rId1"/>
  </p:sldMasterIdLst>
  <p:notesMasterIdLst>
    <p:notesMasterId r:id="rId99"/>
  </p:notesMasterIdLst>
  <p:sldIdLst>
    <p:sldId id="375" r:id="rId2"/>
    <p:sldId id="456" r:id="rId3"/>
    <p:sldId id="457" r:id="rId4"/>
    <p:sldId id="460" r:id="rId5"/>
    <p:sldId id="462" r:id="rId6"/>
    <p:sldId id="463" r:id="rId7"/>
    <p:sldId id="464" r:id="rId8"/>
    <p:sldId id="466" r:id="rId9"/>
    <p:sldId id="468" r:id="rId10"/>
    <p:sldId id="469" r:id="rId11"/>
    <p:sldId id="470" r:id="rId12"/>
    <p:sldId id="471" r:id="rId13"/>
    <p:sldId id="419" r:id="rId14"/>
    <p:sldId id="420" r:id="rId15"/>
    <p:sldId id="421" r:id="rId16"/>
    <p:sldId id="422" r:id="rId17"/>
    <p:sldId id="423" r:id="rId18"/>
    <p:sldId id="424" r:id="rId19"/>
    <p:sldId id="425" r:id="rId20"/>
    <p:sldId id="426" r:id="rId21"/>
    <p:sldId id="427" r:id="rId22"/>
    <p:sldId id="428" r:id="rId23"/>
    <p:sldId id="429" r:id="rId24"/>
    <p:sldId id="430" r:id="rId25"/>
    <p:sldId id="431" r:id="rId26"/>
    <p:sldId id="432" r:id="rId27"/>
    <p:sldId id="433" r:id="rId28"/>
    <p:sldId id="434" r:id="rId29"/>
    <p:sldId id="435" r:id="rId30"/>
    <p:sldId id="436" r:id="rId31"/>
    <p:sldId id="437" r:id="rId32"/>
    <p:sldId id="438" r:id="rId33"/>
    <p:sldId id="439" r:id="rId34"/>
    <p:sldId id="440" r:id="rId35"/>
    <p:sldId id="441" r:id="rId36"/>
    <p:sldId id="442" r:id="rId37"/>
    <p:sldId id="443" r:id="rId38"/>
    <p:sldId id="444" r:id="rId39"/>
    <p:sldId id="445" r:id="rId40"/>
    <p:sldId id="446" r:id="rId41"/>
    <p:sldId id="447" r:id="rId42"/>
    <p:sldId id="448" r:id="rId43"/>
    <p:sldId id="449" r:id="rId44"/>
    <p:sldId id="450" r:id="rId45"/>
    <p:sldId id="451" r:id="rId46"/>
    <p:sldId id="452" r:id="rId47"/>
    <p:sldId id="453" r:id="rId48"/>
    <p:sldId id="415" r:id="rId49"/>
    <p:sldId id="376" r:id="rId50"/>
    <p:sldId id="377" r:id="rId51"/>
    <p:sldId id="378" r:id="rId52"/>
    <p:sldId id="379" r:id="rId53"/>
    <p:sldId id="380" r:id="rId54"/>
    <p:sldId id="381" r:id="rId55"/>
    <p:sldId id="382" r:id="rId56"/>
    <p:sldId id="383" r:id="rId57"/>
    <p:sldId id="384" r:id="rId58"/>
    <p:sldId id="385" r:id="rId59"/>
    <p:sldId id="386" r:id="rId60"/>
    <p:sldId id="387" r:id="rId61"/>
    <p:sldId id="388" r:id="rId62"/>
    <p:sldId id="389" r:id="rId63"/>
    <p:sldId id="390" r:id="rId64"/>
    <p:sldId id="391" r:id="rId65"/>
    <p:sldId id="392" r:id="rId66"/>
    <p:sldId id="393" r:id="rId67"/>
    <p:sldId id="394" r:id="rId68"/>
    <p:sldId id="395" r:id="rId69"/>
    <p:sldId id="396" r:id="rId70"/>
    <p:sldId id="397" r:id="rId71"/>
    <p:sldId id="398" r:id="rId72"/>
    <p:sldId id="399" r:id="rId73"/>
    <p:sldId id="400" r:id="rId74"/>
    <p:sldId id="401" r:id="rId75"/>
    <p:sldId id="402" r:id="rId76"/>
    <p:sldId id="403" r:id="rId77"/>
    <p:sldId id="404" r:id="rId78"/>
    <p:sldId id="405" r:id="rId79"/>
    <p:sldId id="406" r:id="rId80"/>
    <p:sldId id="407" r:id="rId81"/>
    <p:sldId id="408" r:id="rId82"/>
    <p:sldId id="409" r:id="rId83"/>
    <p:sldId id="410" r:id="rId84"/>
    <p:sldId id="411" r:id="rId85"/>
    <p:sldId id="412" r:id="rId86"/>
    <p:sldId id="413" r:id="rId87"/>
    <p:sldId id="416" r:id="rId88"/>
    <p:sldId id="455" r:id="rId89"/>
    <p:sldId id="417" r:id="rId90"/>
    <p:sldId id="418" r:id="rId91"/>
    <p:sldId id="359" r:id="rId92"/>
    <p:sldId id="360" r:id="rId93"/>
    <p:sldId id="361" r:id="rId94"/>
    <p:sldId id="362" r:id="rId95"/>
    <p:sldId id="363" r:id="rId96"/>
    <p:sldId id="364" r:id="rId97"/>
    <p:sldId id="454" r:id="rId98"/>
  </p:sldIdLst>
  <p:sldSz cx="12192000" cy="68580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p:cViewPr>
        <p:scale>
          <a:sx n="100" d="100"/>
          <a:sy n="100" d="100"/>
        </p:scale>
        <p:origin x="954" y="426"/>
      </p:cViewPr>
      <p:guideLst>
        <p:guide orient="horz" pos="288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notesMaster" Target="notesMasters/notesMaster1.xml"/><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 Id="rId5" Type="http://schemas.openxmlformats.org/officeDocument/2006/relationships/image" Target="../media/image10.wmf"/><Relationship Id="rId4" Type="http://schemas.openxmlformats.org/officeDocument/2006/relationships/image" Target="../media/image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5CBCE431-592D-4D90-A188-AB08E912C4DD}" type="datetimeFigureOut">
              <a:rPr lang="en-US" smtClean="0"/>
              <a:t>1/27/2026</a:t>
            </a:fld>
            <a:endParaRPr lang="en-US"/>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4A58B7D7-0666-4A12-B680-74F895EF1A65}" type="slidenum">
              <a:rPr lang="en-US" smtClean="0"/>
              <a:t>‹#›</a:t>
            </a:fld>
            <a:endParaRPr lang="en-US"/>
          </a:p>
        </p:txBody>
      </p:sp>
    </p:spTree>
    <p:extLst>
      <p:ext uri="{BB962C8B-B14F-4D97-AF65-F5344CB8AC3E}">
        <p14:creationId xmlns:p14="http://schemas.microsoft.com/office/powerpoint/2010/main" val="4017365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58B7D7-0666-4A12-B680-74F895EF1A65}" type="slidenum">
              <a:rPr lang="en-US" smtClean="0"/>
              <a:t>1</a:t>
            </a:fld>
            <a:endParaRPr lang="en-US"/>
          </a:p>
        </p:txBody>
      </p:sp>
    </p:spTree>
    <p:extLst>
      <p:ext uri="{BB962C8B-B14F-4D97-AF65-F5344CB8AC3E}">
        <p14:creationId xmlns:p14="http://schemas.microsoft.com/office/powerpoint/2010/main" val="27162208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6066" name="Rectangle 2"/>
          <p:cNvSpPr>
            <a:spLocks noGrp="1" noRot="1" noChangeAspect="1" noChangeArrowheads="1" noTextEdit="1"/>
          </p:cNvSpPr>
          <p:nvPr>
            <p:ph type="sldImg"/>
          </p:nvPr>
        </p:nvSpPr>
        <p:spPr>
          <a:xfrm>
            <a:off x="714375" y="463550"/>
            <a:ext cx="5497513" cy="3094038"/>
          </a:xfrm>
          <a:ln/>
        </p:spPr>
      </p:sp>
      <p:sp>
        <p:nvSpPr>
          <p:cNvPr id="856067" name="Rectangle 3"/>
          <p:cNvSpPr>
            <a:spLocks noGrp="1" noChangeArrowheads="1"/>
          </p:cNvSpPr>
          <p:nvPr>
            <p:ph type="body" idx="1"/>
          </p:nvPr>
        </p:nvSpPr>
        <p:spPr>
          <a:xfrm>
            <a:off x="930275" y="3790950"/>
            <a:ext cx="5124450" cy="4794250"/>
          </a:xfrm>
        </p:spPr>
        <p:txBody>
          <a:bodyPr lIns="92945" tIns="46472" rIns="92945" bIns="46472"/>
          <a:lstStyle/>
          <a:p>
            <a:r>
              <a:rPr lang="en-US" altLang="zh-TW" b="1">
                <a:solidFill>
                  <a:srgbClr val="000000"/>
                </a:solidFill>
              </a:rPr>
              <a:t>Layer 1 of 3:</a:t>
            </a:r>
            <a:endParaRPr lang="en-US" altLang="zh-TW">
              <a:solidFill>
                <a:srgbClr val="000000"/>
              </a:solidFill>
            </a:endParaRPr>
          </a:p>
          <a:p>
            <a:r>
              <a:rPr lang="en-US" altLang="zh-TW" b="1">
                <a:solidFill>
                  <a:srgbClr val="000000"/>
                </a:solidFill>
              </a:rPr>
              <a:t>Purpose:</a:t>
            </a:r>
            <a:r>
              <a:rPr lang="en-US" altLang="zh-TW">
                <a:solidFill>
                  <a:srgbClr val="000000"/>
                </a:solidFill>
              </a:rPr>
              <a:t> This figure show the general format of an IP address.</a:t>
            </a:r>
          </a:p>
          <a:p>
            <a:r>
              <a:rPr lang="en-US" altLang="zh-TW">
                <a:solidFill>
                  <a:srgbClr val="000000"/>
                </a:solidFill>
              </a:rPr>
              <a:t>In layer 1, the address is 32 bits with a network and host portion.</a:t>
            </a:r>
          </a:p>
          <a:p>
            <a:endParaRPr lang="en-US" altLang="zh-TW"/>
          </a:p>
          <a:p>
            <a:endParaRPr lang="zh-TW" altLang="en-US"/>
          </a:p>
        </p:txBody>
      </p:sp>
    </p:spTree>
    <p:extLst>
      <p:ext uri="{BB962C8B-B14F-4D97-AF65-F5344CB8AC3E}">
        <p14:creationId xmlns:p14="http://schemas.microsoft.com/office/powerpoint/2010/main" val="13054142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4018" name="Rectangle 2"/>
          <p:cNvSpPr>
            <a:spLocks noGrp="1" noRot="1" noChangeAspect="1" noChangeArrowheads="1" noTextEdit="1"/>
          </p:cNvSpPr>
          <p:nvPr>
            <p:ph type="sldImg"/>
          </p:nvPr>
        </p:nvSpPr>
        <p:spPr>
          <a:xfrm>
            <a:off x="714375" y="463550"/>
            <a:ext cx="5497513" cy="3094038"/>
          </a:xfrm>
          <a:ln/>
        </p:spPr>
      </p:sp>
      <p:sp>
        <p:nvSpPr>
          <p:cNvPr id="854019" name="Rectangle 3"/>
          <p:cNvSpPr>
            <a:spLocks noGrp="1" noChangeArrowheads="1"/>
          </p:cNvSpPr>
          <p:nvPr>
            <p:ph type="body" idx="1"/>
          </p:nvPr>
        </p:nvSpPr>
        <p:spPr>
          <a:xfrm>
            <a:off x="930275" y="3790950"/>
            <a:ext cx="5124450" cy="4794250"/>
          </a:xfrm>
        </p:spPr>
        <p:txBody>
          <a:bodyPr lIns="92945" tIns="46472" rIns="92945" bIns="46472"/>
          <a:lstStyle/>
          <a:p>
            <a:r>
              <a:rPr lang="en-US" altLang="zh-TW" b="1">
                <a:solidFill>
                  <a:srgbClr val="000000"/>
                </a:solidFill>
              </a:rPr>
              <a:t>Layer 3 of 3:</a:t>
            </a:r>
            <a:endParaRPr lang="en-US" altLang="zh-TW">
              <a:solidFill>
                <a:srgbClr val="000000"/>
              </a:solidFill>
            </a:endParaRPr>
          </a:p>
          <a:p>
            <a:r>
              <a:rPr lang="en-US" altLang="zh-TW">
                <a:solidFill>
                  <a:srgbClr val="000000"/>
                </a:solidFill>
              </a:rPr>
              <a:t>In layer 2, one can convert the address to binary.	</a:t>
            </a:r>
            <a:endParaRPr lang="en-US" altLang="zh-TW"/>
          </a:p>
        </p:txBody>
      </p:sp>
    </p:spTree>
    <p:extLst>
      <p:ext uri="{BB962C8B-B14F-4D97-AF65-F5344CB8AC3E}">
        <p14:creationId xmlns:p14="http://schemas.microsoft.com/office/powerpoint/2010/main" val="37313482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3378" name="Rectangle 2"/>
          <p:cNvSpPr>
            <a:spLocks noGrp="1" noRot="1" noChangeAspect="1" noChangeArrowheads="1" noTextEdit="1"/>
          </p:cNvSpPr>
          <p:nvPr>
            <p:ph type="sldImg"/>
          </p:nvPr>
        </p:nvSpPr>
        <p:spPr>
          <a:xfrm>
            <a:off x="714375" y="463550"/>
            <a:ext cx="5497513" cy="3094038"/>
          </a:xfrm>
          <a:ln/>
        </p:spPr>
      </p:sp>
      <p:sp>
        <p:nvSpPr>
          <p:cNvPr id="613379" name="Rectangle 3"/>
          <p:cNvSpPr>
            <a:spLocks noGrp="1" noChangeArrowheads="1"/>
          </p:cNvSpPr>
          <p:nvPr>
            <p:ph type="body" idx="1"/>
          </p:nvPr>
        </p:nvSpPr>
        <p:spPr>
          <a:xfrm>
            <a:off x="930275" y="3790950"/>
            <a:ext cx="5124450" cy="4794250"/>
          </a:xfrm>
        </p:spPr>
        <p:txBody>
          <a:bodyPr lIns="92945" tIns="46472" rIns="92945" bIns="46472"/>
          <a:lstStyle/>
          <a:p>
            <a:r>
              <a:rPr lang="en-US" altLang="zh-TW" b="1">
                <a:solidFill>
                  <a:srgbClr val="000000"/>
                </a:solidFill>
              </a:rPr>
              <a:t>Layer 3 of 3:</a:t>
            </a:r>
            <a:endParaRPr lang="en-US" altLang="zh-TW">
              <a:solidFill>
                <a:srgbClr val="000000"/>
              </a:solidFill>
            </a:endParaRPr>
          </a:p>
          <a:p>
            <a:r>
              <a:rPr lang="en-US" altLang="zh-TW">
                <a:solidFill>
                  <a:srgbClr val="000000"/>
                </a:solidFill>
              </a:rPr>
              <a:t>In layer 3, an example of dotted-decimal format and binary are displayed.	</a:t>
            </a:r>
            <a:endParaRPr lang="en-US" altLang="zh-TW"/>
          </a:p>
          <a:p>
            <a:pPr>
              <a:lnSpc>
                <a:spcPct val="96000"/>
              </a:lnSpc>
              <a:spcAft>
                <a:spcPts val="600"/>
              </a:spcAft>
            </a:pPr>
            <a:r>
              <a:rPr lang="en-US" altLang="zh-TW" b="1">
                <a:solidFill>
                  <a:srgbClr val="000000"/>
                </a:solidFill>
              </a:rPr>
              <a:t>Emphasize:</a:t>
            </a:r>
            <a:r>
              <a:rPr lang="en-US" altLang="zh-TW">
                <a:solidFill>
                  <a:srgbClr val="000000"/>
                </a:solidFill>
              </a:rPr>
              <a:t> IP address format is dotted-decimal. Dotted-decimal makes it easy to work with IP addresses. However, in this course we will work with the addresses on the bit level, so we will convert these addresses into binary, make changes to them, and convert them back.</a:t>
            </a:r>
          </a:p>
          <a:p>
            <a:r>
              <a:rPr lang="en-US" altLang="zh-TW">
                <a:solidFill>
                  <a:srgbClr val="000000"/>
                </a:solidFill>
              </a:rPr>
              <a:t>The central authority for addresses is the Internet Assigned Numbers Authority.</a:t>
            </a:r>
          </a:p>
          <a:p>
            <a:pPr>
              <a:lnSpc>
                <a:spcPct val="96000"/>
              </a:lnSpc>
              <a:spcAft>
                <a:spcPts val="600"/>
              </a:spcAft>
            </a:pPr>
            <a:r>
              <a:rPr lang="en-US" altLang="zh-TW" b="1">
                <a:solidFill>
                  <a:srgbClr val="000000"/>
                </a:solidFill>
              </a:rPr>
              <a:t>Note:</a:t>
            </a:r>
            <a:r>
              <a:rPr lang="en-US" altLang="zh-TW">
                <a:solidFill>
                  <a:srgbClr val="000000"/>
                </a:solidFill>
              </a:rPr>
              <a:t> This most common form of addressing reflects the widely used IP version 4. Faced with the problem of depleting available addresses, Internet Engineering Task Force (IETF) work is under way for a backward-compatible next generation of IP (IPng, also called IP 6). </a:t>
            </a:r>
          </a:p>
          <a:p>
            <a:r>
              <a:rPr lang="en-US" altLang="zh-TW"/>
              <a:t>IP 6 will offer expanded routing and addressing capabilities with 128-bit addresses rather than the 32-bit addressing shown on the graphic. Addresses from both IP versions will coexist. Initial occurrences will probably be at locations with address translator software and firewalls. </a:t>
            </a:r>
            <a:r>
              <a:rPr lang="en-US" altLang="zh-TW">
                <a:solidFill>
                  <a:srgbClr val="000000"/>
                </a:solidFill>
              </a:rPr>
              <a:t>	</a:t>
            </a:r>
            <a:endParaRPr lang="en-US" altLang="zh-TW"/>
          </a:p>
          <a:p>
            <a:endParaRPr lang="en-US" altLang="zh-TW"/>
          </a:p>
        </p:txBody>
      </p:sp>
    </p:spTree>
    <p:extLst>
      <p:ext uri="{BB962C8B-B14F-4D97-AF65-F5344CB8AC3E}">
        <p14:creationId xmlns:p14="http://schemas.microsoft.com/office/powerpoint/2010/main" val="14127832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426" name="Rectangle 2050"/>
          <p:cNvSpPr>
            <a:spLocks noGrp="1" noRot="1" noChangeAspect="1" noChangeArrowheads="1" noTextEdit="1"/>
          </p:cNvSpPr>
          <p:nvPr>
            <p:ph type="sldImg"/>
          </p:nvPr>
        </p:nvSpPr>
        <p:spPr>
          <a:xfrm>
            <a:off x="714375" y="463550"/>
            <a:ext cx="5497513" cy="3094038"/>
          </a:xfrm>
          <a:ln/>
        </p:spPr>
      </p:sp>
      <p:sp>
        <p:nvSpPr>
          <p:cNvPr id="615427" name="Rectangle 2051"/>
          <p:cNvSpPr>
            <a:spLocks noGrp="1" noChangeArrowheads="1"/>
          </p:cNvSpPr>
          <p:nvPr>
            <p:ph type="body" idx="1"/>
          </p:nvPr>
        </p:nvSpPr>
        <p:spPr>
          <a:xfrm>
            <a:off x="930275" y="3790950"/>
            <a:ext cx="5124450" cy="4794250"/>
          </a:xfrm>
        </p:spPr>
        <p:txBody>
          <a:bodyPr lIns="92945" tIns="46472" rIns="92945" bIns="46472"/>
          <a:lstStyle/>
          <a:p>
            <a:r>
              <a:rPr lang="en-US" altLang="zh-TW" b="1">
                <a:solidFill>
                  <a:srgbClr val="000000"/>
                </a:solidFill>
              </a:rPr>
              <a:t>Purpose:</a:t>
            </a:r>
            <a:r>
              <a:rPr lang="en-US" altLang="zh-TW">
                <a:solidFill>
                  <a:srgbClr val="000000"/>
                </a:solidFill>
              </a:rPr>
              <a:t> This graphic describes the three most common classes of IP address. </a:t>
            </a:r>
          </a:p>
          <a:p>
            <a:r>
              <a:rPr lang="en-US" altLang="zh-TW" b="1">
                <a:solidFill>
                  <a:srgbClr val="000000"/>
                </a:solidFill>
              </a:rPr>
              <a:t>Emphasize:</a:t>
            </a:r>
            <a:r>
              <a:rPr lang="en-US" altLang="zh-TW">
                <a:solidFill>
                  <a:srgbClr val="000000"/>
                </a:solidFill>
              </a:rPr>
              <a:t> Discuss classes of addresses. Each address contains information about the network number and the host number of the device. Class A addresses are for very large organizations. Class B addresses are for smaller organizations, and Class C addresses for even smaller ones.</a:t>
            </a:r>
          </a:p>
          <a:p>
            <a:r>
              <a:rPr lang="en-US" altLang="zh-TW">
                <a:solidFill>
                  <a:srgbClr val="000000"/>
                </a:solidFill>
              </a:rPr>
              <a:t>As the number of networks grows, classes may eventually be replaced by another addressing mechanism, such as classless interdomain routing (CIDR). RFC 1467, </a:t>
            </a:r>
            <a:r>
              <a:rPr lang="en-US" altLang="zh-TW" i="1">
                <a:solidFill>
                  <a:srgbClr val="000000"/>
                </a:solidFill>
              </a:rPr>
              <a:t>Status of CIDR Deployment in the Internet</a:t>
            </a:r>
            <a:r>
              <a:rPr lang="en-US" altLang="zh-TW">
                <a:solidFill>
                  <a:srgbClr val="000000"/>
                </a:solidFill>
              </a:rPr>
              <a:t>, presents information about CIDR. RFC 1817, </a:t>
            </a:r>
            <a:r>
              <a:rPr lang="en-US" altLang="zh-TW" i="1">
                <a:solidFill>
                  <a:srgbClr val="000000"/>
                </a:solidFill>
              </a:rPr>
              <a:t>CIDR and Classful Routing,</a:t>
            </a:r>
            <a:r>
              <a:rPr lang="en-US" altLang="zh-TW">
                <a:solidFill>
                  <a:srgbClr val="000000"/>
                </a:solidFill>
              </a:rPr>
              <a:t> also presents CIDR information.	</a:t>
            </a:r>
            <a:endParaRPr lang="en-US" altLang="zh-TW"/>
          </a:p>
          <a:p>
            <a:endParaRPr lang="en-US" altLang="zh-TW"/>
          </a:p>
        </p:txBody>
      </p:sp>
    </p:spTree>
    <p:extLst>
      <p:ext uri="{BB962C8B-B14F-4D97-AF65-F5344CB8AC3E}">
        <p14:creationId xmlns:p14="http://schemas.microsoft.com/office/powerpoint/2010/main" val="9995468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1570" name="Rectangle 2"/>
          <p:cNvSpPr>
            <a:spLocks noGrp="1" noRot="1" noChangeAspect="1" noChangeArrowheads="1" noTextEdit="1"/>
          </p:cNvSpPr>
          <p:nvPr>
            <p:ph type="sldImg"/>
          </p:nvPr>
        </p:nvSpPr>
        <p:spPr>
          <a:xfrm>
            <a:off x="714375" y="463550"/>
            <a:ext cx="5497513" cy="3094038"/>
          </a:xfrm>
          <a:ln/>
        </p:spPr>
      </p:sp>
      <p:sp>
        <p:nvSpPr>
          <p:cNvPr id="621571" name="Rectangle 3"/>
          <p:cNvSpPr>
            <a:spLocks noGrp="1" noChangeArrowheads="1"/>
          </p:cNvSpPr>
          <p:nvPr>
            <p:ph type="body" idx="1"/>
          </p:nvPr>
        </p:nvSpPr>
        <p:spPr>
          <a:xfrm>
            <a:off x="930275" y="3790950"/>
            <a:ext cx="5124450" cy="4794250"/>
          </a:xfrm>
        </p:spPr>
        <p:txBody>
          <a:bodyPr lIns="92945" tIns="46472" rIns="92945" bIns="46472"/>
          <a:lstStyle/>
          <a:p>
            <a:r>
              <a:rPr lang="en-US" altLang="zh-TW" b="1">
                <a:solidFill>
                  <a:srgbClr val="000000"/>
                </a:solidFill>
              </a:rPr>
              <a:t>Emphasize:</a:t>
            </a:r>
            <a:r>
              <a:rPr lang="en-US" altLang="zh-TW">
                <a:solidFill>
                  <a:srgbClr val="000000"/>
                </a:solidFill>
              </a:rPr>
              <a:t> Highlight the fixed values that start each class address.</a:t>
            </a:r>
          </a:p>
          <a:p>
            <a:r>
              <a:rPr lang="en-US" altLang="zh-TW">
                <a:solidFill>
                  <a:srgbClr val="000000"/>
                </a:solidFill>
              </a:rPr>
              <a:t>The first octet rule states that when an address falls into a specified range, it belongs to a certain class. Students should soon be able to recognize the address class of any IP address on sight.</a:t>
            </a:r>
          </a:p>
          <a:p>
            <a:r>
              <a:rPr lang="en-US" altLang="zh-TW" b="1">
                <a:solidFill>
                  <a:srgbClr val="000000"/>
                </a:solidFill>
              </a:rPr>
              <a:t>Note:</a:t>
            </a:r>
            <a:r>
              <a:rPr lang="en-US" altLang="zh-TW">
                <a:solidFill>
                  <a:srgbClr val="000000"/>
                </a:solidFill>
              </a:rPr>
              <a:t> If time or interest permits, you can use the initial bit patterns in the first octet and show how a class of IP network derives the range of network numbers for that IP address class.</a:t>
            </a:r>
          </a:p>
          <a:p>
            <a:endParaRPr lang="en-US" altLang="zh-TW"/>
          </a:p>
        </p:txBody>
      </p:sp>
    </p:spTree>
    <p:extLst>
      <p:ext uri="{BB962C8B-B14F-4D97-AF65-F5344CB8AC3E}">
        <p14:creationId xmlns:p14="http://schemas.microsoft.com/office/powerpoint/2010/main" val="34633247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2530" name="Rectangle 2"/>
          <p:cNvSpPr>
            <a:spLocks noGrp="1" noRot="1" noChangeAspect="1" noChangeArrowheads="1" noTextEdit="1"/>
          </p:cNvSpPr>
          <p:nvPr>
            <p:ph type="sldImg"/>
          </p:nvPr>
        </p:nvSpPr>
        <p:spPr>
          <a:xfrm>
            <a:off x="714375" y="463550"/>
            <a:ext cx="5497513" cy="3094038"/>
          </a:xfrm>
          <a:ln/>
        </p:spPr>
      </p:sp>
      <p:sp>
        <p:nvSpPr>
          <p:cNvPr id="662531" name="Rectangle 3"/>
          <p:cNvSpPr>
            <a:spLocks noGrp="1" noChangeArrowheads="1"/>
          </p:cNvSpPr>
          <p:nvPr>
            <p:ph type="body" idx="1"/>
          </p:nvPr>
        </p:nvSpPr>
        <p:spPr>
          <a:xfrm>
            <a:off x="930275" y="3790950"/>
            <a:ext cx="5124450" cy="4794250"/>
          </a:xfrm>
        </p:spPr>
        <p:txBody>
          <a:bodyPr lIns="92945" tIns="46472" rIns="92945" bIns="46472"/>
          <a:lstStyle/>
          <a:p>
            <a:r>
              <a:rPr lang="en-US" altLang="zh-TW" b="1">
                <a:solidFill>
                  <a:srgbClr val="000000"/>
                </a:solidFill>
              </a:rPr>
              <a:t>Purpose:</a:t>
            </a:r>
            <a:r>
              <a:rPr lang="en-US" altLang="zh-TW">
                <a:solidFill>
                  <a:srgbClr val="000000"/>
                </a:solidFill>
              </a:rPr>
              <a:t> This figure presents an overview of host and network address conventions. </a:t>
            </a:r>
            <a:endParaRPr lang="en-US" altLang="zh-TW"/>
          </a:p>
          <a:p>
            <a:pPr>
              <a:lnSpc>
                <a:spcPct val="96000"/>
              </a:lnSpc>
              <a:spcAft>
                <a:spcPts val="600"/>
              </a:spcAft>
            </a:pPr>
            <a:r>
              <a:rPr lang="en-US" altLang="zh-TW" b="1">
                <a:solidFill>
                  <a:srgbClr val="000000"/>
                </a:solidFill>
              </a:rPr>
              <a:t>Emphasize:</a:t>
            </a:r>
            <a:r>
              <a:rPr lang="en-US" altLang="zh-TW">
                <a:solidFill>
                  <a:srgbClr val="000000"/>
                </a:solidFill>
              </a:rPr>
              <a:t> In the example, 172.16.0.0 and 10.0.0.0 refer to the wires at each end of the router. </a:t>
            </a:r>
          </a:p>
          <a:p>
            <a:r>
              <a:rPr lang="en-US" altLang="zh-TW">
                <a:solidFill>
                  <a:srgbClr val="000000"/>
                </a:solidFill>
              </a:rPr>
              <a:t>Explain how the routing table is used. Entries in the routing table refer to the network only. The router does not know the location of hosts—it knows the location of networks.	</a:t>
            </a:r>
            <a:endParaRPr lang="en-US" altLang="zh-TW"/>
          </a:p>
          <a:p>
            <a:pPr>
              <a:lnSpc>
                <a:spcPct val="96000"/>
              </a:lnSpc>
              <a:spcAft>
                <a:spcPts val="600"/>
              </a:spcAft>
            </a:pPr>
            <a:r>
              <a:rPr lang="en-US" altLang="zh-TW">
                <a:solidFill>
                  <a:srgbClr val="000000"/>
                </a:solidFill>
              </a:rPr>
              <a:t>.</a:t>
            </a:r>
          </a:p>
          <a:p>
            <a:r>
              <a:rPr lang="en-US" altLang="zh-TW">
                <a:solidFill>
                  <a:srgbClr val="000000"/>
                </a:solidFill>
              </a:rPr>
              <a:t>	</a:t>
            </a:r>
            <a:endParaRPr lang="en-US" altLang="zh-TW"/>
          </a:p>
          <a:p>
            <a:pPr>
              <a:lnSpc>
                <a:spcPct val="90000"/>
              </a:lnSpc>
              <a:spcAft>
                <a:spcPct val="0"/>
              </a:spcAft>
            </a:pPr>
            <a:endParaRPr lang="zh-TW" altLang="en-US"/>
          </a:p>
        </p:txBody>
      </p:sp>
    </p:spTree>
    <p:extLst>
      <p:ext uri="{BB962C8B-B14F-4D97-AF65-F5344CB8AC3E}">
        <p14:creationId xmlns:p14="http://schemas.microsoft.com/office/powerpoint/2010/main" val="39703319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6306" name="Rectangle 2"/>
          <p:cNvSpPr>
            <a:spLocks noGrp="1" noRot="1" noChangeAspect="1" noChangeArrowheads="1" noTextEdit="1"/>
          </p:cNvSpPr>
          <p:nvPr>
            <p:ph type="sldImg"/>
          </p:nvPr>
        </p:nvSpPr>
        <p:spPr>
          <a:ln/>
        </p:spPr>
      </p:sp>
      <p:sp>
        <p:nvSpPr>
          <p:cNvPr id="866307" name="Rectangle 3"/>
          <p:cNvSpPr>
            <a:spLocks noGrp="1" noChangeArrowheads="1"/>
          </p:cNvSpPr>
          <p:nvPr>
            <p:ph type="body" idx="1"/>
          </p:nvPr>
        </p:nvSpPr>
        <p:spPr/>
        <p:txBody>
          <a:bodyPr/>
          <a:lstStyle/>
          <a:p>
            <a:r>
              <a:rPr lang="en-US" altLang="zh-TW" b="1"/>
              <a:t>Purpose:</a:t>
            </a:r>
            <a:r>
              <a:rPr lang="en-US" altLang="zh-TW"/>
              <a:t> This figure explains how to calculate the number of available hosts in a network.</a:t>
            </a:r>
          </a:p>
          <a:p>
            <a:r>
              <a:rPr lang="en-US" altLang="zh-TW" b="1"/>
              <a:t>Emphasize:</a:t>
            </a:r>
            <a:r>
              <a:rPr lang="en-US" altLang="zh-TW"/>
              <a:t> 2</a:t>
            </a:r>
            <a:r>
              <a:rPr lang="en-US" altLang="zh-TW" baseline="30000"/>
              <a:t>N</a:t>
            </a:r>
            <a:r>
              <a:rPr lang="en-US" altLang="zh-TW"/>
              <a:t>-2 is the calculation to determine available hosts. N is the number of binary digits in the host field. Subtract 2 because a host cannot be all 0s or 1s.</a:t>
            </a:r>
          </a:p>
          <a:p>
            <a:r>
              <a:rPr lang="en-US" altLang="zh-TW"/>
              <a:t>The same principal applies when determining the number of available networks.</a:t>
            </a:r>
          </a:p>
        </p:txBody>
      </p:sp>
    </p:spTree>
    <p:extLst>
      <p:ext uri="{BB962C8B-B14F-4D97-AF65-F5344CB8AC3E}">
        <p14:creationId xmlns:p14="http://schemas.microsoft.com/office/powerpoint/2010/main" val="38423993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666" name="Rectangle 2"/>
          <p:cNvSpPr>
            <a:spLocks noGrp="1" noRot="1" noChangeAspect="1" noChangeArrowheads="1" noTextEdit="1"/>
          </p:cNvSpPr>
          <p:nvPr>
            <p:ph type="sldImg"/>
          </p:nvPr>
        </p:nvSpPr>
        <p:spPr>
          <a:xfrm>
            <a:off x="714375" y="463550"/>
            <a:ext cx="5497513" cy="3094038"/>
          </a:xfrm>
          <a:ln/>
        </p:spPr>
      </p:sp>
      <p:sp>
        <p:nvSpPr>
          <p:cNvPr id="625667" name="Rectangle 3"/>
          <p:cNvSpPr>
            <a:spLocks noGrp="1" noChangeArrowheads="1"/>
          </p:cNvSpPr>
          <p:nvPr>
            <p:ph type="body" idx="1"/>
          </p:nvPr>
        </p:nvSpPr>
        <p:spPr>
          <a:xfrm>
            <a:off x="930275" y="3790950"/>
            <a:ext cx="5124450" cy="4794250"/>
          </a:xfrm>
        </p:spPr>
        <p:txBody>
          <a:bodyPr lIns="92945" tIns="46472" rIns="92945" bIns="46472"/>
          <a:lstStyle/>
          <a:p>
            <a:pPr defTabSz="1092200"/>
            <a:r>
              <a:rPr lang="en-US" altLang="zh-TW" b="1"/>
              <a:t>Layer 1 of 2:</a:t>
            </a:r>
            <a:endParaRPr lang="en-US" altLang="zh-TW"/>
          </a:p>
          <a:p>
            <a:pPr defTabSz="1092200">
              <a:lnSpc>
                <a:spcPct val="96000"/>
              </a:lnSpc>
              <a:spcAft>
                <a:spcPts val="600"/>
              </a:spcAft>
            </a:pPr>
            <a:r>
              <a:rPr lang="en-US" altLang="zh-TW" b="1">
                <a:solidFill>
                  <a:srgbClr val="000000"/>
                </a:solidFill>
              </a:rPr>
              <a:t>Purpose:</a:t>
            </a:r>
            <a:r>
              <a:rPr lang="en-US" altLang="zh-TW">
                <a:solidFill>
                  <a:srgbClr val="000000"/>
                </a:solidFill>
              </a:rPr>
              <a:t> This exercise verifies that the students understand IP address classes, network numbers, and host numbers.</a:t>
            </a:r>
          </a:p>
          <a:p>
            <a:pPr defTabSz="1092200"/>
            <a:r>
              <a:rPr lang="en-US" altLang="zh-TW">
                <a:solidFill>
                  <a:srgbClr val="000000"/>
                </a:solidFill>
              </a:rPr>
              <a:t>Give the students time to list the address class, network, and host number for each IP address in the table. Review the correct answers interactively.	</a:t>
            </a:r>
            <a:endParaRPr lang="en-US" altLang="zh-TW"/>
          </a:p>
          <a:p>
            <a:pPr defTabSz="1092200"/>
            <a:r>
              <a:rPr lang="en-US" altLang="zh-TW">
                <a:solidFill>
                  <a:srgbClr val="000000"/>
                </a:solidFill>
              </a:rPr>
              <a:t>The answers are given in the following figure.</a:t>
            </a:r>
          </a:p>
          <a:p>
            <a:pPr defTabSz="1092200"/>
            <a:endParaRPr lang="en-US" altLang="zh-TW"/>
          </a:p>
          <a:p>
            <a:pPr defTabSz="1092200"/>
            <a:endParaRPr lang="en-US" altLang="zh-TW"/>
          </a:p>
        </p:txBody>
      </p:sp>
    </p:spTree>
    <p:extLst>
      <p:ext uri="{BB962C8B-B14F-4D97-AF65-F5344CB8AC3E}">
        <p14:creationId xmlns:p14="http://schemas.microsoft.com/office/powerpoint/2010/main" val="35748389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8434" name="Rectangle 2050"/>
          <p:cNvSpPr>
            <a:spLocks noGrp="1" noRot="1" noChangeAspect="1" noChangeArrowheads="1" noTextEdit="1"/>
          </p:cNvSpPr>
          <p:nvPr>
            <p:ph type="sldImg"/>
          </p:nvPr>
        </p:nvSpPr>
        <p:spPr>
          <a:xfrm>
            <a:off x="714375" y="463550"/>
            <a:ext cx="5497513" cy="3094038"/>
          </a:xfrm>
          <a:ln/>
        </p:spPr>
      </p:sp>
      <p:sp>
        <p:nvSpPr>
          <p:cNvPr id="658435" name="Rectangle 2051"/>
          <p:cNvSpPr>
            <a:spLocks noGrp="1" noChangeArrowheads="1"/>
          </p:cNvSpPr>
          <p:nvPr>
            <p:ph type="body" idx="1"/>
          </p:nvPr>
        </p:nvSpPr>
        <p:spPr>
          <a:xfrm>
            <a:off x="930275" y="3790950"/>
            <a:ext cx="5124450" cy="4794250"/>
          </a:xfrm>
        </p:spPr>
        <p:txBody>
          <a:bodyPr lIns="92945" tIns="46472" rIns="92945" bIns="46472"/>
          <a:lstStyle/>
          <a:p>
            <a:r>
              <a:rPr lang="en-US" altLang="zh-TW" b="1"/>
              <a:t>Layer 2 of 2:</a:t>
            </a:r>
            <a:endParaRPr lang="en-US" altLang="zh-TW"/>
          </a:p>
          <a:p>
            <a:pPr>
              <a:lnSpc>
                <a:spcPct val="96000"/>
              </a:lnSpc>
              <a:spcAft>
                <a:spcPts val="600"/>
              </a:spcAft>
            </a:pPr>
            <a:r>
              <a:rPr lang="en-US" altLang="zh-TW" b="1">
                <a:solidFill>
                  <a:srgbClr val="000000"/>
                </a:solidFill>
              </a:rPr>
              <a:t>Purpose:</a:t>
            </a:r>
            <a:r>
              <a:rPr lang="en-US" altLang="zh-TW">
                <a:solidFill>
                  <a:srgbClr val="000000"/>
                </a:solidFill>
              </a:rPr>
              <a:t> This answers to the exercise are given in the figure.</a:t>
            </a:r>
          </a:p>
          <a:p>
            <a:r>
              <a:rPr lang="en-US" altLang="zh-TW" b="1"/>
              <a:t>Note:</a:t>
            </a:r>
            <a:r>
              <a:rPr lang="en-US" altLang="zh-TW"/>
              <a:t> Students can also find the answers to this exercise in the “Answers” appendix. </a:t>
            </a:r>
          </a:p>
          <a:p>
            <a:endParaRPr lang="zh-TW" altLang="en-US"/>
          </a:p>
        </p:txBody>
      </p:sp>
    </p:spTree>
    <p:extLst>
      <p:ext uri="{BB962C8B-B14F-4D97-AF65-F5344CB8AC3E}">
        <p14:creationId xmlns:p14="http://schemas.microsoft.com/office/powerpoint/2010/main" val="31320025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6626" name="Rectangle 2050"/>
          <p:cNvSpPr>
            <a:spLocks noGrp="1" noRot="1" noChangeAspect="1" noChangeArrowheads="1" noTextEdit="1"/>
          </p:cNvSpPr>
          <p:nvPr>
            <p:ph type="sldImg"/>
          </p:nvPr>
        </p:nvSpPr>
        <p:spPr>
          <a:xfrm>
            <a:off x="714375" y="463550"/>
            <a:ext cx="5497513" cy="3094038"/>
          </a:xfrm>
          <a:ln/>
        </p:spPr>
      </p:sp>
      <p:sp>
        <p:nvSpPr>
          <p:cNvPr id="666627" name="Rectangle 2051"/>
          <p:cNvSpPr>
            <a:spLocks noGrp="1" noChangeArrowheads="1"/>
          </p:cNvSpPr>
          <p:nvPr>
            <p:ph type="body" idx="1"/>
          </p:nvPr>
        </p:nvSpPr>
        <p:spPr>
          <a:xfrm>
            <a:off x="930275" y="3790950"/>
            <a:ext cx="5124450" cy="4794250"/>
          </a:xfrm>
        </p:spPr>
        <p:txBody>
          <a:bodyPr lIns="92945" tIns="46472" rIns="92945" bIns="46472"/>
          <a:lstStyle/>
          <a:p>
            <a:r>
              <a:rPr lang="en-US" altLang="zh-TW" b="1">
                <a:solidFill>
                  <a:srgbClr val="000000"/>
                </a:solidFill>
              </a:rPr>
              <a:t>Purpose:</a:t>
            </a:r>
            <a:r>
              <a:rPr lang="en-US" altLang="zh-TW">
                <a:solidFill>
                  <a:srgbClr val="000000"/>
                </a:solidFill>
              </a:rPr>
              <a:t> This figure explains what networks look like without subnets.	</a:t>
            </a:r>
            <a:endParaRPr lang="en-US" altLang="zh-TW"/>
          </a:p>
          <a:p>
            <a:pPr>
              <a:lnSpc>
                <a:spcPct val="96000"/>
              </a:lnSpc>
              <a:spcAft>
                <a:spcPts val="600"/>
              </a:spcAft>
            </a:pPr>
            <a:r>
              <a:rPr lang="en-US" altLang="zh-TW">
                <a:solidFill>
                  <a:srgbClr val="000000"/>
                </a:solidFill>
              </a:rPr>
              <a:t>Without subnets, use of network addressing space is inefficient. </a:t>
            </a:r>
          </a:p>
          <a:p>
            <a:r>
              <a:rPr lang="en-US" altLang="zh-TW">
                <a:solidFill>
                  <a:srgbClr val="000000"/>
                </a:solidFill>
              </a:rPr>
              <a:t>The Class B network is like a highway with no exits—there is no place to exit, so all of the traffic is in one line.	</a:t>
            </a:r>
            <a:endParaRPr lang="en-US" altLang="zh-TW"/>
          </a:p>
          <a:p>
            <a:endParaRPr lang="zh-TW" altLang="en-US"/>
          </a:p>
        </p:txBody>
      </p:sp>
    </p:spTree>
    <p:extLst>
      <p:ext uri="{BB962C8B-B14F-4D97-AF65-F5344CB8AC3E}">
        <p14:creationId xmlns:p14="http://schemas.microsoft.com/office/powerpoint/2010/main" val="11161311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8674" name="Rectangle 2"/>
          <p:cNvSpPr>
            <a:spLocks noGrp="1" noRot="1" noChangeAspect="1" noChangeArrowheads="1" noTextEdit="1"/>
          </p:cNvSpPr>
          <p:nvPr>
            <p:ph type="sldImg"/>
          </p:nvPr>
        </p:nvSpPr>
        <p:spPr>
          <a:xfrm>
            <a:off x="714375" y="463550"/>
            <a:ext cx="5497513" cy="3094038"/>
          </a:xfrm>
          <a:ln/>
        </p:spPr>
      </p:sp>
      <p:sp>
        <p:nvSpPr>
          <p:cNvPr id="668675" name="Rectangle 3"/>
          <p:cNvSpPr>
            <a:spLocks noGrp="1" noChangeArrowheads="1"/>
          </p:cNvSpPr>
          <p:nvPr>
            <p:ph type="body" idx="1"/>
          </p:nvPr>
        </p:nvSpPr>
        <p:spPr>
          <a:xfrm>
            <a:off x="930275" y="3790950"/>
            <a:ext cx="5124450" cy="4794250"/>
          </a:xfrm>
        </p:spPr>
        <p:txBody>
          <a:bodyPr lIns="92945" tIns="46472" rIns="92945" bIns="46472"/>
          <a:lstStyle/>
          <a:p>
            <a:r>
              <a:rPr lang="en-US" altLang="zh-TW" b="1">
                <a:solidFill>
                  <a:srgbClr val="000000"/>
                </a:solidFill>
              </a:rPr>
              <a:t>Purpose:</a:t>
            </a:r>
            <a:r>
              <a:rPr lang="en-US" altLang="zh-TW">
                <a:solidFill>
                  <a:srgbClr val="000000"/>
                </a:solidFill>
              </a:rPr>
              <a:t> This figure describes network structure when subnets are used. 	</a:t>
            </a:r>
            <a:endParaRPr lang="en-US" altLang="zh-TW"/>
          </a:p>
          <a:p>
            <a:pPr>
              <a:lnSpc>
                <a:spcPct val="96000"/>
              </a:lnSpc>
              <a:spcAft>
                <a:spcPts val="600"/>
              </a:spcAft>
            </a:pPr>
            <a:r>
              <a:rPr lang="en-US" altLang="zh-TW" b="1">
                <a:solidFill>
                  <a:srgbClr val="000000"/>
                </a:solidFill>
              </a:rPr>
              <a:t>Emphasize:</a:t>
            </a:r>
            <a:r>
              <a:rPr lang="en-US" altLang="zh-TW">
                <a:solidFill>
                  <a:srgbClr val="000000"/>
                </a:solidFill>
              </a:rPr>
              <a:t> The host bits of an IP address can be subdivided into a subnetwork section and a host section. The subnetwork section in this example is the full third octet.</a:t>
            </a:r>
          </a:p>
          <a:p>
            <a:pPr>
              <a:lnSpc>
                <a:spcPct val="96000"/>
              </a:lnSpc>
              <a:spcAft>
                <a:spcPts val="600"/>
              </a:spcAft>
            </a:pPr>
            <a:r>
              <a:rPr lang="en-US" altLang="zh-TW">
                <a:solidFill>
                  <a:srgbClr val="000000"/>
                </a:solidFill>
              </a:rPr>
              <a:t>Point out the difference in the addressing between the previous slide and this slide.</a:t>
            </a:r>
          </a:p>
          <a:p>
            <a:pPr>
              <a:lnSpc>
                <a:spcPct val="96000"/>
              </a:lnSpc>
              <a:spcAft>
                <a:spcPts val="600"/>
              </a:spcAft>
            </a:pPr>
            <a:r>
              <a:rPr lang="en-US" altLang="zh-TW">
                <a:solidFill>
                  <a:srgbClr val="000000"/>
                </a:solidFill>
              </a:rPr>
              <a:t>A subnetted address space is like a highway with exits.</a:t>
            </a:r>
          </a:p>
          <a:p>
            <a:pPr>
              <a:lnSpc>
                <a:spcPct val="96000"/>
              </a:lnSpc>
              <a:spcAft>
                <a:spcPts val="600"/>
              </a:spcAft>
            </a:pPr>
            <a:r>
              <a:rPr lang="en-US" altLang="zh-TW">
                <a:solidFill>
                  <a:srgbClr val="000000"/>
                </a:solidFill>
              </a:rPr>
              <a:t>A network device uses a subnet mask to determine what part of the IP address is used for the network, the subnet, and the device ID. </a:t>
            </a:r>
          </a:p>
          <a:p>
            <a:pPr>
              <a:lnSpc>
                <a:spcPct val="96000"/>
              </a:lnSpc>
              <a:spcAft>
                <a:spcPts val="600"/>
              </a:spcAft>
            </a:pPr>
            <a:r>
              <a:rPr lang="en-US" altLang="zh-TW">
                <a:solidFill>
                  <a:srgbClr val="000000"/>
                </a:solidFill>
              </a:rPr>
              <a:t>A subnet mask is a 32-bit value containing a number of one bits for the network and subnet ID and a number of zero bits for the host ID. </a:t>
            </a:r>
          </a:p>
          <a:p>
            <a:pPr>
              <a:lnSpc>
                <a:spcPct val="96000"/>
              </a:lnSpc>
              <a:spcAft>
                <a:spcPts val="600"/>
              </a:spcAft>
            </a:pPr>
            <a:r>
              <a:rPr lang="en-US" altLang="zh-TW">
                <a:solidFill>
                  <a:srgbClr val="000000"/>
                </a:solidFill>
              </a:rPr>
              <a:t>Given its own IP address and subnet mask, a device can determine if an IP packet is destined for 1) a device on its own subnet, 2) a device on a different subnet on its own network, or 3) a device on a different network. </a:t>
            </a:r>
          </a:p>
          <a:p>
            <a:r>
              <a:rPr lang="en-US" altLang="zh-TW">
                <a:solidFill>
                  <a:srgbClr val="000000"/>
                </a:solidFill>
              </a:rPr>
              <a:t>A device can determine what class of address the device has been assigned from its own IP address. The subnet mask then tells the device where the boundary is between the subnet ID and the host ID. 	</a:t>
            </a:r>
            <a:endParaRPr lang="en-US" altLang="zh-TW"/>
          </a:p>
          <a:p>
            <a:endParaRPr lang="en-US" altLang="zh-TW"/>
          </a:p>
        </p:txBody>
      </p:sp>
    </p:spTree>
    <p:extLst>
      <p:ext uri="{BB962C8B-B14F-4D97-AF65-F5344CB8AC3E}">
        <p14:creationId xmlns:p14="http://schemas.microsoft.com/office/powerpoint/2010/main" val="31965383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8114" name="Rectangle 2"/>
          <p:cNvSpPr>
            <a:spLocks noGrp="1" noRot="1" noChangeAspect="1" noChangeArrowheads="1" noTextEdit="1"/>
          </p:cNvSpPr>
          <p:nvPr>
            <p:ph type="sldImg"/>
          </p:nvPr>
        </p:nvSpPr>
        <p:spPr>
          <a:xfrm>
            <a:off x="714375" y="463550"/>
            <a:ext cx="5497513" cy="3094038"/>
          </a:xfrm>
          <a:ln/>
        </p:spPr>
      </p:sp>
      <p:sp>
        <p:nvSpPr>
          <p:cNvPr id="858115" name="Rectangle 3"/>
          <p:cNvSpPr>
            <a:spLocks noGrp="1" noChangeArrowheads="1"/>
          </p:cNvSpPr>
          <p:nvPr>
            <p:ph type="body" idx="1"/>
          </p:nvPr>
        </p:nvSpPr>
        <p:spPr>
          <a:xfrm>
            <a:off x="930275" y="3790950"/>
            <a:ext cx="5124450" cy="4794250"/>
          </a:xfrm>
        </p:spPr>
        <p:txBody>
          <a:bodyPr lIns="92945" tIns="46472" rIns="92945" bIns="46472"/>
          <a:lstStyle/>
          <a:p>
            <a:pPr>
              <a:lnSpc>
                <a:spcPct val="96000"/>
              </a:lnSpc>
              <a:spcAft>
                <a:spcPts val="600"/>
              </a:spcAft>
            </a:pPr>
            <a:r>
              <a:rPr lang="en-US" altLang="zh-TW" b="1">
                <a:solidFill>
                  <a:srgbClr val="000000"/>
                </a:solidFill>
              </a:rPr>
              <a:t>Layer 1 of 2:</a:t>
            </a:r>
            <a:endParaRPr lang="en-US" altLang="zh-TW">
              <a:solidFill>
                <a:srgbClr val="000000"/>
              </a:solidFill>
            </a:endParaRPr>
          </a:p>
          <a:p>
            <a:pPr>
              <a:lnSpc>
                <a:spcPct val="96000"/>
              </a:lnSpc>
              <a:spcAft>
                <a:spcPts val="600"/>
              </a:spcAft>
            </a:pPr>
            <a:r>
              <a:rPr lang="en-US" altLang="zh-TW" b="1">
                <a:solidFill>
                  <a:srgbClr val="000000"/>
                </a:solidFill>
              </a:rPr>
              <a:t>Purpose:</a:t>
            </a:r>
            <a:r>
              <a:rPr lang="en-US" altLang="zh-TW">
                <a:solidFill>
                  <a:srgbClr val="000000"/>
                </a:solidFill>
              </a:rPr>
              <a:t> This figure shows what would happen if there were no subnetting.</a:t>
            </a:r>
          </a:p>
          <a:p>
            <a:pPr>
              <a:lnSpc>
                <a:spcPct val="96000"/>
              </a:lnSpc>
              <a:spcAft>
                <a:spcPts val="600"/>
              </a:spcAft>
            </a:pPr>
            <a:r>
              <a:rPr lang="en-US" altLang="zh-TW" b="1">
                <a:solidFill>
                  <a:srgbClr val="000000"/>
                </a:solidFill>
              </a:rPr>
              <a:t>Emphasize:</a:t>
            </a:r>
            <a:r>
              <a:rPr lang="en-US" altLang="zh-TW">
                <a:solidFill>
                  <a:srgbClr val="000000"/>
                </a:solidFill>
              </a:rPr>
              <a:t> If networks could not be broken down into more granular, subnetworks few networks could exist, each with a capacity for many hosts. </a:t>
            </a:r>
          </a:p>
          <a:p>
            <a:pPr>
              <a:lnSpc>
                <a:spcPct val="96000"/>
              </a:lnSpc>
              <a:spcAft>
                <a:spcPts val="600"/>
              </a:spcAft>
            </a:pPr>
            <a:endParaRPr lang="en-US" altLang="zh-TW"/>
          </a:p>
          <a:p>
            <a:endParaRPr lang="en-US" altLang="zh-TW"/>
          </a:p>
          <a:p>
            <a:endParaRPr lang="zh-TW" altLang="en-US"/>
          </a:p>
        </p:txBody>
      </p:sp>
    </p:spTree>
    <p:extLst>
      <p:ext uri="{BB962C8B-B14F-4D97-AF65-F5344CB8AC3E}">
        <p14:creationId xmlns:p14="http://schemas.microsoft.com/office/powerpoint/2010/main" val="29113951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4818" name="Rectangle 2"/>
          <p:cNvSpPr>
            <a:spLocks noGrp="1" noRot="1" noChangeAspect="1" noChangeArrowheads="1" noTextEdit="1"/>
          </p:cNvSpPr>
          <p:nvPr>
            <p:ph type="sldImg"/>
          </p:nvPr>
        </p:nvSpPr>
        <p:spPr>
          <a:xfrm>
            <a:off x="714375" y="463550"/>
            <a:ext cx="5497513" cy="3094038"/>
          </a:xfrm>
          <a:ln/>
        </p:spPr>
      </p:sp>
      <p:sp>
        <p:nvSpPr>
          <p:cNvPr id="674819" name="Rectangle 3"/>
          <p:cNvSpPr>
            <a:spLocks noGrp="1" noChangeArrowheads="1"/>
          </p:cNvSpPr>
          <p:nvPr>
            <p:ph type="body" idx="1"/>
          </p:nvPr>
        </p:nvSpPr>
        <p:spPr>
          <a:xfrm>
            <a:off x="930275" y="3790950"/>
            <a:ext cx="5124450" cy="4794250"/>
          </a:xfrm>
        </p:spPr>
        <p:txBody>
          <a:bodyPr lIns="92945" tIns="46472" rIns="92945" bIns="46472"/>
          <a:lstStyle/>
          <a:p>
            <a:pPr>
              <a:lnSpc>
                <a:spcPct val="96000"/>
              </a:lnSpc>
              <a:spcAft>
                <a:spcPts val="600"/>
              </a:spcAft>
            </a:pPr>
            <a:r>
              <a:rPr lang="en-US" altLang="zh-TW" b="1">
                <a:solidFill>
                  <a:srgbClr val="000000"/>
                </a:solidFill>
              </a:rPr>
              <a:t>Layer 1 of 2:</a:t>
            </a:r>
            <a:endParaRPr lang="en-US" altLang="zh-TW">
              <a:solidFill>
                <a:srgbClr val="000000"/>
              </a:solidFill>
            </a:endParaRPr>
          </a:p>
          <a:p>
            <a:pPr>
              <a:lnSpc>
                <a:spcPct val="96000"/>
              </a:lnSpc>
              <a:spcAft>
                <a:spcPts val="600"/>
              </a:spcAft>
            </a:pPr>
            <a:r>
              <a:rPr lang="en-US" altLang="zh-TW" b="1">
                <a:solidFill>
                  <a:srgbClr val="000000"/>
                </a:solidFill>
              </a:rPr>
              <a:t>Emphasize:</a:t>
            </a:r>
            <a:r>
              <a:rPr lang="en-US" altLang="zh-TW">
                <a:solidFill>
                  <a:srgbClr val="000000"/>
                </a:solidFill>
              </a:rPr>
              <a:t> By turning on more bits in the mask, we reserve some bits as network information and can use these bits to describe subnetworks. </a:t>
            </a:r>
          </a:p>
          <a:p>
            <a:r>
              <a:rPr lang="en-US" altLang="zh-TW">
                <a:solidFill>
                  <a:srgbClr val="000000"/>
                </a:solidFill>
              </a:rPr>
              <a:t>Describe how the router makes use of this technique. Point out that there is more information in the routing table now.	</a:t>
            </a:r>
            <a:endParaRPr lang="en-US" altLang="zh-TW"/>
          </a:p>
          <a:p>
            <a:r>
              <a:rPr lang="en-US" altLang="zh-TW" b="1">
                <a:solidFill>
                  <a:srgbClr val="000000"/>
                </a:solidFill>
              </a:rPr>
              <a:t>Note:</a:t>
            </a:r>
            <a:r>
              <a:rPr lang="en-US" altLang="zh-TW">
                <a:solidFill>
                  <a:srgbClr val="000000"/>
                </a:solidFill>
              </a:rPr>
              <a:t> As you enter the discussion about subnet masks, a question might arise about whether it is legal to define a discontiguous subnet mask. A discontiguous subnet mask consists of intervening zeros, as in 101111011000, rather than all ones followed by zeros, as in 1111111100000000. The question has two answers. According to RFC 950 that describes IP, a discontiguous subnet mask is legal. However, the hardware expense to produce an interface that supports discontiguous masking is cost-prohibitive. Thus in practice it is not supported on most vendors’ equipment, including Cisco. Also, discontiguous masking has no benefit, and it is much more difficult to maintain a network based on this design. Later RFCs make noncontiguous subnet masks illegal because they are incompatible with future addressing schemes such as CIDR.	</a:t>
            </a:r>
            <a:endParaRPr lang="en-US" altLang="zh-TW"/>
          </a:p>
          <a:p>
            <a:endParaRPr lang="en-US" altLang="zh-TW"/>
          </a:p>
          <a:p>
            <a:endParaRPr lang="zh-TW" altLang="en-US"/>
          </a:p>
        </p:txBody>
      </p:sp>
    </p:spTree>
    <p:extLst>
      <p:ext uri="{BB962C8B-B14F-4D97-AF65-F5344CB8AC3E}">
        <p14:creationId xmlns:p14="http://schemas.microsoft.com/office/powerpoint/2010/main" val="25665652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962" name="Rectangle 2"/>
          <p:cNvSpPr>
            <a:spLocks noGrp="1" noRot="1" noChangeAspect="1" noChangeArrowheads="1" noTextEdit="1"/>
          </p:cNvSpPr>
          <p:nvPr>
            <p:ph type="sldImg"/>
          </p:nvPr>
        </p:nvSpPr>
        <p:spPr>
          <a:xfrm>
            <a:off x="714375" y="463550"/>
            <a:ext cx="5497513" cy="3094038"/>
          </a:xfrm>
          <a:ln/>
        </p:spPr>
      </p:sp>
      <p:sp>
        <p:nvSpPr>
          <p:cNvPr id="680963" name="Rectangle 3"/>
          <p:cNvSpPr>
            <a:spLocks noGrp="1" noChangeArrowheads="1"/>
          </p:cNvSpPr>
          <p:nvPr>
            <p:ph type="body" idx="1"/>
          </p:nvPr>
        </p:nvSpPr>
        <p:spPr>
          <a:xfrm>
            <a:off x="930275" y="3790950"/>
            <a:ext cx="5124450" cy="4794250"/>
          </a:xfrm>
        </p:spPr>
        <p:txBody>
          <a:bodyPr lIns="92945" tIns="46472" rIns="92945" bIns="46472"/>
          <a:lstStyle/>
          <a:p>
            <a:r>
              <a:rPr lang="en-US" altLang="zh-TW" b="1">
                <a:solidFill>
                  <a:srgbClr val="000000"/>
                </a:solidFill>
              </a:rPr>
              <a:t>Emphasize:</a:t>
            </a:r>
            <a:r>
              <a:rPr lang="en-US" altLang="zh-TW">
                <a:solidFill>
                  <a:srgbClr val="000000"/>
                </a:solidFill>
              </a:rPr>
              <a:t> Turn on more bits to represent subnets.</a:t>
            </a:r>
          </a:p>
          <a:p>
            <a:pPr>
              <a:lnSpc>
                <a:spcPct val="96000"/>
              </a:lnSpc>
              <a:spcAft>
                <a:spcPts val="600"/>
              </a:spcAft>
            </a:pPr>
            <a:r>
              <a:rPr lang="en-US" altLang="zh-TW">
                <a:solidFill>
                  <a:srgbClr val="000000"/>
                </a:solidFill>
              </a:rPr>
              <a:t>Compare the default or standard subnet mask with the subnet mask in the slide.</a:t>
            </a:r>
          </a:p>
          <a:p>
            <a:pPr>
              <a:lnSpc>
                <a:spcPct val="96000"/>
              </a:lnSpc>
              <a:spcAft>
                <a:spcPts val="600"/>
              </a:spcAft>
            </a:pPr>
            <a:r>
              <a:rPr lang="en-US" altLang="zh-TW">
                <a:solidFill>
                  <a:srgbClr val="000000"/>
                </a:solidFill>
              </a:rPr>
              <a:t>These are the rules for IP addressing:</a:t>
            </a:r>
          </a:p>
          <a:p>
            <a:pPr lvl="1">
              <a:lnSpc>
                <a:spcPct val="96000"/>
              </a:lnSpc>
              <a:spcAft>
                <a:spcPts val="600"/>
              </a:spcAft>
            </a:pPr>
            <a:r>
              <a:rPr lang="en-US" altLang="zh-TW">
                <a:solidFill>
                  <a:srgbClr val="000000"/>
                </a:solidFill>
              </a:rPr>
              <a:t>An address is 32 bits, divided into three components: </a:t>
            </a:r>
          </a:p>
          <a:p>
            <a:pPr lvl="2">
              <a:lnSpc>
                <a:spcPct val="96000"/>
              </a:lnSpc>
              <a:spcAft>
                <a:spcPts val="600"/>
              </a:spcAft>
            </a:pPr>
            <a:r>
              <a:rPr lang="en-US" altLang="zh-TW">
                <a:solidFill>
                  <a:srgbClr val="000000"/>
                </a:solidFill>
              </a:rPr>
              <a:t>First octet rule bits</a:t>
            </a:r>
          </a:p>
          <a:p>
            <a:pPr lvl="2">
              <a:lnSpc>
                <a:spcPct val="96000"/>
              </a:lnSpc>
              <a:spcAft>
                <a:spcPts val="600"/>
              </a:spcAft>
            </a:pPr>
            <a:r>
              <a:rPr lang="en-US" altLang="zh-TW">
                <a:solidFill>
                  <a:srgbClr val="000000"/>
                </a:solidFill>
              </a:rPr>
              <a:t>Network bits (path selection bits)</a:t>
            </a:r>
          </a:p>
          <a:p>
            <a:pPr lvl="2">
              <a:lnSpc>
                <a:spcPct val="96000"/>
              </a:lnSpc>
              <a:spcAft>
                <a:spcPts val="600"/>
              </a:spcAft>
            </a:pPr>
            <a:r>
              <a:rPr lang="en-US" altLang="zh-TW">
                <a:solidFill>
                  <a:srgbClr val="000000"/>
                </a:solidFill>
              </a:rPr>
              <a:t>Node bits</a:t>
            </a:r>
          </a:p>
          <a:p>
            <a:pPr lvl="1">
              <a:lnSpc>
                <a:spcPct val="96000"/>
              </a:lnSpc>
              <a:spcAft>
                <a:spcPts val="600"/>
              </a:spcAft>
            </a:pPr>
            <a:r>
              <a:rPr lang="en-US" altLang="zh-TW">
                <a:solidFill>
                  <a:srgbClr val="000000"/>
                </a:solidFill>
              </a:rPr>
              <a:t>The first octet rule states that the most significant bit pattern in the first octet determines the class of the address.</a:t>
            </a:r>
          </a:p>
          <a:p>
            <a:pPr lvl="1">
              <a:lnSpc>
                <a:spcPct val="96000"/>
              </a:lnSpc>
              <a:spcAft>
                <a:spcPts val="600"/>
              </a:spcAft>
            </a:pPr>
            <a:r>
              <a:rPr lang="en-US" altLang="zh-TW">
                <a:solidFill>
                  <a:srgbClr val="000000"/>
                </a:solidFill>
              </a:rPr>
              <a:t>Path selection bits cannot be all ones or zeros.</a:t>
            </a:r>
          </a:p>
          <a:p>
            <a:pPr lvl="1">
              <a:lnSpc>
                <a:spcPct val="96000"/>
              </a:lnSpc>
              <a:spcAft>
                <a:spcPts val="600"/>
              </a:spcAft>
            </a:pPr>
            <a:r>
              <a:rPr lang="en-US" altLang="zh-TW">
                <a:solidFill>
                  <a:srgbClr val="000000"/>
                </a:solidFill>
              </a:rPr>
              <a:t>Certain addresses are reserved. RFC 1918 defines some of those.</a:t>
            </a:r>
          </a:p>
          <a:p>
            <a:pPr lvl="1">
              <a:lnSpc>
                <a:spcPct val="96000"/>
              </a:lnSpc>
              <a:spcAft>
                <a:spcPts val="600"/>
              </a:spcAft>
            </a:pPr>
            <a:r>
              <a:rPr lang="en-US" altLang="zh-TW">
                <a:solidFill>
                  <a:srgbClr val="000000"/>
                </a:solidFill>
              </a:rPr>
              <a:t>Prefix or mask one bits are path selection significant; zero bits are host bits and therefore not significant.</a:t>
            </a:r>
          </a:p>
          <a:p>
            <a:pPr lvl="1">
              <a:lnSpc>
                <a:spcPct val="96000"/>
              </a:lnSpc>
              <a:spcAft>
                <a:spcPts val="600"/>
              </a:spcAft>
            </a:pPr>
            <a:r>
              <a:rPr lang="en-US" altLang="zh-TW">
                <a:solidFill>
                  <a:srgbClr val="000000"/>
                </a:solidFill>
              </a:rPr>
              <a:t>Use the logical AND to combine the address and mask bits to get the subnet address.</a:t>
            </a:r>
          </a:p>
          <a:p>
            <a:pPr lvl="1">
              <a:lnSpc>
                <a:spcPct val="96000"/>
              </a:lnSpc>
              <a:spcAft>
                <a:spcPts val="600"/>
              </a:spcAft>
            </a:pPr>
            <a:r>
              <a:rPr lang="en-US" altLang="zh-TW">
                <a:solidFill>
                  <a:srgbClr val="000000"/>
                </a:solidFill>
              </a:rPr>
              <a:t>The maximum number of available subnets equals 2 </a:t>
            </a:r>
            <a:r>
              <a:rPr lang="en-US" altLang="zh-TW" baseline="30000">
                <a:solidFill>
                  <a:srgbClr val="000000"/>
                </a:solidFill>
              </a:rPr>
              <a:t>prefix bits </a:t>
            </a:r>
            <a:r>
              <a:rPr lang="en-US" altLang="zh-TW">
                <a:solidFill>
                  <a:srgbClr val="000000"/>
                </a:solidFill>
              </a:rPr>
              <a:t>- 2</a:t>
            </a:r>
            <a:r>
              <a:rPr lang="en-US" altLang="zh-TW" baseline="30000">
                <a:solidFill>
                  <a:srgbClr val="000000"/>
                </a:solidFill>
              </a:rPr>
              <a:t>; </a:t>
            </a:r>
            <a:r>
              <a:rPr lang="en-US" altLang="zh-TW">
                <a:solidFill>
                  <a:srgbClr val="000000"/>
                </a:solidFill>
              </a:rPr>
              <a:t>the maximum number of available hosts equals 2</a:t>
            </a:r>
            <a:r>
              <a:rPr lang="en-US" altLang="zh-TW" baseline="30000">
                <a:solidFill>
                  <a:srgbClr val="000000"/>
                </a:solidFill>
              </a:rPr>
              <a:t> 32- prefix bits </a:t>
            </a:r>
            <a:r>
              <a:rPr lang="en-US" altLang="zh-TW">
                <a:solidFill>
                  <a:srgbClr val="000000"/>
                </a:solidFill>
              </a:rPr>
              <a:t>- 2.</a:t>
            </a:r>
            <a:r>
              <a:rPr lang="en-US" altLang="zh-TW" baseline="30000">
                <a:solidFill>
                  <a:srgbClr val="000000"/>
                </a:solidFill>
              </a:rPr>
              <a:t>	</a:t>
            </a:r>
            <a:endParaRPr lang="en-US" altLang="zh-TW" baseline="30000"/>
          </a:p>
          <a:p>
            <a:pPr>
              <a:spcAft>
                <a:spcPts val="600"/>
              </a:spcAft>
            </a:pPr>
            <a:endParaRPr lang="en-US" altLang="zh-TW"/>
          </a:p>
          <a:p>
            <a:endParaRPr lang="en-US" altLang="zh-TW"/>
          </a:p>
          <a:p>
            <a:endParaRPr lang="en-US" altLang="zh-TW"/>
          </a:p>
        </p:txBody>
      </p:sp>
    </p:spTree>
    <p:extLst>
      <p:ext uri="{BB962C8B-B14F-4D97-AF65-F5344CB8AC3E}">
        <p14:creationId xmlns:p14="http://schemas.microsoft.com/office/powerpoint/2010/main" val="2127292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3010" name="Rectangle 2"/>
          <p:cNvSpPr>
            <a:spLocks noGrp="1" noRot="1" noChangeAspect="1" noChangeArrowheads="1" noTextEdit="1"/>
          </p:cNvSpPr>
          <p:nvPr>
            <p:ph type="sldImg"/>
          </p:nvPr>
        </p:nvSpPr>
        <p:spPr>
          <a:xfrm>
            <a:off x="714375" y="463550"/>
            <a:ext cx="5497513" cy="3094038"/>
          </a:xfrm>
          <a:ln/>
        </p:spPr>
      </p:sp>
      <p:sp>
        <p:nvSpPr>
          <p:cNvPr id="683011" name="Rectangle 3"/>
          <p:cNvSpPr>
            <a:spLocks noGrp="1" noChangeArrowheads="1"/>
          </p:cNvSpPr>
          <p:nvPr>
            <p:ph type="body" idx="1"/>
          </p:nvPr>
        </p:nvSpPr>
        <p:spPr>
          <a:xfrm>
            <a:off x="930275" y="3790950"/>
            <a:ext cx="5124450" cy="4794250"/>
          </a:xfrm>
        </p:spPr>
        <p:txBody>
          <a:bodyPr lIns="92945" tIns="46472" rIns="92945" bIns="46472"/>
          <a:lstStyle/>
          <a:p>
            <a:r>
              <a:rPr lang="en-US" altLang="zh-TW" b="1">
                <a:solidFill>
                  <a:srgbClr val="000000"/>
                </a:solidFill>
              </a:rPr>
              <a:t>Purpose:</a:t>
            </a:r>
            <a:r>
              <a:rPr lang="en-US" altLang="zh-TW">
                <a:solidFill>
                  <a:srgbClr val="000000"/>
                </a:solidFill>
              </a:rPr>
              <a:t> This figure explains how subnet masks are converted to decimal addresses.	</a:t>
            </a:r>
            <a:endParaRPr lang="en-US" altLang="zh-TW"/>
          </a:p>
          <a:p>
            <a:pPr>
              <a:lnSpc>
                <a:spcPct val="96000"/>
              </a:lnSpc>
              <a:spcAft>
                <a:spcPts val="600"/>
              </a:spcAft>
            </a:pPr>
            <a:r>
              <a:rPr lang="en-US" altLang="zh-TW" b="1">
                <a:solidFill>
                  <a:srgbClr val="000000"/>
                </a:solidFill>
              </a:rPr>
              <a:t>Emphasize:</a:t>
            </a:r>
            <a:r>
              <a:rPr lang="en-US" altLang="zh-TW">
                <a:solidFill>
                  <a:srgbClr val="000000"/>
                </a:solidFill>
              </a:rPr>
              <a:t> Review binary-to-decimal conversion, bit weighting, and conversion.</a:t>
            </a:r>
          </a:p>
          <a:p>
            <a:pPr>
              <a:lnSpc>
                <a:spcPct val="96000"/>
              </a:lnSpc>
              <a:spcAft>
                <a:spcPts val="600"/>
              </a:spcAft>
            </a:pPr>
            <a:r>
              <a:rPr lang="en-US" altLang="zh-TW">
                <a:solidFill>
                  <a:srgbClr val="000000"/>
                </a:solidFill>
              </a:rPr>
              <a:t>Explain logical AND.</a:t>
            </a:r>
          </a:p>
          <a:p>
            <a:pPr>
              <a:lnSpc>
                <a:spcPct val="96000"/>
              </a:lnSpc>
              <a:spcAft>
                <a:spcPts val="600"/>
              </a:spcAft>
            </a:pPr>
            <a:r>
              <a:rPr lang="en-US" altLang="zh-TW">
                <a:solidFill>
                  <a:srgbClr val="000000"/>
                </a:solidFill>
              </a:rPr>
              <a:t>One possible explanation of logical AND follows: We will need to be able to perform a logical AND on the binary numbers. Just take two binary numbers and place one above the other. The ones in the bottom are like a pipe—the number above it just drops through. The zeros are like a clogged pipe, so nothing comes out in the answer.</a:t>
            </a:r>
          </a:p>
          <a:p>
            <a:r>
              <a:rPr lang="en-US" altLang="zh-TW">
                <a:solidFill>
                  <a:srgbClr val="000000"/>
                </a:solidFill>
              </a:rPr>
              <a:t>Presenting a truth table will help some students understand. You might need to give more than one explanation.	</a:t>
            </a:r>
            <a:endParaRPr lang="en-US" altLang="zh-TW"/>
          </a:p>
          <a:p>
            <a:r>
              <a:rPr lang="en-US" altLang="zh-TW" b="1">
                <a:solidFill>
                  <a:srgbClr val="000000"/>
                </a:solidFill>
              </a:rPr>
              <a:t>Note:</a:t>
            </a:r>
            <a:r>
              <a:rPr lang="en-US" altLang="zh-TW">
                <a:solidFill>
                  <a:srgbClr val="000000"/>
                </a:solidFill>
              </a:rPr>
              <a:t> You might want to hand out a binary-to-decimal conversion sheet if you have not already done so. We have not included one in the lab section. It is more useful to have one that is on a separate page from the labs.	</a:t>
            </a:r>
            <a:endParaRPr lang="en-US" altLang="zh-TW"/>
          </a:p>
          <a:p>
            <a:endParaRPr lang="zh-TW" altLang="en-US"/>
          </a:p>
        </p:txBody>
      </p:sp>
    </p:spTree>
    <p:extLst>
      <p:ext uri="{BB962C8B-B14F-4D97-AF65-F5344CB8AC3E}">
        <p14:creationId xmlns:p14="http://schemas.microsoft.com/office/powerpoint/2010/main" val="7921945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058" name="Rectangle 1026"/>
          <p:cNvSpPr>
            <a:spLocks noGrp="1" noRot="1" noChangeAspect="1" noChangeArrowheads="1" noTextEdit="1"/>
          </p:cNvSpPr>
          <p:nvPr>
            <p:ph type="sldImg"/>
          </p:nvPr>
        </p:nvSpPr>
        <p:spPr>
          <a:xfrm>
            <a:off x="714375" y="463550"/>
            <a:ext cx="5497513" cy="3094038"/>
          </a:xfrm>
          <a:ln/>
        </p:spPr>
      </p:sp>
      <p:sp>
        <p:nvSpPr>
          <p:cNvPr id="685059" name="Rectangle 1027"/>
          <p:cNvSpPr>
            <a:spLocks noGrp="1" noChangeArrowheads="1"/>
          </p:cNvSpPr>
          <p:nvPr>
            <p:ph type="body" idx="1"/>
          </p:nvPr>
        </p:nvSpPr>
        <p:spPr>
          <a:xfrm>
            <a:off x="930275" y="3790950"/>
            <a:ext cx="5124450" cy="5027613"/>
          </a:xfrm>
        </p:spPr>
        <p:txBody>
          <a:bodyPr lIns="92945" tIns="46472" rIns="92945" bIns="46472"/>
          <a:lstStyle/>
          <a:p>
            <a:pPr>
              <a:lnSpc>
                <a:spcPct val="90000"/>
              </a:lnSpc>
              <a:spcBef>
                <a:spcPct val="10000"/>
              </a:spcBef>
              <a:spcAft>
                <a:spcPct val="10000"/>
              </a:spcAft>
            </a:pPr>
            <a:r>
              <a:rPr lang="en-US" altLang="zh-TW" b="1">
                <a:solidFill>
                  <a:srgbClr val="000000"/>
                </a:solidFill>
              </a:rPr>
              <a:t>Purpose:</a:t>
            </a:r>
            <a:r>
              <a:rPr lang="en-US" altLang="zh-TW">
                <a:solidFill>
                  <a:srgbClr val="000000"/>
                </a:solidFill>
              </a:rPr>
              <a:t> This graphic explains how routers use addresses that have no subnet mask. </a:t>
            </a:r>
            <a:endParaRPr lang="en-US" altLang="zh-TW"/>
          </a:p>
          <a:p>
            <a:r>
              <a:rPr lang="en-US" altLang="zh-TW" b="1">
                <a:solidFill>
                  <a:srgbClr val="000000"/>
                </a:solidFill>
              </a:rPr>
              <a:t>Emphasize:</a:t>
            </a:r>
            <a:r>
              <a:rPr lang="en-US" altLang="zh-TW">
                <a:solidFill>
                  <a:srgbClr val="000000"/>
                </a:solidFill>
              </a:rPr>
              <a:t> Explain how masking works at the bit level. Zero bits mask host information.</a:t>
            </a:r>
            <a:endParaRPr lang="en-US" altLang="zh-TW"/>
          </a:p>
          <a:p>
            <a:r>
              <a:rPr lang="en-US" altLang="zh-TW" b="1">
                <a:solidFill>
                  <a:srgbClr val="000000"/>
                </a:solidFill>
              </a:rPr>
              <a:t>Note:</a:t>
            </a:r>
            <a:r>
              <a:rPr lang="en-US" altLang="zh-TW">
                <a:solidFill>
                  <a:srgbClr val="000000"/>
                </a:solidFill>
              </a:rPr>
              <a:t> This is an easy place to lose students. At this point, they need to learn several abstract mathematical concepts before we can show them how to lay out an IP-addressed network. To the novice these techniques may seem unrelated, making the presentation confusing. To a more experienced audience, these techniques will be familiar.	</a:t>
            </a:r>
            <a:endParaRPr lang="en-US" altLang="zh-TW"/>
          </a:p>
          <a:p>
            <a:pPr>
              <a:lnSpc>
                <a:spcPct val="96000"/>
              </a:lnSpc>
              <a:spcAft>
                <a:spcPts val="600"/>
              </a:spcAft>
            </a:pPr>
            <a:endParaRPr lang="en-US" altLang="zh-TW"/>
          </a:p>
        </p:txBody>
      </p:sp>
    </p:spTree>
    <p:extLst>
      <p:ext uri="{BB962C8B-B14F-4D97-AF65-F5344CB8AC3E}">
        <p14:creationId xmlns:p14="http://schemas.microsoft.com/office/powerpoint/2010/main" val="36286399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106" name="Rectangle 2"/>
          <p:cNvSpPr>
            <a:spLocks noGrp="1" noRot="1" noChangeAspect="1" noChangeArrowheads="1" noTextEdit="1"/>
          </p:cNvSpPr>
          <p:nvPr>
            <p:ph type="sldImg"/>
          </p:nvPr>
        </p:nvSpPr>
        <p:spPr>
          <a:xfrm>
            <a:off x="698500" y="452438"/>
            <a:ext cx="5518150" cy="3105150"/>
          </a:xfrm>
          <a:ln w="12700" cap="flat"/>
        </p:spPr>
      </p:sp>
      <p:sp>
        <p:nvSpPr>
          <p:cNvPr id="687107" name="Rectangle 3"/>
          <p:cNvSpPr>
            <a:spLocks noGrp="1" noChangeArrowheads="1"/>
          </p:cNvSpPr>
          <p:nvPr>
            <p:ph type="body" idx="1"/>
          </p:nvPr>
        </p:nvSpPr>
        <p:spPr>
          <a:xfrm>
            <a:off x="930275" y="3790950"/>
            <a:ext cx="5124450" cy="4794250"/>
          </a:xfrm>
          <a:noFill/>
          <a:ln/>
        </p:spPr>
        <p:txBody>
          <a:bodyPr lIns="93590" tIns="46796" rIns="93590" bIns="46796"/>
          <a:lstStyle/>
          <a:p>
            <a:r>
              <a:rPr lang="en-US" altLang="zh-TW" b="1">
                <a:solidFill>
                  <a:srgbClr val="000000"/>
                </a:solidFill>
              </a:rPr>
              <a:t>Purpose:</a:t>
            </a:r>
            <a:r>
              <a:rPr lang="en-US" altLang="zh-TW">
                <a:solidFill>
                  <a:srgbClr val="000000"/>
                </a:solidFill>
              </a:rPr>
              <a:t> This figure shows how the router determines an address when subnetting is used.	</a:t>
            </a:r>
            <a:endParaRPr lang="en-US" altLang="zh-TW"/>
          </a:p>
          <a:p>
            <a:pPr>
              <a:lnSpc>
                <a:spcPct val="96000"/>
              </a:lnSpc>
              <a:spcAft>
                <a:spcPts val="600"/>
              </a:spcAft>
            </a:pPr>
            <a:r>
              <a:rPr lang="en-US" altLang="zh-TW" b="1">
                <a:solidFill>
                  <a:srgbClr val="000000"/>
                </a:solidFill>
              </a:rPr>
              <a:t>Emphasize:</a:t>
            </a:r>
            <a:r>
              <a:rPr lang="en-US" altLang="zh-TW">
                <a:solidFill>
                  <a:srgbClr val="000000"/>
                </a:solidFill>
              </a:rPr>
              <a:t> This example makes a Class B address space look like a collection of Class C address spaces.</a:t>
            </a:r>
          </a:p>
          <a:p>
            <a:r>
              <a:rPr lang="en-US" altLang="zh-TW">
                <a:solidFill>
                  <a:srgbClr val="000000"/>
                </a:solidFill>
              </a:rPr>
              <a:t>Now the logical AND allows us to extract the subnet number as well as the assigned network number.	</a:t>
            </a:r>
            <a:endParaRPr lang="en-US" altLang="zh-TW"/>
          </a:p>
          <a:p>
            <a:r>
              <a:rPr lang="en-US" altLang="zh-TW">
                <a:solidFill>
                  <a:srgbClr val="000000"/>
                </a:solidFill>
              </a:rPr>
              <a:t>An exercise follows that tests the students’ understanding of subnet masks.	</a:t>
            </a:r>
            <a:endParaRPr lang="en-US" altLang="zh-TW"/>
          </a:p>
          <a:p>
            <a:endParaRPr lang="zh-TW" altLang="en-US"/>
          </a:p>
        </p:txBody>
      </p:sp>
    </p:spTree>
    <p:extLst>
      <p:ext uri="{BB962C8B-B14F-4D97-AF65-F5344CB8AC3E}">
        <p14:creationId xmlns:p14="http://schemas.microsoft.com/office/powerpoint/2010/main" val="3718326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770" name="Rectangle 2"/>
          <p:cNvSpPr>
            <a:spLocks noGrp="1" noRot="1" noChangeAspect="1" noChangeArrowheads="1" noTextEdit="1"/>
          </p:cNvSpPr>
          <p:nvPr>
            <p:ph type="sldImg"/>
          </p:nvPr>
        </p:nvSpPr>
        <p:spPr>
          <a:xfrm>
            <a:off x="698500" y="452438"/>
            <a:ext cx="5518150" cy="3105150"/>
          </a:xfrm>
          <a:ln w="12700" cap="flat"/>
        </p:spPr>
      </p:sp>
      <p:sp>
        <p:nvSpPr>
          <p:cNvPr id="800771" name="Rectangle 3"/>
          <p:cNvSpPr>
            <a:spLocks noGrp="1" noChangeArrowheads="1"/>
          </p:cNvSpPr>
          <p:nvPr>
            <p:ph type="body" idx="1"/>
          </p:nvPr>
        </p:nvSpPr>
        <p:spPr>
          <a:xfrm>
            <a:off x="930275" y="3790950"/>
            <a:ext cx="5124450" cy="4794250"/>
          </a:xfrm>
          <a:noFill/>
          <a:ln/>
        </p:spPr>
        <p:txBody>
          <a:bodyPr lIns="93590" tIns="46796" rIns="93590" bIns="46796"/>
          <a:lstStyle/>
          <a:p>
            <a:r>
              <a:rPr lang="en-US" altLang="zh-TW" b="1"/>
              <a:t>Purpose:</a:t>
            </a:r>
            <a:r>
              <a:rPr lang="en-US" altLang="zh-TW"/>
              <a:t> </a:t>
            </a:r>
            <a:r>
              <a:rPr lang="en-US" altLang="zh-TW">
                <a:solidFill>
                  <a:srgbClr val="000000"/>
                </a:solidFill>
              </a:rPr>
              <a:t>This figure shows how the router determines an address when subnetting is used.	</a:t>
            </a:r>
            <a:endParaRPr lang="en-US" altLang="zh-TW"/>
          </a:p>
          <a:p>
            <a:pPr>
              <a:lnSpc>
                <a:spcPct val="96000"/>
              </a:lnSpc>
              <a:spcAft>
                <a:spcPts val="600"/>
              </a:spcAft>
            </a:pPr>
            <a:r>
              <a:rPr lang="en-US" altLang="zh-TW" b="1">
                <a:solidFill>
                  <a:srgbClr val="000000"/>
                </a:solidFill>
              </a:rPr>
              <a:t>Emphasize:</a:t>
            </a:r>
            <a:r>
              <a:rPr lang="en-US" altLang="zh-TW">
                <a:solidFill>
                  <a:srgbClr val="000000"/>
                </a:solidFill>
              </a:rPr>
              <a:t> This example is different from the previous example in that the the subnet and host are divided within an octet.	</a:t>
            </a:r>
            <a:endParaRPr lang="en-US" altLang="zh-TW"/>
          </a:p>
          <a:p>
            <a:r>
              <a:rPr lang="en-US" altLang="zh-TW" b="1">
                <a:solidFill>
                  <a:srgbClr val="000000"/>
                </a:solidFill>
              </a:rPr>
              <a:t>Transition:</a:t>
            </a:r>
            <a:r>
              <a:rPr lang="en-US" altLang="zh-TW">
                <a:solidFill>
                  <a:srgbClr val="000000"/>
                </a:solidFill>
              </a:rPr>
              <a:t> An exercise follows that tests the students’ understanding of subnet masks.	</a:t>
            </a:r>
            <a:endParaRPr lang="en-US" altLang="zh-TW"/>
          </a:p>
          <a:p>
            <a:endParaRPr lang="zh-TW" altLang="en-US"/>
          </a:p>
        </p:txBody>
      </p:sp>
    </p:spTree>
    <p:extLst>
      <p:ext uri="{BB962C8B-B14F-4D97-AF65-F5344CB8AC3E}">
        <p14:creationId xmlns:p14="http://schemas.microsoft.com/office/powerpoint/2010/main" val="14827189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154" name="Rectangle 2"/>
          <p:cNvSpPr>
            <a:spLocks noGrp="1" noRot="1" noChangeAspect="1" noChangeArrowheads="1" noTextEdit="1"/>
          </p:cNvSpPr>
          <p:nvPr>
            <p:ph type="sldImg"/>
          </p:nvPr>
        </p:nvSpPr>
        <p:spPr>
          <a:xfrm>
            <a:off x="1400175" y="463550"/>
            <a:ext cx="4125913" cy="3094038"/>
          </a:xfrm>
          <a:ln/>
        </p:spPr>
      </p:sp>
      <p:sp>
        <p:nvSpPr>
          <p:cNvPr id="689155" name="Rectangle 3"/>
          <p:cNvSpPr>
            <a:spLocks noGrp="1" noChangeArrowheads="1"/>
          </p:cNvSpPr>
          <p:nvPr>
            <p:ph type="body" idx="1"/>
          </p:nvPr>
        </p:nvSpPr>
        <p:spPr>
          <a:xfrm>
            <a:off x="930275" y="3790950"/>
            <a:ext cx="5124450" cy="4794250"/>
          </a:xfrm>
        </p:spPr>
        <p:txBody>
          <a:bodyPr lIns="92945" tIns="46472" rIns="92945" bIns="46472"/>
          <a:lstStyle/>
          <a:p>
            <a:r>
              <a:rPr lang="en-US" altLang="zh-TW" b="1"/>
              <a:t>Layer 1 of 2:</a:t>
            </a:r>
            <a:endParaRPr lang="en-US" altLang="zh-TW" b="1">
              <a:solidFill>
                <a:srgbClr val="000000"/>
              </a:solidFill>
            </a:endParaRPr>
          </a:p>
          <a:p>
            <a:pPr>
              <a:lnSpc>
                <a:spcPct val="96000"/>
              </a:lnSpc>
              <a:spcAft>
                <a:spcPts val="600"/>
              </a:spcAft>
            </a:pPr>
            <a:r>
              <a:rPr lang="en-US" altLang="zh-TW" b="1">
                <a:solidFill>
                  <a:srgbClr val="000000"/>
                </a:solidFill>
              </a:rPr>
              <a:t>Purpose:</a:t>
            </a:r>
            <a:r>
              <a:rPr lang="en-US" altLang="zh-TW">
                <a:solidFill>
                  <a:srgbClr val="000000"/>
                </a:solidFill>
              </a:rPr>
              <a:t> This exercise is for the students to take the given IP addresses and associated subnet masks and perform a logical AND to extract the subnet number. Provide time in class and review the answers after the majority of students have finished.</a:t>
            </a:r>
          </a:p>
          <a:p>
            <a:r>
              <a:rPr lang="en-US" altLang="zh-TW">
                <a:solidFill>
                  <a:srgbClr val="000000"/>
                </a:solidFill>
              </a:rPr>
              <a:t>The answers are given in the following figure. 	</a:t>
            </a:r>
            <a:endParaRPr lang="en-US" altLang="zh-TW"/>
          </a:p>
          <a:p>
            <a:endParaRPr lang="en-US" altLang="zh-TW"/>
          </a:p>
        </p:txBody>
      </p:sp>
    </p:spTree>
    <p:extLst>
      <p:ext uri="{BB962C8B-B14F-4D97-AF65-F5344CB8AC3E}">
        <p14:creationId xmlns:p14="http://schemas.microsoft.com/office/powerpoint/2010/main" val="24229983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442" name="Rectangle 2"/>
          <p:cNvSpPr>
            <a:spLocks noGrp="1" noRot="1" noChangeAspect="1" noChangeArrowheads="1" noTextEdit="1"/>
          </p:cNvSpPr>
          <p:nvPr>
            <p:ph type="sldImg"/>
          </p:nvPr>
        </p:nvSpPr>
        <p:spPr>
          <a:xfrm>
            <a:off x="714375" y="463550"/>
            <a:ext cx="5497513" cy="3094038"/>
          </a:xfrm>
          <a:ln/>
        </p:spPr>
      </p:sp>
      <p:sp>
        <p:nvSpPr>
          <p:cNvPr id="701443" name="Rectangle 3"/>
          <p:cNvSpPr>
            <a:spLocks noGrp="1" noChangeArrowheads="1"/>
          </p:cNvSpPr>
          <p:nvPr>
            <p:ph type="body" idx="1"/>
          </p:nvPr>
        </p:nvSpPr>
        <p:spPr>
          <a:xfrm>
            <a:off x="930275" y="3790950"/>
            <a:ext cx="5124450" cy="4794250"/>
          </a:xfrm>
        </p:spPr>
        <p:txBody>
          <a:bodyPr lIns="92945" tIns="46472" rIns="92945" bIns="46472"/>
          <a:lstStyle/>
          <a:p>
            <a:r>
              <a:rPr lang="en-US" altLang="zh-TW" b="1"/>
              <a:t>Layer 2 of 2:</a:t>
            </a:r>
            <a:endParaRPr lang="en-US" altLang="zh-TW"/>
          </a:p>
          <a:p>
            <a:pPr>
              <a:lnSpc>
                <a:spcPct val="96000"/>
              </a:lnSpc>
              <a:spcAft>
                <a:spcPts val="600"/>
              </a:spcAft>
            </a:pPr>
            <a:r>
              <a:rPr lang="en-US" altLang="zh-TW" b="1">
                <a:solidFill>
                  <a:srgbClr val="000000"/>
                </a:solidFill>
              </a:rPr>
              <a:t>Purpose:</a:t>
            </a:r>
            <a:r>
              <a:rPr lang="en-US" altLang="zh-TW">
                <a:solidFill>
                  <a:srgbClr val="000000"/>
                </a:solidFill>
              </a:rPr>
              <a:t> This answers to the exercise are given in the figure.</a:t>
            </a:r>
          </a:p>
          <a:p>
            <a:r>
              <a:rPr lang="en-US" altLang="zh-TW" b="1"/>
              <a:t>Note:</a:t>
            </a:r>
            <a:r>
              <a:rPr lang="en-US" altLang="zh-TW"/>
              <a:t> Students can also find the answers to this exercise in the “Answers” appendix.</a:t>
            </a:r>
          </a:p>
        </p:txBody>
      </p:sp>
    </p:spTree>
    <p:extLst>
      <p:ext uri="{BB962C8B-B14F-4D97-AF65-F5344CB8AC3E}">
        <p14:creationId xmlns:p14="http://schemas.microsoft.com/office/powerpoint/2010/main" val="31869813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5778" name="Rectangle 2"/>
          <p:cNvSpPr>
            <a:spLocks noGrp="1" noRot="1" noChangeAspect="1" noChangeArrowheads="1" noTextEdit="1"/>
          </p:cNvSpPr>
          <p:nvPr>
            <p:ph type="sldImg"/>
          </p:nvPr>
        </p:nvSpPr>
        <p:spPr>
          <a:xfrm>
            <a:off x="714375" y="463550"/>
            <a:ext cx="5497513" cy="3094038"/>
          </a:xfrm>
          <a:ln/>
        </p:spPr>
      </p:sp>
      <p:sp>
        <p:nvSpPr>
          <p:cNvPr id="715779" name="Rectangle 3"/>
          <p:cNvSpPr>
            <a:spLocks noGrp="1" noChangeArrowheads="1"/>
          </p:cNvSpPr>
          <p:nvPr>
            <p:ph type="body" idx="1"/>
          </p:nvPr>
        </p:nvSpPr>
        <p:spPr>
          <a:xfrm>
            <a:off x="930275" y="3635375"/>
            <a:ext cx="5124450" cy="5183188"/>
          </a:xfrm>
        </p:spPr>
        <p:txBody>
          <a:bodyPr lIns="92945" tIns="46472" rIns="92945" bIns="46472"/>
          <a:lstStyle/>
          <a:p>
            <a:pPr>
              <a:lnSpc>
                <a:spcPct val="96000"/>
              </a:lnSpc>
              <a:spcBef>
                <a:spcPts val="200"/>
              </a:spcBef>
              <a:spcAft>
                <a:spcPts val="200"/>
              </a:spcAft>
            </a:pPr>
            <a:r>
              <a:rPr lang="en-US" altLang="zh-TW" b="1">
                <a:solidFill>
                  <a:srgbClr val="000000"/>
                </a:solidFill>
              </a:rPr>
              <a:t>Purpose:</a:t>
            </a:r>
            <a:r>
              <a:rPr lang="en-US" altLang="zh-TW">
                <a:solidFill>
                  <a:srgbClr val="000000"/>
                </a:solidFill>
              </a:rPr>
              <a:t> This figure explains how broadcast addresses work.</a:t>
            </a:r>
          </a:p>
          <a:p>
            <a:pPr>
              <a:lnSpc>
                <a:spcPct val="96000"/>
              </a:lnSpc>
              <a:spcBef>
                <a:spcPts val="200"/>
              </a:spcBef>
              <a:spcAft>
                <a:spcPts val="200"/>
              </a:spcAft>
            </a:pPr>
            <a:r>
              <a:rPr lang="en-US" altLang="zh-TW" b="1">
                <a:solidFill>
                  <a:srgbClr val="000000"/>
                </a:solidFill>
              </a:rPr>
              <a:t>Emphasize:</a:t>
            </a:r>
            <a:r>
              <a:rPr lang="en-US" altLang="zh-TW">
                <a:solidFill>
                  <a:srgbClr val="000000"/>
                </a:solidFill>
              </a:rPr>
              <a:t> A range of addresses is needed to allocate address space. A valid range of addresses is between subnet zero and the directed broadcast.</a:t>
            </a:r>
          </a:p>
          <a:p>
            <a:pPr>
              <a:lnSpc>
                <a:spcPct val="96000"/>
              </a:lnSpc>
              <a:spcBef>
                <a:spcPts val="200"/>
              </a:spcBef>
              <a:spcAft>
                <a:spcPts val="200"/>
              </a:spcAft>
            </a:pPr>
            <a:r>
              <a:rPr lang="en-US" altLang="zh-TW">
                <a:solidFill>
                  <a:srgbClr val="000000"/>
                </a:solidFill>
              </a:rPr>
              <a:t>These RFCs provide more information about broadcasts:</a:t>
            </a:r>
          </a:p>
          <a:p>
            <a:pPr lvl="1">
              <a:lnSpc>
                <a:spcPct val="96000"/>
              </a:lnSpc>
              <a:spcBef>
                <a:spcPts val="200"/>
              </a:spcBef>
              <a:spcAft>
                <a:spcPts val="200"/>
              </a:spcAft>
            </a:pPr>
            <a:r>
              <a:rPr lang="en-US" altLang="zh-TW">
                <a:solidFill>
                  <a:srgbClr val="000000"/>
                </a:solidFill>
              </a:rPr>
              <a:t>RFC 919, </a:t>
            </a:r>
            <a:r>
              <a:rPr lang="en-US" altLang="zh-TW" i="1">
                <a:solidFill>
                  <a:srgbClr val="000000"/>
                </a:solidFill>
              </a:rPr>
              <a:t>Broadcasting Internet Datagrams</a:t>
            </a:r>
          </a:p>
          <a:p>
            <a:pPr lvl="1">
              <a:lnSpc>
                <a:spcPct val="96000"/>
              </a:lnSpc>
              <a:spcBef>
                <a:spcPts val="200"/>
              </a:spcBef>
              <a:spcAft>
                <a:spcPts val="200"/>
              </a:spcAft>
            </a:pPr>
            <a:r>
              <a:rPr lang="en-US" altLang="zh-TW">
                <a:solidFill>
                  <a:srgbClr val="000000"/>
                </a:solidFill>
              </a:rPr>
              <a:t>RFC 922, </a:t>
            </a:r>
            <a:r>
              <a:rPr lang="en-US" altLang="zh-TW" i="1">
                <a:solidFill>
                  <a:srgbClr val="000000"/>
                </a:solidFill>
              </a:rPr>
              <a:t>Broadcasting IP Datagrams in the Presence of Subnets</a:t>
            </a:r>
          </a:p>
          <a:p>
            <a:pPr>
              <a:spcBef>
                <a:spcPts val="200"/>
              </a:spcBef>
              <a:spcAft>
                <a:spcPts val="200"/>
              </a:spcAft>
            </a:pPr>
            <a:r>
              <a:rPr lang="en-US" altLang="zh-TW">
                <a:solidFill>
                  <a:srgbClr val="000000"/>
                </a:solidFill>
              </a:rPr>
              <a:t>Cisco’s support for broadcasts generally complies with these two RFCs. It does not support multisubnet broadcasts that are defined in RFC 922.	</a:t>
            </a:r>
            <a:endParaRPr lang="en-US" altLang="zh-TW"/>
          </a:p>
          <a:p>
            <a:pPr>
              <a:lnSpc>
                <a:spcPct val="96000"/>
              </a:lnSpc>
              <a:spcBef>
                <a:spcPts val="200"/>
              </a:spcBef>
              <a:spcAft>
                <a:spcPts val="200"/>
              </a:spcAft>
            </a:pPr>
            <a:r>
              <a:rPr lang="en-US" altLang="zh-TW">
                <a:solidFill>
                  <a:srgbClr val="000000"/>
                </a:solidFill>
              </a:rPr>
              <a:t>	</a:t>
            </a:r>
            <a:endParaRPr lang="en-US" altLang="zh-TW"/>
          </a:p>
          <a:p>
            <a:pPr>
              <a:spcBef>
                <a:spcPts val="200"/>
              </a:spcBef>
              <a:spcAft>
                <a:spcPts val="200"/>
              </a:spcAft>
            </a:pPr>
            <a:endParaRPr lang="zh-TW" altLang="en-US"/>
          </a:p>
        </p:txBody>
      </p:sp>
    </p:spTree>
    <p:extLst>
      <p:ext uri="{BB962C8B-B14F-4D97-AF65-F5344CB8AC3E}">
        <p14:creationId xmlns:p14="http://schemas.microsoft.com/office/powerpoint/2010/main" val="21261686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5826" name="Rectangle 1026"/>
          <p:cNvSpPr>
            <a:spLocks noGrp="1" noRot="1" noChangeAspect="1" noChangeArrowheads="1" noTextEdit="1"/>
          </p:cNvSpPr>
          <p:nvPr>
            <p:ph type="sldImg"/>
          </p:nvPr>
        </p:nvSpPr>
        <p:spPr>
          <a:xfrm>
            <a:off x="698500" y="452438"/>
            <a:ext cx="5518150" cy="3105150"/>
          </a:xfrm>
          <a:ln w="12700" cap="flat"/>
        </p:spPr>
      </p:sp>
      <p:sp>
        <p:nvSpPr>
          <p:cNvPr id="845827" name="Rectangle 1027"/>
          <p:cNvSpPr>
            <a:spLocks noGrp="1" noChangeArrowheads="1"/>
          </p:cNvSpPr>
          <p:nvPr>
            <p:ph type="body" idx="1"/>
          </p:nvPr>
        </p:nvSpPr>
        <p:spPr>
          <a:xfrm>
            <a:off x="930275" y="3790950"/>
            <a:ext cx="5124450" cy="4794250"/>
          </a:xfrm>
          <a:noFill/>
          <a:ln/>
        </p:spPr>
        <p:txBody>
          <a:bodyPr lIns="93590" tIns="46796" rIns="93590" bIns="46796"/>
          <a:lstStyle/>
          <a:p>
            <a:r>
              <a:rPr lang="en-US" altLang="zh-TW" b="1"/>
              <a:t>Layer 1 of 9:</a:t>
            </a:r>
          </a:p>
          <a:p>
            <a:r>
              <a:rPr lang="en-US" altLang="zh-TW" b="1"/>
              <a:t>Purpose:</a:t>
            </a:r>
            <a:r>
              <a:rPr lang="en-US" altLang="zh-TW"/>
              <a:t> This example summarizes The IP addressing that was covered earlier in this chapter.</a:t>
            </a:r>
          </a:p>
          <a:p>
            <a:r>
              <a:rPr lang="en-US" altLang="zh-TW" b="1"/>
              <a:t>Emphasize:</a:t>
            </a:r>
            <a:endParaRPr lang="en-US" altLang="zh-TW"/>
          </a:p>
          <a:p>
            <a:r>
              <a:rPr lang="en-US" altLang="zh-TW"/>
              <a:t>In layer 1, convert the address to a binary host address.</a:t>
            </a:r>
          </a:p>
          <a:p>
            <a:endParaRPr lang="en-US" altLang="zh-TW"/>
          </a:p>
          <a:p>
            <a:endParaRPr lang="zh-TW" altLang="en-US"/>
          </a:p>
        </p:txBody>
      </p:sp>
    </p:spTree>
    <p:extLst>
      <p:ext uri="{BB962C8B-B14F-4D97-AF65-F5344CB8AC3E}">
        <p14:creationId xmlns:p14="http://schemas.microsoft.com/office/powerpoint/2010/main" val="14764594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3778" name="Rectangle 2"/>
          <p:cNvSpPr>
            <a:spLocks noGrp="1" noRot="1" noChangeAspect="1" noChangeArrowheads="1" noTextEdit="1"/>
          </p:cNvSpPr>
          <p:nvPr>
            <p:ph type="sldImg"/>
          </p:nvPr>
        </p:nvSpPr>
        <p:spPr>
          <a:xfrm>
            <a:off x="698500" y="452438"/>
            <a:ext cx="5518150" cy="3105150"/>
          </a:xfrm>
          <a:ln w="12700" cap="flat"/>
        </p:spPr>
      </p:sp>
      <p:sp>
        <p:nvSpPr>
          <p:cNvPr id="843779" name="Rectangle 3"/>
          <p:cNvSpPr>
            <a:spLocks noGrp="1" noChangeArrowheads="1"/>
          </p:cNvSpPr>
          <p:nvPr>
            <p:ph type="body" idx="1"/>
          </p:nvPr>
        </p:nvSpPr>
        <p:spPr>
          <a:xfrm>
            <a:off x="930275" y="3790950"/>
            <a:ext cx="5124450" cy="4794250"/>
          </a:xfrm>
          <a:noFill/>
          <a:ln/>
        </p:spPr>
        <p:txBody>
          <a:bodyPr lIns="93590" tIns="46796" rIns="93590" bIns="46796"/>
          <a:lstStyle/>
          <a:p>
            <a:r>
              <a:rPr lang="en-US" altLang="zh-TW" b="1"/>
              <a:t>Layer 2 of 9:</a:t>
            </a:r>
            <a:endParaRPr lang="en-US" altLang="zh-TW"/>
          </a:p>
          <a:p>
            <a:r>
              <a:rPr lang="en-US" altLang="zh-TW" b="1"/>
              <a:t>Emphasize:</a:t>
            </a:r>
            <a:r>
              <a:rPr lang="en-US" altLang="zh-TW"/>
              <a:t> In layer 2, write the subnet mask in binary.</a:t>
            </a:r>
          </a:p>
          <a:p>
            <a:endParaRPr lang="zh-TW" altLang="en-US"/>
          </a:p>
        </p:txBody>
      </p:sp>
    </p:spTree>
    <p:extLst>
      <p:ext uri="{BB962C8B-B14F-4D97-AF65-F5344CB8AC3E}">
        <p14:creationId xmlns:p14="http://schemas.microsoft.com/office/powerpoint/2010/main" val="36573406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1730" name="Rectangle 2"/>
          <p:cNvSpPr>
            <a:spLocks noGrp="1" noRot="1" noChangeAspect="1" noChangeArrowheads="1" noTextEdit="1"/>
          </p:cNvSpPr>
          <p:nvPr>
            <p:ph type="sldImg"/>
          </p:nvPr>
        </p:nvSpPr>
        <p:spPr>
          <a:xfrm>
            <a:off x="698500" y="452438"/>
            <a:ext cx="5518150" cy="3105150"/>
          </a:xfrm>
          <a:ln w="12700" cap="flat"/>
        </p:spPr>
      </p:sp>
      <p:sp>
        <p:nvSpPr>
          <p:cNvPr id="841731" name="Rectangle 3"/>
          <p:cNvSpPr>
            <a:spLocks noGrp="1" noChangeArrowheads="1"/>
          </p:cNvSpPr>
          <p:nvPr>
            <p:ph type="body" idx="1"/>
          </p:nvPr>
        </p:nvSpPr>
        <p:spPr>
          <a:xfrm>
            <a:off x="930275" y="3790950"/>
            <a:ext cx="5124450" cy="4794250"/>
          </a:xfrm>
          <a:noFill/>
          <a:ln/>
        </p:spPr>
        <p:txBody>
          <a:bodyPr lIns="93590" tIns="46796" rIns="93590" bIns="46796"/>
          <a:lstStyle/>
          <a:p>
            <a:r>
              <a:rPr lang="en-US" altLang="zh-TW" b="1"/>
              <a:t>Layer 3 of 9:</a:t>
            </a:r>
            <a:endParaRPr lang="en-US" altLang="zh-TW"/>
          </a:p>
          <a:p>
            <a:r>
              <a:rPr lang="en-US" altLang="zh-TW" b="1"/>
              <a:t>Emphasize:</a:t>
            </a:r>
            <a:r>
              <a:rPr lang="en-US" altLang="zh-TW"/>
              <a:t> In layer 3, draw a line after the recursive ones in the subnet mask.</a:t>
            </a:r>
            <a:r>
              <a:rPr lang="en-US" altLang="zh-TW">
                <a:solidFill>
                  <a:srgbClr val="000000"/>
                </a:solidFill>
              </a:rPr>
              <a:t> 	</a:t>
            </a:r>
            <a:endParaRPr lang="en-US" altLang="zh-TW"/>
          </a:p>
          <a:p>
            <a:endParaRPr lang="zh-TW" altLang="en-US"/>
          </a:p>
        </p:txBody>
      </p:sp>
    </p:spTree>
    <p:extLst>
      <p:ext uri="{BB962C8B-B14F-4D97-AF65-F5344CB8AC3E}">
        <p14:creationId xmlns:p14="http://schemas.microsoft.com/office/powerpoint/2010/main" val="1700705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82" name="Rectangle 2"/>
          <p:cNvSpPr>
            <a:spLocks noGrp="1" noRot="1" noChangeAspect="1" noChangeArrowheads="1" noTextEdit="1"/>
          </p:cNvSpPr>
          <p:nvPr>
            <p:ph type="sldImg"/>
          </p:nvPr>
        </p:nvSpPr>
        <p:spPr>
          <a:xfrm>
            <a:off x="698500" y="452438"/>
            <a:ext cx="5518150" cy="3105150"/>
          </a:xfrm>
          <a:ln w="12700" cap="flat"/>
        </p:spPr>
      </p:sp>
      <p:sp>
        <p:nvSpPr>
          <p:cNvPr id="839683" name="Rectangle 3"/>
          <p:cNvSpPr>
            <a:spLocks noGrp="1" noChangeArrowheads="1"/>
          </p:cNvSpPr>
          <p:nvPr>
            <p:ph type="body" idx="1"/>
          </p:nvPr>
        </p:nvSpPr>
        <p:spPr>
          <a:xfrm>
            <a:off x="930275" y="3790950"/>
            <a:ext cx="5124450" cy="4794250"/>
          </a:xfrm>
          <a:noFill/>
          <a:ln/>
        </p:spPr>
        <p:txBody>
          <a:bodyPr lIns="93590" tIns="46796" rIns="93590" bIns="46796"/>
          <a:lstStyle/>
          <a:p>
            <a:r>
              <a:rPr lang="en-US" altLang="zh-TW" b="1"/>
              <a:t>Layer 4 of 9:</a:t>
            </a:r>
            <a:endParaRPr lang="en-US" altLang="zh-TW"/>
          </a:p>
          <a:p>
            <a:r>
              <a:rPr lang="en-US" altLang="zh-TW" b="1"/>
              <a:t>Emphasize:</a:t>
            </a:r>
            <a:r>
              <a:rPr lang="en-US" altLang="zh-TW"/>
              <a:t> In layer 4, fill in zeros beyond the vertical line for the subnet.</a:t>
            </a:r>
          </a:p>
          <a:p>
            <a:endParaRPr lang="zh-TW" altLang="en-US"/>
          </a:p>
        </p:txBody>
      </p:sp>
    </p:spTree>
    <p:extLst>
      <p:ext uri="{BB962C8B-B14F-4D97-AF65-F5344CB8AC3E}">
        <p14:creationId xmlns:p14="http://schemas.microsoft.com/office/powerpoint/2010/main" val="42635122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7634" name="Rectangle 2"/>
          <p:cNvSpPr>
            <a:spLocks noGrp="1" noRot="1" noChangeAspect="1" noChangeArrowheads="1" noTextEdit="1"/>
          </p:cNvSpPr>
          <p:nvPr>
            <p:ph type="sldImg"/>
          </p:nvPr>
        </p:nvSpPr>
        <p:spPr>
          <a:xfrm>
            <a:off x="698500" y="452438"/>
            <a:ext cx="5518150" cy="3105150"/>
          </a:xfrm>
          <a:ln w="12700" cap="flat"/>
        </p:spPr>
      </p:sp>
      <p:sp>
        <p:nvSpPr>
          <p:cNvPr id="837635" name="Rectangle 3"/>
          <p:cNvSpPr>
            <a:spLocks noGrp="1" noChangeArrowheads="1"/>
          </p:cNvSpPr>
          <p:nvPr>
            <p:ph type="body" idx="1"/>
          </p:nvPr>
        </p:nvSpPr>
        <p:spPr>
          <a:xfrm>
            <a:off x="930275" y="3790950"/>
            <a:ext cx="5124450" cy="4794250"/>
          </a:xfrm>
          <a:noFill/>
          <a:ln/>
        </p:spPr>
        <p:txBody>
          <a:bodyPr lIns="93590" tIns="46796" rIns="93590" bIns="46796"/>
          <a:lstStyle/>
          <a:p>
            <a:r>
              <a:rPr lang="en-US" altLang="zh-TW" b="1"/>
              <a:t>Layer 5 of 9:</a:t>
            </a:r>
            <a:endParaRPr lang="en-US" altLang="zh-TW"/>
          </a:p>
          <a:p>
            <a:r>
              <a:rPr lang="en-US" altLang="zh-TW" b="1"/>
              <a:t>Emphasize:</a:t>
            </a:r>
            <a:r>
              <a:rPr lang="en-US" altLang="zh-TW"/>
              <a:t> In layer 5, fill in ones beyond the vertical line for the broadcast address.</a:t>
            </a:r>
            <a:r>
              <a:rPr lang="en-US" altLang="zh-TW">
                <a:solidFill>
                  <a:srgbClr val="000000"/>
                </a:solidFill>
              </a:rPr>
              <a:t> 	</a:t>
            </a:r>
            <a:endParaRPr lang="en-US" altLang="zh-TW"/>
          </a:p>
          <a:p>
            <a:endParaRPr lang="zh-TW" altLang="en-US"/>
          </a:p>
        </p:txBody>
      </p:sp>
    </p:spTree>
    <p:extLst>
      <p:ext uri="{BB962C8B-B14F-4D97-AF65-F5344CB8AC3E}">
        <p14:creationId xmlns:p14="http://schemas.microsoft.com/office/powerpoint/2010/main" val="18195117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5586" name="Rectangle 2"/>
          <p:cNvSpPr>
            <a:spLocks noGrp="1" noRot="1" noChangeAspect="1" noChangeArrowheads="1" noTextEdit="1"/>
          </p:cNvSpPr>
          <p:nvPr>
            <p:ph type="sldImg"/>
          </p:nvPr>
        </p:nvSpPr>
        <p:spPr>
          <a:xfrm>
            <a:off x="698500" y="452438"/>
            <a:ext cx="5518150" cy="3105150"/>
          </a:xfrm>
          <a:ln w="12700" cap="flat"/>
        </p:spPr>
      </p:sp>
      <p:sp>
        <p:nvSpPr>
          <p:cNvPr id="835587" name="Rectangle 3"/>
          <p:cNvSpPr>
            <a:spLocks noGrp="1" noChangeArrowheads="1"/>
          </p:cNvSpPr>
          <p:nvPr>
            <p:ph type="body" idx="1"/>
          </p:nvPr>
        </p:nvSpPr>
        <p:spPr>
          <a:xfrm>
            <a:off x="930275" y="3790950"/>
            <a:ext cx="5124450" cy="4794250"/>
          </a:xfrm>
          <a:noFill/>
          <a:ln/>
        </p:spPr>
        <p:txBody>
          <a:bodyPr lIns="93590" tIns="46796" rIns="93590" bIns="46796"/>
          <a:lstStyle/>
          <a:p>
            <a:r>
              <a:rPr lang="en-US" altLang="zh-TW" b="1"/>
              <a:t>Layer 6 of 9:</a:t>
            </a:r>
            <a:endParaRPr lang="en-US" altLang="zh-TW"/>
          </a:p>
          <a:p>
            <a:r>
              <a:rPr lang="en-US" altLang="zh-TW" b="1"/>
              <a:t>Emphasize:</a:t>
            </a:r>
            <a:r>
              <a:rPr lang="en-US" altLang="zh-TW"/>
              <a:t> In layer 6, fill in 0s beyond the vertical line except for the last bit. Make that bit a 1. This is the first usable host address.</a:t>
            </a:r>
          </a:p>
          <a:p>
            <a:pPr algn="ctr"/>
            <a:endParaRPr lang="en-US" altLang="zh-TW"/>
          </a:p>
          <a:p>
            <a:endParaRPr lang="zh-TW" altLang="en-US"/>
          </a:p>
        </p:txBody>
      </p:sp>
    </p:spTree>
    <p:extLst>
      <p:ext uri="{BB962C8B-B14F-4D97-AF65-F5344CB8AC3E}">
        <p14:creationId xmlns:p14="http://schemas.microsoft.com/office/powerpoint/2010/main" val="26872829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3538" name="Rectangle 2"/>
          <p:cNvSpPr>
            <a:spLocks noGrp="1" noRot="1" noChangeAspect="1" noChangeArrowheads="1" noTextEdit="1"/>
          </p:cNvSpPr>
          <p:nvPr>
            <p:ph type="sldImg"/>
          </p:nvPr>
        </p:nvSpPr>
        <p:spPr>
          <a:xfrm>
            <a:off x="698500" y="452438"/>
            <a:ext cx="5518150" cy="3105150"/>
          </a:xfrm>
          <a:ln w="12700" cap="flat"/>
        </p:spPr>
      </p:sp>
      <p:sp>
        <p:nvSpPr>
          <p:cNvPr id="833539" name="Rectangle 3"/>
          <p:cNvSpPr>
            <a:spLocks noGrp="1" noChangeArrowheads="1"/>
          </p:cNvSpPr>
          <p:nvPr>
            <p:ph type="body" idx="1"/>
          </p:nvPr>
        </p:nvSpPr>
        <p:spPr>
          <a:xfrm>
            <a:off x="930275" y="3790950"/>
            <a:ext cx="5124450" cy="4794250"/>
          </a:xfrm>
          <a:noFill/>
          <a:ln/>
        </p:spPr>
        <p:txBody>
          <a:bodyPr lIns="93590" tIns="46796" rIns="93590" bIns="46796"/>
          <a:lstStyle/>
          <a:p>
            <a:r>
              <a:rPr lang="en-US" altLang="zh-TW" b="1"/>
              <a:t>Layer 7 of 9:</a:t>
            </a:r>
            <a:endParaRPr lang="en-US" altLang="zh-TW"/>
          </a:p>
          <a:p>
            <a:r>
              <a:rPr lang="en-US" altLang="zh-TW" b="1"/>
              <a:t>Emphasize:</a:t>
            </a:r>
            <a:r>
              <a:rPr lang="en-US" altLang="zh-TW"/>
              <a:t> In layer 7, fill in 1s beyond the vertical line except for the last bit. Make that bit a 0. This is the last usable host address.</a:t>
            </a:r>
          </a:p>
          <a:p>
            <a:endParaRPr lang="zh-TW" altLang="en-US"/>
          </a:p>
        </p:txBody>
      </p:sp>
    </p:spTree>
    <p:extLst>
      <p:ext uri="{BB962C8B-B14F-4D97-AF65-F5344CB8AC3E}">
        <p14:creationId xmlns:p14="http://schemas.microsoft.com/office/powerpoint/2010/main" val="35832366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1490" name="Rectangle 1026"/>
          <p:cNvSpPr>
            <a:spLocks noGrp="1" noRot="1" noChangeAspect="1" noChangeArrowheads="1" noTextEdit="1"/>
          </p:cNvSpPr>
          <p:nvPr>
            <p:ph type="sldImg"/>
          </p:nvPr>
        </p:nvSpPr>
        <p:spPr>
          <a:xfrm>
            <a:off x="698500" y="452438"/>
            <a:ext cx="5518150" cy="3105150"/>
          </a:xfrm>
          <a:ln w="12700" cap="flat"/>
        </p:spPr>
      </p:sp>
      <p:sp>
        <p:nvSpPr>
          <p:cNvPr id="831491" name="Rectangle 1027"/>
          <p:cNvSpPr>
            <a:spLocks noGrp="1" noChangeArrowheads="1"/>
          </p:cNvSpPr>
          <p:nvPr>
            <p:ph type="body" idx="1"/>
          </p:nvPr>
        </p:nvSpPr>
        <p:spPr>
          <a:xfrm>
            <a:off x="930275" y="3790950"/>
            <a:ext cx="5124450" cy="4794250"/>
          </a:xfrm>
          <a:noFill/>
          <a:ln/>
        </p:spPr>
        <p:txBody>
          <a:bodyPr lIns="93590" tIns="46796" rIns="93590" bIns="46796"/>
          <a:lstStyle/>
          <a:p>
            <a:r>
              <a:rPr lang="en-US" altLang="zh-TW" b="1"/>
              <a:t>Layer 8 of 9:</a:t>
            </a:r>
            <a:endParaRPr lang="en-US" altLang="zh-TW"/>
          </a:p>
          <a:p>
            <a:r>
              <a:rPr lang="en-US" altLang="zh-TW" b="1"/>
              <a:t>Emphasize:</a:t>
            </a:r>
            <a:r>
              <a:rPr lang="en-US" altLang="zh-TW"/>
              <a:t> In layer 8, copy the binary network and subnetwork address from the top row into the lower rows.</a:t>
            </a:r>
            <a:r>
              <a:rPr lang="en-US" altLang="zh-TW">
                <a:solidFill>
                  <a:srgbClr val="000000"/>
                </a:solidFill>
              </a:rPr>
              <a:t> 	</a:t>
            </a:r>
            <a:endParaRPr lang="en-US" altLang="zh-TW"/>
          </a:p>
          <a:p>
            <a:endParaRPr lang="zh-TW" altLang="en-US"/>
          </a:p>
        </p:txBody>
      </p:sp>
    </p:spTree>
    <p:extLst>
      <p:ext uri="{BB962C8B-B14F-4D97-AF65-F5344CB8AC3E}">
        <p14:creationId xmlns:p14="http://schemas.microsoft.com/office/powerpoint/2010/main" val="27228341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3058" name="Rectangle 2"/>
          <p:cNvSpPr>
            <a:spLocks noGrp="1" noRot="1" noChangeAspect="1" noChangeArrowheads="1" noTextEdit="1"/>
          </p:cNvSpPr>
          <p:nvPr>
            <p:ph type="sldImg"/>
          </p:nvPr>
        </p:nvSpPr>
        <p:spPr>
          <a:xfrm>
            <a:off x="698500" y="452438"/>
            <a:ext cx="5518150" cy="3105150"/>
          </a:xfrm>
          <a:ln w="12700" cap="flat"/>
        </p:spPr>
      </p:sp>
      <p:sp>
        <p:nvSpPr>
          <p:cNvPr id="813059" name="Rectangle 3"/>
          <p:cNvSpPr>
            <a:spLocks noGrp="1" noChangeArrowheads="1"/>
          </p:cNvSpPr>
          <p:nvPr>
            <p:ph type="body" idx="1"/>
          </p:nvPr>
        </p:nvSpPr>
        <p:spPr>
          <a:xfrm>
            <a:off x="930275" y="3790950"/>
            <a:ext cx="5124450" cy="4794250"/>
          </a:xfrm>
          <a:noFill/>
          <a:ln/>
        </p:spPr>
        <p:txBody>
          <a:bodyPr lIns="93590" tIns="46796" rIns="93590" bIns="46796"/>
          <a:lstStyle/>
          <a:p>
            <a:r>
              <a:rPr lang="en-US" altLang="zh-TW" b="1"/>
              <a:t>Layer 9 of 9:</a:t>
            </a:r>
            <a:endParaRPr lang="en-US" altLang="zh-TW"/>
          </a:p>
          <a:p>
            <a:r>
              <a:rPr lang="en-US" altLang="zh-TW" b="1"/>
              <a:t>Emphasize:</a:t>
            </a:r>
            <a:r>
              <a:rPr lang="en-US" altLang="zh-TW"/>
              <a:t> In layer 9, convert binary back to dotted decimal.</a:t>
            </a:r>
          </a:p>
          <a:p>
            <a:endParaRPr lang="zh-TW" altLang="en-US"/>
          </a:p>
        </p:txBody>
      </p:sp>
    </p:spTree>
    <p:extLst>
      <p:ext uri="{BB962C8B-B14F-4D97-AF65-F5344CB8AC3E}">
        <p14:creationId xmlns:p14="http://schemas.microsoft.com/office/powerpoint/2010/main" val="6076506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7586" name="Rectangle 2"/>
          <p:cNvSpPr>
            <a:spLocks noGrp="1" noRot="1" noChangeAspect="1" noChangeArrowheads="1" noTextEdit="1"/>
          </p:cNvSpPr>
          <p:nvPr>
            <p:ph type="sldImg"/>
          </p:nvPr>
        </p:nvSpPr>
        <p:spPr>
          <a:xfrm>
            <a:off x="714375" y="463550"/>
            <a:ext cx="5497513" cy="3094038"/>
          </a:xfrm>
          <a:ln/>
        </p:spPr>
      </p:sp>
      <p:sp>
        <p:nvSpPr>
          <p:cNvPr id="707587" name="Rectangle 3"/>
          <p:cNvSpPr>
            <a:spLocks noGrp="1" noChangeArrowheads="1"/>
          </p:cNvSpPr>
          <p:nvPr>
            <p:ph type="body" idx="1"/>
          </p:nvPr>
        </p:nvSpPr>
        <p:spPr>
          <a:xfrm>
            <a:off x="930275" y="3790950"/>
            <a:ext cx="5124450" cy="4794250"/>
          </a:xfrm>
        </p:spPr>
        <p:txBody>
          <a:bodyPr lIns="92945" tIns="46472" rIns="92945" bIns="46472"/>
          <a:lstStyle/>
          <a:p>
            <a:r>
              <a:rPr lang="en-US" altLang="zh-TW" b="1">
                <a:solidFill>
                  <a:srgbClr val="000000"/>
                </a:solidFill>
              </a:rPr>
              <a:t>Purpose:</a:t>
            </a:r>
            <a:r>
              <a:rPr lang="en-US" altLang="zh-TW">
                <a:solidFill>
                  <a:srgbClr val="000000"/>
                </a:solidFill>
              </a:rPr>
              <a:t> This figure shows an example of a Class B network with a subnet. 	</a:t>
            </a:r>
            <a:endParaRPr lang="en-US" altLang="zh-TW"/>
          </a:p>
          <a:p>
            <a:pPr>
              <a:lnSpc>
                <a:spcPct val="96000"/>
              </a:lnSpc>
              <a:spcAft>
                <a:spcPts val="600"/>
              </a:spcAft>
            </a:pPr>
            <a:r>
              <a:rPr lang="en-US" altLang="zh-TW">
                <a:solidFill>
                  <a:srgbClr val="000000"/>
                </a:solidFill>
              </a:rPr>
              <a:t>	</a:t>
            </a:r>
            <a:endParaRPr lang="en-US" altLang="zh-TW"/>
          </a:p>
          <a:p>
            <a:endParaRPr lang="zh-TW" altLang="en-US"/>
          </a:p>
        </p:txBody>
      </p:sp>
    </p:spTree>
    <p:extLst>
      <p:ext uri="{BB962C8B-B14F-4D97-AF65-F5344CB8AC3E}">
        <p14:creationId xmlns:p14="http://schemas.microsoft.com/office/powerpoint/2010/main" val="349126111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3490" name="Rectangle 2"/>
          <p:cNvSpPr>
            <a:spLocks noGrp="1" noRot="1" noChangeAspect="1" noChangeArrowheads="1" noTextEdit="1"/>
          </p:cNvSpPr>
          <p:nvPr>
            <p:ph type="sldImg"/>
          </p:nvPr>
        </p:nvSpPr>
        <p:spPr>
          <a:xfrm>
            <a:off x="714375" y="463550"/>
            <a:ext cx="5497513" cy="3094038"/>
          </a:xfrm>
          <a:ln/>
        </p:spPr>
      </p:sp>
      <p:sp>
        <p:nvSpPr>
          <p:cNvPr id="703491" name="Rectangle 3"/>
          <p:cNvSpPr>
            <a:spLocks noGrp="1" noChangeArrowheads="1"/>
          </p:cNvSpPr>
          <p:nvPr>
            <p:ph type="body" idx="1"/>
          </p:nvPr>
        </p:nvSpPr>
        <p:spPr>
          <a:xfrm>
            <a:off x="930275" y="3790950"/>
            <a:ext cx="5124450" cy="4794250"/>
          </a:xfrm>
        </p:spPr>
        <p:txBody>
          <a:bodyPr lIns="92945" tIns="46472" rIns="92945" bIns="46472"/>
          <a:lstStyle/>
          <a:p>
            <a:pPr>
              <a:lnSpc>
                <a:spcPct val="90000"/>
              </a:lnSpc>
              <a:spcBef>
                <a:spcPct val="10000"/>
              </a:spcBef>
              <a:spcAft>
                <a:spcPct val="10000"/>
              </a:spcAft>
            </a:pPr>
            <a:r>
              <a:rPr lang="en-US" altLang="zh-TW" b="1"/>
              <a:t>Purpose:</a:t>
            </a:r>
            <a:r>
              <a:rPr lang="en-US" altLang="zh-TW"/>
              <a:t> </a:t>
            </a:r>
            <a:r>
              <a:rPr lang="en-US" altLang="zh-TW">
                <a:solidFill>
                  <a:srgbClr val="000000"/>
                </a:solidFill>
              </a:rPr>
              <a:t>This figure explains how to plan subnet numbers.	</a:t>
            </a:r>
            <a:endParaRPr lang="en-US" altLang="zh-TW"/>
          </a:p>
          <a:p>
            <a:pPr>
              <a:lnSpc>
                <a:spcPct val="96000"/>
              </a:lnSpc>
              <a:spcAft>
                <a:spcPts val="600"/>
              </a:spcAft>
            </a:pPr>
            <a:r>
              <a:rPr lang="en-US" altLang="zh-TW" b="1">
                <a:solidFill>
                  <a:srgbClr val="000000"/>
                </a:solidFill>
              </a:rPr>
              <a:t>Emphasize:</a:t>
            </a:r>
            <a:r>
              <a:rPr lang="en-US" altLang="zh-TW" b="1"/>
              <a:t> </a:t>
            </a:r>
            <a:r>
              <a:rPr lang="en-US" altLang="zh-TW">
                <a:solidFill>
                  <a:srgbClr val="000000"/>
                </a:solidFill>
              </a:rPr>
              <a:t>What if this were a Class B address? How many bits would we have for subnetting then? Where do you want to draw the line now?</a:t>
            </a:r>
          </a:p>
          <a:p>
            <a:pPr>
              <a:lnSpc>
                <a:spcPct val="96000"/>
              </a:lnSpc>
              <a:spcAft>
                <a:spcPts val="600"/>
              </a:spcAft>
            </a:pPr>
            <a:r>
              <a:rPr lang="en-US" altLang="zh-TW">
                <a:solidFill>
                  <a:srgbClr val="000000"/>
                </a:solidFill>
              </a:rPr>
              <a:t>Alternatives to review: Creating the subnet at the octet boundary is easier to work with—more host bits and more subnet bits.</a:t>
            </a:r>
          </a:p>
          <a:p>
            <a:pPr>
              <a:lnSpc>
                <a:spcPct val="96000"/>
              </a:lnSpc>
              <a:spcAft>
                <a:spcPts val="600"/>
              </a:spcAft>
            </a:pPr>
            <a:r>
              <a:rPr lang="en-US" altLang="zh-TW">
                <a:solidFill>
                  <a:srgbClr val="000000"/>
                </a:solidFill>
              </a:rPr>
              <a:t>Explain that the decision is really a guess on how you think your network will grow—will it have more subnets or more hosts?</a:t>
            </a:r>
          </a:p>
          <a:p>
            <a:r>
              <a:rPr lang="en-US" altLang="zh-TW">
                <a:solidFill>
                  <a:srgbClr val="000000"/>
                </a:solidFill>
              </a:rPr>
              <a:t>RFC 1219 Mirroring: Mirroring hedges the subnetting decision by buying time. Do not use mirroring if you intend to use route summarization or variable-length subnet masking (VLSM); they are incompatible with mirroring.	</a:t>
            </a:r>
            <a:endParaRPr lang="en-US" altLang="zh-TW"/>
          </a:p>
          <a:p>
            <a:pPr algn="ctr">
              <a:lnSpc>
                <a:spcPct val="90000"/>
              </a:lnSpc>
              <a:spcBef>
                <a:spcPct val="10000"/>
              </a:spcBef>
              <a:spcAft>
                <a:spcPct val="10000"/>
              </a:spcAft>
            </a:pPr>
            <a:endParaRPr lang="en-US" altLang="zh-TW"/>
          </a:p>
          <a:p>
            <a:pPr algn="ctr"/>
            <a:endParaRPr lang="en-US" altLang="zh-TW"/>
          </a:p>
          <a:p>
            <a:pPr algn="ctr"/>
            <a:endParaRPr lang="zh-TW" altLang="en-US"/>
          </a:p>
        </p:txBody>
      </p:sp>
    </p:spTree>
    <p:extLst>
      <p:ext uri="{BB962C8B-B14F-4D97-AF65-F5344CB8AC3E}">
        <p14:creationId xmlns:p14="http://schemas.microsoft.com/office/powerpoint/2010/main" val="75706642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9634" name="Rectangle 2"/>
          <p:cNvSpPr>
            <a:spLocks noGrp="1" noRot="1" noChangeAspect="1" noChangeArrowheads="1" noTextEdit="1"/>
          </p:cNvSpPr>
          <p:nvPr>
            <p:ph type="sldImg"/>
          </p:nvPr>
        </p:nvSpPr>
        <p:spPr>
          <a:xfrm>
            <a:off x="714375" y="463550"/>
            <a:ext cx="5497513" cy="3094038"/>
          </a:xfrm>
          <a:ln/>
        </p:spPr>
      </p:sp>
      <p:sp>
        <p:nvSpPr>
          <p:cNvPr id="709635" name="Rectangle 3"/>
          <p:cNvSpPr>
            <a:spLocks noGrp="1" noChangeArrowheads="1"/>
          </p:cNvSpPr>
          <p:nvPr>
            <p:ph type="body" idx="1"/>
          </p:nvPr>
        </p:nvSpPr>
        <p:spPr>
          <a:xfrm>
            <a:off x="930275" y="3790950"/>
            <a:ext cx="5124450" cy="4794250"/>
          </a:xfrm>
        </p:spPr>
        <p:txBody>
          <a:bodyPr lIns="92945" tIns="46472" rIns="92945" bIns="46472"/>
          <a:lstStyle/>
          <a:p>
            <a:r>
              <a:rPr lang="en-US" altLang="zh-TW" b="1">
                <a:solidFill>
                  <a:srgbClr val="000000"/>
                </a:solidFill>
              </a:rPr>
              <a:t>Purpose:</a:t>
            </a:r>
            <a:r>
              <a:rPr lang="en-US" altLang="zh-TW">
                <a:solidFill>
                  <a:srgbClr val="000000"/>
                </a:solidFill>
              </a:rPr>
              <a:t> This figure shows an example of a Class C network with a subnet. 	</a:t>
            </a:r>
            <a:endParaRPr lang="en-US" altLang="zh-TW"/>
          </a:p>
          <a:p>
            <a:r>
              <a:rPr lang="en-US" altLang="zh-TW" b="1">
                <a:solidFill>
                  <a:srgbClr val="000000"/>
                </a:solidFill>
              </a:rPr>
              <a:t>Emphasize:</a:t>
            </a:r>
            <a:r>
              <a:rPr lang="en-US" altLang="zh-TW">
                <a:solidFill>
                  <a:srgbClr val="000000"/>
                </a:solidFill>
              </a:rPr>
              <a:t> Contrast the Class C network subnet mask with the previous Class B example.	</a:t>
            </a:r>
            <a:endParaRPr lang="en-US" altLang="zh-TW"/>
          </a:p>
          <a:p>
            <a:endParaRPr lang="zh-TW" altLang="en-US"/>
          </a:p>
        </p:txBody>
      </p:sp>
    </p:spTree>
    <p:extLst>
      <p:ext uri="{BB962C8B-B14F-4D97-AF65-F5344CB8AC3E}">
        <p14:creationId xmlns:p14="http://schemas.microsoft.com/office/powerpoint/2010/main" val="35640155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826" name="Rectangle 2"/>
          <p:cNvSpPr>
            <a:spLocks noGrp="1" noRot="1" noChangeAspect="1" noChangeArrowheads="1" noTextEdit="1"/>
          </p:cNvSpPr>
          <p:nvPr>
            <p:ph type="sldImg"/>
          </p:nvPr>
        </p:nvSpPr>
        <p:spPr>
          <a:xfrm>
            <a:off x="714375" y="463550"/>
            <a:ext cx="5497513" cy="3094038"/>
          </a:xfrm>
          <a:ln/>
        </p:spPr>
      </p:sp>
      <p:sp>
        <p:nvSpPr>
          <p:cNvPr id="717827" name="Rectangle 3"/>
          <p:cNvSpPr>
            <a:spLocks noGrp="1" noChangeArrowheads="1"/>
          </p:cNvSpPr>
          <p:nvPr>
            <p:ph type="body" idx="1"/>
          </p:nvPr>
        </p:nvSpPr>
        <p:spPr>
          <a:xfrm>
            <a:off x="930275" y="3790950"/>
            <a:ext cx="5124450" cy="4794250"/>
          </a:xfrm>
        </p:spPr>
        <p:txBody>
          <a:bodyPr lIns="92945" tIns="46472" rIns="92945" bIns="46472"/>
          <a:lstStyle/>
          <a:p>
            <a:r>
              <a:rPr lang="en-US" altLang="zh-TW" b="1"/>
              <a:t>Layer 1 of 2:</a:t>
            </a:r>
            <a:endParaRPr lang="en-US" altLang="zh-TW"/>
          </a:p>
          <a:p>
            <a:r>
              <a:rPr lang="en-US" altLang="zh-TW" b="1">
                <a:solidFill>
                  <a:srgbClr val="000000"/>
                </a:solidFill>
              </a:rPr>
              <a:t>Purpose:</a:t>
            </a:r>
            <a:r>
              <a:rPr lang="en-US" altLang="zh-TW">
                <a:solidFill>
                  <a:srgbClr val="000000"/>
                </a:solidFill>
              </a:rPr>
              <a:t> Have the students calculate the subnet numbers and the broadcast address for each subnet from the given IP addresses and subnet masks.	</a:t>
            </a:r>
            <a:endParaRPr lang="en-US" altLang="zh-TW"/>
          </a:p>
          <a:p>
            <a:pPr>
              <a:lnSpc>
                <a:spcPct val="96000"/>
              </a:lnSpc>
              <a:spcAft>
                <a:spcPts val="600"/>
              </a:spcAft>
            </a:pPr>
            <a:r>
              <a:rPr lang="en-US" altLang="zh-TW">
                <a:solidFill>
                  <a:srgbClr val="000000"/>
                </a:solidFill>
              </a:rPr>
              <a:t>	</a:t>
            </a:r>
            <a:endParaRPr lang="en-US" altLang="zh-TW"/>
          </a:p>
          <a:p>
            <a:endParaRPr lang="en-US" altLang="zh-TW" sz="900"/>
          </a:p>
          <a:p>
            <a:endParaRPr lang="zh-TW" altLang="en-US"/>
          </a:p>
        </p:txBody>
      </p:sp>
    </p:spTree>
    <p:extLst>
      <p:ext uri="{BB962C8B-B14F-4D97-AF65-F5344CB8AC3E}">
        <p14:creationId xmlns:p14="http://schemas.microsoft.com/office/powerpoint/2010/main" val="177058474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2402" name="Rectangle 3074"/>
          <p:cNvSpPr>
            <a:spLocks noGrp="1" noRot="1" noChangeAspect="1" noChangeArrowheads="1" noTextEdit="1"/>
          </p:cNvSpPr>
          <p:nvPr>
            <p:ph type="sldImg"/>
          </p:nvPr>
        </p:nvSpPr>
        <p:spPr>
          <a:xfrm>
            <a:off x="714375" y="463550"/>
            <a:ext cx="5497513" cy="3094038"/>
          </a:xfrm>
          <a:ln/>
        </p:spPr>
      </p:sp>
      <p:sp>
        <p:nvSpPr>
          <p:cNvPr id="742403" name="Rectangle 3075"/>
          <p:cNvSpPr>
            <a:spLocks noGrp="1" noChangeArrowheads="1"/>
          </p:cNvSpPr>
          <p:nvPr>
            <p:ph type="body" idx="1"/>
          </p:nvPr>
        </p:nvSpPr>
        <p:spPr>
          <a:xfrm>
            <a:off x="930275" y="3790950"/>
            <a:ext cx="5124450" cy="4794250"/>
          </a:xfrm>
        </p:spPr>
        <p:txBody>
          <a:bodyPr lIns="92945" tIns="46472" rIns="92945" bIns="46472"/>
          <a:lstStyle/>
          <a:p>
            <a:r>
              <a:rPr lang="en-US" altLang="zh-TW" b="1"/>
              <a:t>Layer 2 of 2:</a:t>
            </a:r>
            <a:endParaRPr lang="en-US" altLang="zh-TW"/>
          </a:p>
          <a:p>
            <a:pPr>
              <a:lnSpc>
                <a:spcPct val="96000"/>
              </a:lnSpc>
              <a:spcAft>
                <a:spcPts val="600"/>
              </a:spcAft>
            </a:pPr>
            <a:r>
              <a:rPr lang="en-US" altLang="zh-TW" b="1">
                <a:solidFill>
                  <a:srgbClr val="000000"/>
                </a:solidFill>
              </a:rPr>
              <a:t>Purpose:</a:t>
            </a:r>
            <a:r>
              <a:rPr lang="en-US" altLang="zh-TW">
                <a:solidFill>
                  <a:srgbClr val="000000"/>
                </a:solidFill>
              </a:rPr>
              <a:t> This answers to the exercise are given in the figure.</a:t>
            </a:r>
          </a:p>
          <a:p>
            <a:r>
              <a:rPr lang="en-US" altLang="zh-TW" b="1"/>
              <a:t>Note:</a:t>
            </a:r>
            <a:r>
              <a:rPr lang="en-US" altLang="zh-TW"/>
              <a:t> Students can also find the answers to this exercise in the “Answers” appendix.</a:t>
            </a:r>
          </a:p>
          <a:p>
            <a:endParaRPr lang="zh-TW" altLang="en-US"/>
          </a:p>
        </p:txBody>
      </p:sp>
    </p:spTree>
    <p:extLst>
      <p:ext uri="{BB962C8B-B14F-4D97-AF65-F5344CB8AC3E}">
        <p14:creationId xmlns:p14="http://schemas.microsoft.com/office/powerpoint/2010/main" val="160172290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7E0E53F-7739-4DAA-9188-CEEB89455FC2}" type="slidenum">
              <a:rPr lang="en-US" altLang="en-US"/>
              <a:pPr/>
              <a:t>83</a:t>
            </a:fld>
            <a:endParaRPr lang="en-US" altLang="en-US"/>
          </a:p>
        </p:txBody>
      </p:sp>
      <p:sp>
        <p:nvSpPr>
          <p:cNvPr id="184322" name="Rectangle 2"/>
          <p:cNvSpPr>
            <a:spLocks noGrp="1" noRot="1" noChangeAspect="1" noChangeArrowheads="1" noTextEdit="1"/>
          </p:cNvSpPr>
          <p:nvPr>
            <p:ph type="sldImg"/>
          </p:nvPr>
        </p:nvSpPr>
        <p:spPr>
          <a:xfrm>
            <a:off x="11113" y="244475"/>
            <a:ext cx="7046912" cy="3963988"/>
          </a:xfrm>
          <a:ln/>
        </p:spPr>
      </p:sp>
      <p:sp>
        <p:nvSpPr>
          <p:cNvPr id="184323" name="Rectangle 3"/>
          <p:cNvSpPr>
            <a:spLocks noGrp="1" noChangeArrowheads="1"/>
          </p:cNvSpPr>
          <p:nvPr>
            <p:ph type="body" idx="1"/>
          </p:nvPr>
        </p:nvSpPr>
        <p:spPr>
          <a:xfrm>
            <a:off x="404813" y="4348163"/>
            <a:ext cx="6121400" cy="4227512"/>
          </a:xfrm>
        </p:spPr>
        <p:txBody>
          <a:bodyPr lIns="91372" tIns="45686" rIns="91372" bIns="45686"/>
          <a:lstStyle/>
          <a:p>
            <a:endParaRPr lang="en-US" altLang="en-US"/>
          </a:p>
        </p:txBody>
      </p:sp>
    </p:spTree>
    <p:extLst>
      <p:ext uri="{BB962C8B-B14F-4D97-AF65-F5344CB8AC3E}">
        <p14:creationId xmlns:p14="http://schemas.microsoft.com/office/powerpoint/2010/main" val="418817728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2DE1266-48EC-4B05-AA9A-6A1C0140C0F6}" type="slidenum">
              <a:rPr lang="en-US" altLang="en-US"/>
              <a:pPr/>
              <a:t>84</a:t>
            </a:fld>
            <a:endParaRPr lang="en-US" altLang="en-US"/>
          </a:p>
        </p:txBody>
      </p:sp>
      <p:sp>
        <p:nvSpPr>
          <p:cNvPr id="192514" name="Rectangle 2"/>
          <p:cNvSpPr>
            <a:spLocks noGrp="1" noRot="1" noChangeAspect="1" noChangeArrowheads="1" noTextEdit="1"/>
          </p:cNvSpPr>
          <p:nvPr>
            <p:ph type="sldImg"/>
          </p:nvPr>
        </p:nvSpPr>
        <p:spPr>
          <a:xfrm>
            <a:off x="11113" y="244475"/>
            <a:ext cx="7046912" cy="3963988"/>
          </a:xfrm>
          <a:ln/>
        </p:spPr>
      </p:sp>
      <p:sp>
        <p:nvSpPr>
          <p:cNvPr id="192515" name="Rectangle 3"/>
          <p:cNvSpPr>
            <a:spLocks noGrp="1" noChangeArrowheads="1"/>
          </p:cNvSpPr>
          <p:nvPr>
            <p:ph type="body" idx="1"/>
          </p:nvPr>
        </p:nvSpPr>
        <p:spPr>
          <a:xfrm>
            <a:off x="404813" y="4348163"/>
            <a:ext cx="6121400" cy="4227512"/>
          </a:xfrm>
        </p:spPr>
        <p:txBody>
          <a:bodyPr lIns="91372" tIns="45686" rIns="91372" bIns="45686"/>
          <a:lstStyle/>
          <a:p>
            <a:endParaRPr lang="en-US" altLang="en-US"/>
          </a:p>
        </p:txBody>
      </p:sp>
    </p:spTree>
    <p:extLst>
      <p:ext uri="{BB962C8B-B14F-4D97-AF65-F5344CB8AC3E}">
        <p14:creationId xmlns:p14="http://schemas.microsoft.com/office/powerpoint/2010/main" val="423108110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D26AD8C-F4DA-47E5-8AB2-BA5D44090F3E}" type="slidenum">
              <a:rPr lang="en-US" altLang="en-US"/>
              <a:pPr/>
              <a:t>86</a:t>
            </a:fld>
            <a:endParaRPr lang="en-US" altLang="en-US"/>
          </a:p>
        </p:txBody>
      </p:sp>
      <p:sp>
        <p:nvSpPr>
          <p:cNvPr id="190466" name="Rectangle 2"/>
          <p:cNvSpPr>
            <a:spLocks noGrp="1" noRot="1" noChangeAspect="1" noChangeArrowheads="1" noTextEdit="1"/>
          </p:cNvSpPr>
          <p:nvPr>
            <p:ph type="sldImg"/>
          </p:nvPr>
        </p:nvSpPr>
        <p:spPr>
          <a:xfrm>
            <a:off x="11113" y="244475"/>
            <a:ext cx="7046912" cy="3963988"/>
          </a:xfrm>
          <a:ln/>
        </p:spPr>
      </p:sp>
      <p:sp>
        <p:nvSpPr>
          <p:cNvPr id="190467" name="Rectangle 3"/>
          <p:cNvSpPr>
            <a:spLocks noGrp="1" noChangeArrowheads="1"/>
          </p:cNvSpPr>
          <p:nvPr>
            <p:ph type="body" idx="1"/>
          </p:nvPr>
        </p:nvSpPr>
        <p:spPr>
          <a:xfrm>
            <a:off x="404813" y="4348163"/>
            <a:ext cx="6121400" cy="4227512"/>
          </a:xfrm>
        </p:spPr>
        <p:txBody>
          <a:bodyPr lIns="91372" tIns="45686" rIns="91372" bIns="45686"/>
          <a:lstStyle/>
          <a:p>
            <a:endParaRPr lang="en-US" altLang="en-US"/>
          </a:p>
        </p:txBody>
      </p:sp>
    </p:spTree>
    <p:extLst>
      <p:ext uri="{BB962C8B-B14F-4D97-AF65-F5344CB8AC3E}">
        <p14:creationId xmlns:p14="http://schemas.microsoft.com/office/powerpoint/2010/main" val="21487516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296491B-539A-4B4F-9C4E-A8BF27382CED}" type="datetime1">
              <a:rPr lang="en-US" smtClean="0"/>
              <a:t>1/27/2026</a:t>
            </a:fld>
            <a:endParaRPr lang="en-US"/>
          </a:p>
        </p:txBody>
      </p:sp>
      <p:sp>
        <p:nvSpPr>
          <p:cNvPr id="5" name="Footer Placeholder 4"/>
          <p:cNvSpPr>
            <a:spLocks noGrp="1"/>
          </p:cNvSpPr>
          <p:nvPr>
            <p:ph type="ftr" sz="quarter" idx="11"/>
          </p:nvPr>
        </p:nvSpPr>
        <p:spPr/>
        <p:txBody>
          <a:bodyPr/>
          <a:lstStyle/>
          <a:p>
            <a:pPr marL="12700">
              <a:lnSpc>
                <a:spcPts val="1240"/>
              </a:lnSpc>
            </a:pPr>
            <a:r>
              <a:rPr lang="en-US" spc="-10" smtClean="0"/>
              <a:t>Dr.Eng.Mohamed.I.Shujaa</a:t>
            </a:r>
            <a:endParaRPr lang="en-US" spc="-10" dirty="0"/>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47544675"/>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BF70EA8-BA19-44EF-A6C1-0BE4D6FB4AA1}" type="datetime1">
              <a:rPr lang="en-US" smtClean="0"/>
              <a:t>1/27/2026</a:t>
            </a:fld>
            <a:endParaRPr lang="en-US"/>
          </a:p>
        </p:txBody>
      </p:sp>
      <p:sp>
        <p:nvSpPr>
          <p:cNvPr id="5" name="Footer Placeholder 4"/>
          <p:cNvSpPr>
            <a:spLocks noGrp="1"/>
          </p:cNvSpPr>
          <p:nvPr>
            <p:ph type="ftr" sz="quarter" idx="11"/>
          </p:nvPr>
        </p:nvSpPr>
        <p:spPr/>
        <p:txBody>
          <a:bodyPr/>
          <a:lstStyle/>
          <a:p>
            <a:pPr marL="12700">
              <a:lnSpc>
                <a:spcPts val="1240"/>
              </a:lnSpc>
            </a:pPr>
            <a:r>
              <a:rPr lang="en-US" spc="-10" smtClean="0"/>
              <a:t>Dr.Eng.Mohamed.I.Shujaa</a:t>
            </a:r>
            <a:endParaRPr lang="en-US" spc="-10" dirty="0"/>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41551528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296491B-539A-4B4F-9C4E-A8BF27382CED}" type="datetime1">
              <a:rPr lang="en-US" smtClean="0"/>
              <a:t>1/27/2026</a:t>
            </a:fld>
            <a:endParaRPr lang="en-US"/>
          </a:p>
        </p:txBody>
      </p:sp>
      <p:sp>
        <p:nvSpPr>
          <p:cNvPr id="5" name="Footer Placeholder 4"/>
          <p:cNvSpPr>
            <a:spLocks noGrp="1"/>
          </p:cNvSpPr>
          <p:nvPr>
            <p:ph type="ftr" sz="quarter" idx="11"/>
          </p:nvPr>
        </p:nvSpPr>
        <p:spPr/>
        <p:txBody>
          <a:bodyPr/>
          <a:lstStyle/>
          <a:p>
            <a:pPr marL="12700">
              <a:lnSpc>
                <a:spcPts val="1240"/>
              </a:lnSpc>
            </a:pPr>
            <a:r>
              <a:rPr lang="en-US" spc="-10" smtClean="0"/>
              <a:t>Dr.Eng.Mohamed.I.Shujaa</a:t>
            </a:r>
            <a:endParaRPr lang="en-US" spc="-10" dirty="0"/>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166486251"/>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296491B-539A-4B4F-9C4E-A8BF27382CED}" type="datetime1">
              <a:rPr lang="en-US" smtClean="0"/>
              <a:t>1/27/2026</a:t>
            </a:fld>
            <a:endParaRPr lang="en-US"/>
          </a:p>
        </p:txBody>
      </p:sp>
      <p:sp>
        <p:nvSpPr>
          <p:cNvPr id="6" name="Footer Placeholder 5"/>
          <p:cNvSpPr>
            <a:spLocks noGrp="1"/>
          </p:cNvSpPr>
          <p:nvPr>
            <p:ph type="ftr" sz="quarter" idx="11"/>
          </p:nvPr>
        </p:nvSpPr>
        <p:spPr/>
        <p:txBody>
          <a:bodyPr/>
          <a:lstStyle/>
          <a:p>
            <a:pPr marL="12700">
              <a:lnSpc>
                <a:spcPts val="1240"/>
              </a:lnSpc>
            </a:pPr>
            <a:r>
              <a:rPr lang="en-US" spc="-10" smtClean="0"/>
              <a:t>Dr.Eng.Mohamed.I.Shujaa</a:t>
            </a:r>
            <a:endParaRPr lang="en-US" spc="-10" dirty="0"/>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650037978"/>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296491B-539A-4B4F-9C4E-A8BF27382CED}" type="datetime1">
              <a:rPr lang="en-US" smtClean="0"/>
              <a:t>1/27/2026</a:t>
            </a:fld>
            <a:endParaRPr lang="en-US"/>
          </a:p>
        </p:txBody>
      </p:sp>
      <p:sp>
        <p:nvSpPr>
          <p:cNvPr id="8" name="Footer Placeholder 7"/>
          <p:cNvSpPr>
            <a:spLocks noGrp="1"/>
          </p:cNvSpPr>
          <p:nvPr>
            <p:ph type="ftr" sz="quarter" idx="11"/>
          </p:nvPr>
        </p:nvSpPr>
        <p:spPr/>
        <p:txBody>
          <a:bodyPr/>
          <a:lstStyle/>
          <a:p>
            <a:pPr marL="12700">
              <a:lnSpc>
                <a:spcPts val="1240"/>
              </a:lnSpc>
            </a:pPr>
            <a:r>
              <a:rPr lang="en-US" spc="-10" smtClean="0"/>
              <a:t>Dr.Eng.Mohamed.I.Shujaa</a:t>
            </a:r>
            <a:endParaRPr lang="en-US" spc="-10" dirty="0"/>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142420022"/>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03FEB4F-7F92-4E2A-AC7D-2DE96607FA79}" type="datetime1">
              <a:rPr lang="en-US" smtClean="0"/>
              <a:t>1/27/2026</a:t>
            </a:fld>
            <a:endParaRPr lang="en-US"/>
          </a:p>
        </p:txBody>
      </p:sp>
      <p:sp>
        <p:nvSpPr>
          <p:cNvPr id="4" name="Footer Placeholder 3"/>
          <p:cNvSpPr>
            <a:spLocks noGrp="1"/>
          </p:cNvSpPr>
          <p:nvPr>
            <p:ph type="ftr" sz="quarter" idx="11"/>
          </p:nvPr>
        </p:nvSpPr>
        <p:spPr/>
        <p:txBody>
          <a:bodyPr/>
          <a:lstStyle/>
          <a:p>
            <a:pPr marL="12700">
              <a:lnSpc>
                <a:spcPts val="1240"/>
              </a:lnSpc>
            </a:pPr>
            <a:r>
              <a:rPr lang="en-US" spc="-10" smtClean="0"/>
              <a:t>Dr.Eng.Mohamed.I.Shujaa</a:t>
            </a:r>
            <a:endParaRPr lang="en-US" spc="-10" dirty="0"/>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8843021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92CFD5-4F2B-4F73-B46E-296AC5E77C08}" type="datetime1">
              <a:rPr lang="en-US" smtClean="0"/>
              <a:t>1/27/2026</a:t>
            </a:fld>
            <a:endParaRPr lang="en-US"/>
          </a:p>
        </p:txBody>
      </p:sp>
      <p:sp>
        <p:nvSpPr>
          <p:cNvPr id="3" name="Footer Placeholder 2"/>
          <p:cNvSpPr>
            <a:spLocks noGrp="1"/>
          </p:cNvSpPr>
          <p:nvPr>
            <p:ph type="ftr" sz="quarter" idx="11"/>
          </p:nvPr>
        </p:nvSpPr>
        <p:spPr/>
        <p:txBody>
          <a:bodyPr/>
          <a:lstStyle/>
          <a:p>
            <a:pPr marL="12700">
              <a:lnSpc>
                <a:spcPts val="1240"/>
              </a:lnSpc>
            </a:pPr>
            <a:r>
              <a:rPr lang="en-US" spc="-10" smtClean="0"/>
              <a:t>Dr.Eng.Mohamed.I.Shujaa</a:t>
            </a:r>
            <a:endParaRPr lang="en-US" spc="-10" dirty="0"/>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3310552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296491B-539A-4B4F-9C4E-A8BF27382CED}" type="datetime1">
              <a:rPr lang="en-US" smtClean="0"/>
              <a:t>1/27/2026</a:t>
            </a:fld>
            <a:endParaRPr lang="en-US"/>
          </a:p>
        </p:txBody>
      </p:sp>
      <p:sp>
        <p:nvSpPr>
          <p:cNvPr id="6" name="Footer Placeholder 5"/>
          <p:cNvSpPr>
            <a:spLocks noGrp="1"/>
          </p:cNvSpPr>
          <p:nvPr>
            <p:ph type="ftr" sz="quarter" idx="11"/>
          </p:nvPr>
        </p:nvSpPr>
        <p:spPr/>
        <p:txBody>
          <a:bodyPr/>
          <a:lstStyle/>
          <a:p>
            <a:pPr marL="12700">
              <a:lnSpc>
                <a:spcPts val="1240"/>
              </a:lnSpc>
            </a:pPr>
            <a:r>
              <a:rPr lang="en-US" spc="-10" smtClean="0"/>
              <a:t>Dr.Eng.Mohamed.I.Shujaa</a:t>
            </a:r>
            <a:endParaRPr lang="en-US" spc="-10" dirty="0"/>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269956510"/>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296491B-539A-4B4F-9C4E-A8BF27382CED}" type="datetime1">
              <a:rPr lang="en-US" smtClean="0"/>
              <a:t>1/27/2026</a:t>
            </a:fld>
            <a:endParaRPr lang="en-US"/>
          </a:p>
        </p:txBody>
      </p:sp>
      <p:sp>
        <p:nvSpPr>
          <p:cNvPr id="6" name="Footer Placeholder 5"/>
          <p:cNvSpPr>
            <a:spLocks noGrp="1"/>
          </p:cNvSpPr>
          <p:nvPr>
            <p:ph type="ftr" sz="quarter" idx="11"/>
          </p:nvPr>
        </p:nvSpPr>
        <p:spPr/>
        <p:txBody>
          <a:bodyPr/>
          <a:lstStyle/>
          <a:p>
            <a:pPr marL="12700">
              <a:lnSpc>
                <a:spcPts val="1240"/>
              </a:lnSpc>
            </a:pPr>
            <a:r>
              <a:rPr lang="en-US" spc="-10" smtClean="0"/>
              <a:t>Dr.Eng.Mohamed.I.Shujaa</a:t>
            </a:r>
            <a:endParaRPr lang="en-US" spc="-10" dirty="0"/>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345412482"/>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296491B-539A-4B4F-9C4E-A8BF27382CED}" type="datetime1">
              <a:rPr lang="en-US" smtClean="0"/>
              <a:t>1/27/2026</a:t>
            </a:fld>
            <a:endParaRPr lang="en-US"/>
          </a:p>
        </p:txBody>
      </p:sp>
      <p:sp>
        <p:nvSpPr>
          <p:cNvPr id="5" name="Footer Placeholder 4"/>
          <p:cNvSpPr>
            <a:spLocks noGrp="1"/>
          </p:cNvSpPr>
          <p:nvPr>
            <p:ph type="ftr" sz="quarter" idx="11"/>
          </p:nvPr>
        </p:nvSpPr>
        <p:spPr/>
        <p:txBody>
          <a:bodyPr/>
          <a:lstStyle/>
          <a:p>
            <a:pPr marL="12700">
              <a:lnSpc>
                <a:spcPts val="1240"/>
              </a:lnSpc>
            </a:pPr>
            <a:r>
              <a:rPr lang="en-US" spc="-10" smtClean="0"/>
              <a:t>Dr.Eng.Mohamed.I.Shujaa</a:t>
            </a:r>
            <a:endParaRPr lang="en-US" spc="-10" dirty="0"/>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46922660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296491B-539A-4B4F-9C4E-A8BF27382CED}" type="datetime1">
              <a:rPr lang="en-US" smtClean="0"/>
              <a:t>1/27/2026</a:t>
            </a:fld>
            <a:endParaRPr lang="en-US"/>
          </a:p>
        </p:txBody>
      </p:sp>
      <p:sp>
        <p:nvSpPr>
          <p:cNvPr id="5" name="Footer Placeholder 4"/>
          <p:cNvSpPr>
            <a:spLocks noGrp="1"/>
          </p:cNvSpPr>
          <p:nvPr>
            <p:ph type="ftr" sz="quarter" idx="11"/>
          </p:nvPr>
        </p:nvSpPr>
        <p:spPr/>
        <p:txBody>
          <a:bodyPr/>
          <a:lstStyle/>
          <a:p>
            <a:pPr marL="12700">
              <a:lnSpc>
                <a:spcPts val="1240"/>
              </a:lnSpc>
            </a:pPr>
            <a:r>
              <a:rPr lang="en-US" spc="-10" smtClean="0"/>
              <a:t>Dr.Eng.Mohamed.I.Shujaa</a:t>
            </a:r>
            <a:endParaRPr lang="en-US" spc="-10" dirty="0"/>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473581103"/>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1022352" y="236538"/>
            <a:ext cx="10164233"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11717" y="1590675"/>
            <a:ext cx="10962216" cy="2019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11717" y="3762375"/>
            <a:ext cx="10962216" cy="2019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6619417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96491B-539A-4B4F-9C4E-A8BF27382CED}" type="datetime1">
              <a:rPr lang="en-US" smtClean="0"/>
              <a:t>1/27/2026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12700">
              <a:lnSpc>
                <a:spcPts val="1240"/>
              </a:lnSpc>
            </a:pPr>
            <a:r>
              <a:rPr lang="en-US" spc="-10" smtClean="0"/>
              <a:t>Dr.Eng.Mohamed.I.Shujaa</a:t>
            </a:r>
            <a:endParaRPr lang="en-US" spc="-10"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3587332802"/>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4.wm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3.wmf"/></Relationships>
</file>

<file path=ppt/slides/_rels/slide2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3.wmf"/><Relationship Id="rId4" Type="http://schemas.openxmlformats.org/officeDocument/2006/relationships/image" Target="../media/image4.wmf"/></Relationships>
</file>

<file path=ppt/slides/_rels/slide2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4.wmf"/></Relationships>
</file>

<file path=ppt/slides/_rels/slide2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4.w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3.wmf"/></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33.xml"/><Relationship Id="rId1" Type="http://schemas.openxmlformats.org/officeDocument/2006/relationships/slideLayout" Target="../slideLayouts/slideLayout6.xml"/><Relationship Id="rId5" Type="http://schemas.openxmlformats.org/officeDocument/2006/relationships/image" Target="../media/image4.wmf"/><Relationship Id="rId4" Type="http://schemas.openxmlformats.org/officeDocument/2006/relationships/image" Target="../media/image3.wmf"/></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oleObject" Target="../embeddings/oleObject9.bin"/><Relationship Id="rId18" Type="http://schemas.openxmlformats.org/officeDocument/2006/relationships/oleObject" Target="../embeddings/oleObject12.bin"/><Relationship Id="rId3" Type="http://schemas.openxmlformats.org/officeDocument/2006/relationships/oleObject" Target="../embeddings/oleObject1.bin"/><Relationship Id="rId21" Type="http://schemas.openxmlformats.org/officeDocument/2006/relationships/oleObject" Target="../embeddings/oleObject14.bin"/><Relationship Id="rId7" Type="http://schemas.openxmlformats.org/officeDocument/2006/relationships/oleObject" Target="../embeddings/oleObject3.bin"/><Relationship Id="rId12" Type="http://schemas.openxmlformats.org/officeDocument/2006/relationships/oleObject" Target="../embeddings/oleObject8.bin"/><Relationship Id="rId17" Type="http://schemas.openxmlformats.org/officeDocument/2006/relationships/image" Target="../media/image9.wmf"/><Relationship Id="rId2" Type="http://schemas.openxmlformats.org/officeDocument/2006/relationships/slideLayout" Target="../slideLayouts/slideLayout2.xml"/><Relationship Id="rId16" Type="http://schemas.openxmlformats.org/officeDocument/2006/relationships/oleObject" Target="../embeddings/oleObject11.bin"/><Relationship Id="rId20" Type="http://schemas.openxmlformats.org/officeDocument/2006/relationships/oleObject" Target="../embeddings/oleObject13.bin"/><Relationship Id="rId1" Type="http://schemas.openxmlformats.org/officeDocument/2006/relationships/vmlDrawing" Target="../drawings/vmlDrawing1.vml"/><Relationship Id="rId6" Type="http://schemas.openxmlformats.org/officeDocument/2006/relationships/image" Target="../media/image7.wmf"/><Relationship Id="rId11" Type="http://schemas.openxmlformats.org/officeDocument/2006/relationships/oleObject" Target="../embeddings/oleObject7.bin"/><Relationship Id="rId5" Type="http://schemas.openxmlformats.org/officeDocument/2006/relationships/oleObject" Target="../embeddings/oleObject2.bin"/><Relationship Id="rId15" Type="http://schemas.openxmlformats.org/officeDocument/2006/relationships/oleObject" Target="../embeddings/oleObject10.bin"/><Relationship Id="rId10" Type="http://schemas.openxmlformats.org/officeDocument/2006/relationships/oleObject" Target="../embeddings/oleObject6.bin"/><Relationship Id="rId19" Type="http://schemas.openxmlformats.org/officeDocument/2006/relationships/image" Target="../media/image10.wmf"/><Relationship Id="rId4" Type="http://schemas.openxmlformats.org/officeDocument/2006/relationships/image" Target="../media/image6.wmf"/><Relationship Id="rId9" Type="http://schemas.openxmlformats.org/officeDocument/2006/relationships/oleObject" Target="../embeddings/oleObject5.bin"/><Relationship Id="rId14" Type="http://schemas.openxmlformats.org/officeDocument/2006/relationships/image" Target="../media/image8.wmf"/><Relationship Id="rId22" Type="http://schemas.openxmlformats.org/officeDocument/2006/relationships/oleObject" Target="../embeddings/oleObject15.bin"/></Relationships>
</file>

<file path=ppt/slides/_rels/slide5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615282" y="1626369"/>
            <a:ext cx="9205118" cy="843180"/>
          </a:xfrm>
          <a:prstGeom prst="rect">
            <a:avLst/>
          </a:prstGeom>
        </p:spPr>
        <p:txBody>
          <a:bodyPr vert="horz" wrap="square" lIns="0" tIns="12065" rIns="0" bIns="0" rtlCol="0" anchor="ctr">
            <a:spAutoFit/>
          </a:bodyPr>
          <a:lstStyle/>
          <a:p>
            <a:pPr marL="1360170" marR="5080" indent="-1348105" algn="ctr">
              <a:lnSpc>
                <a:spcPct val="100000"/>
              </a:lnSpc>
              <a:spcBef>
                <a:spcPts val="95"/>
              </a:spcBef>
            </a:pPr>
            <a:r>
              <a:rPr lang="en-US" sz="5400" b="1" spc="-15" dirty="0" smtClean="0">
                <a:solidFill>
                  <a:srgbClr val="FF0000"/>
                </a:solidFill>
              </a:rPr>
              <a:t>Module 14 </a:t>
            </a:r>
            <a:r>
              <a:rPr sz="5400" b="1" spc="-15" dirty="0" smtClean="0">
                <a:solidFill>
                  <a:srgbClr val="FF0000"/>
                </a:solidFill>
              </a:rPr>
              <a:t>Network</a:t>
            </a:r>
            <a:r>
              <a:rPr sz="5400" b="1" spc="-70" dirty="0" smtClean="0">
                <a:solidFill>
                  <a:srgbClr val="FF0000"/>
                </a:solidFill>
              </a:rPr>
              <a:t> </a:t>
            </a:r>
            <a:r>
              <a:rPr lang="en-US" sz="5400" b="1" spc="-10" dirty="0">
                <a:solidFill>
                  <a:srgbClr val="FF0000"/>
                </a:solidFill>
              </a:rPr>
              <a:t>S</a:t>
            </a:r>
            <a:r>
              <a:rPr sz="5400" b="1" spc="-10" dirty="0">
                <a:solidFill>
                  <a:srgbClr val="FF0000"/>
                </a:solidFill>
              </a:rPr>
              <a:t>imulation</a:t>
            </a:r>
            <a:endParaRPr sz="5400" b="1" dirty="0">
              <a:solidFill>
                <a:srgbClr val="FF0000"/>
              </a:solidFill>
            </a:endParaRPr>
          </a:p>
        </p:txBody>
      </p:sp>
      <p:sp>
        <p:nvSpPr>
          <p:cNvPr id="6" name="Slide Number Placeholder 5">
            <a:extLst>
              <a:ext uri="{FF2B5EF4-FFF2-40B4-BE49-F238E27FC236}">
                <a16:creationId xmlns:a16="http://schemas.microsoft.com/office/drawing/2014/main" id="{1692E3D1-13B0-528E-CF7B-65FC917AB04A}"/>
              </a:ext>
            </a:extLst>
          </p:cNvPr>
          <p:cNvSpPr>
            <a:spLocks noGrp="1"/>
          </p:cNvSpPr>
          <p:nvPr>
            <p:ph type="sldNum" sz="quarter" idx="12"/>
          </p:nvPr>
        </p:nvSpPr>
        <p:spPr>
          <a:xfrm>
            <a:off x="8516510" y="5995810"/>
            <a:ext cx="2103437" cy="342900"/>
          </a:xfrm>
        </p:spPr>
        <p:txBody>
          <a:bodyPr/>
          <a:lstStyle/>
          <a:p>
            <a:fld id="{B6F15528-21DE-4FAA-801E-634DDDAF4B2B}" type="slidenum">
              <a:rPr lang="en-US" smtClean="0"/>
              <a:t>1</a:t>
            </a:fld>
            <a:endParaRPr lang="en-US"/>
          </a:p>
        </p:txBody>
      </p:sp>
      <p:sp>
        <p:nvSpPr>
          <p:cNvPr id="7" name="object 3"/>
          <p:cNvSpPr txBox="1">
            <a:spLocks/>
          </p:cNvSpPr>
          <p:nvPr/>
        </p:nvSpPr>
        <p:spPr>
          <a:xfrm>
            <a:off x="4847705" y="3048000"/>
            <a:ext cx="5943600" cy="886781"/>
          </a:xfrm>
          <a:prstGeom prst="rect">
            <a:avLst/>
          </a:prstGeom>
        </p:spPr>
        <p:txBody>
          <a:bodyPr vert="horz" wrap="square" lIns="0" tIns="12065" rIns="0" bIns="0" rtlCol="0">
            <a:spAutoFit/>
          </a:bodyPr>
          <a:lstStyle>
            <a:lvl1pPr>
              <a:defRPr sz="3600" b="0" i="0">
                <a:solidFill>
                  <a:schemeClr val="tx1"/>
                </a:solidFill>
                <a:latin typeface="Carlito"/>
                <a:ea typeface="+mj-ea"/>
                <a:cs typeface="Carlito"/>
              </a:defRPr>
            </a:lvl1pPr>
          </a:lstStyle>
          <a:p>
            <a:pPr marL="1360170" marR="5080" indent="-1348105" algn="just">
              <a:spcBef>
                <a:spcPts val="95"/>
              </a:spcBef>
            </a:pPr>
            <a:r>
              <a:rPr lang="en-US" sz="2800" b="1" kern="0" spc="-15" dirty="0" err="1"/>
              <a:t>Subnetting</a:t>
            </a:r>
            <a:r>
              <a:rPr lang="en-US" sz="2800" b="1" kern="0" spc="-15" dirty="0"/>
              <a:t> </a:t>
            </a:r>
          </a:p>
          <a:p>
            <a:pPr marL="1360170" marR="5080" indent="-1348105" algn="just">
              <a:spcBef>
                <a:spcPts val="95"/>
              </a:spcBef>
            </a:pPr>
            <a:r>
              <a:rPr lang="en-US" sz="2800" b="1" kern="0" spc="-15" dirty="0" smtClean="0"/>
              <a:t>VLSM</a:t>
            </a:r>
            <a:endParaRPr lang="en-US" sz="2800" b="1" kern="0" dirty="0"/>
          </a:p>
        </p:txBody>
      </p:sp>
      <p:sp>
        <p:nvSpPr>
          <p:cNvPr id="8" name="object 3"/>
          <p:cNvSpPr txBox="1">
            <a:spLocks/>
          </p:cNvSpPr>
          <p:nvPr/>
        </p:nvSpPr>
        <p:spPr>
          <a:xfrm>
            <a:off x="2667000" y="3048000"/>
            <a:ext cx="2362200" cy="1330492"/>
          </a:xfrm>
          <a:prstGeom prst="rect">
            <a:avLst/>
          </a:prstGeom>
        </p:spPr>
        <p:txBody>
          <a:bodyPr vert="horz" wrap="square" lIns="0" tIns="12065" rIns="0" bIns="0" rtlCol="0">
            <a:spAutoFit/>
          </a:bodyPr>
          <a:lstStyle>
            <a:lvl1pPr>
              <a:defRPr sz="3600" b="0" i="0">
                <a:solidFill>
                  <a:schemeClr val="tx1"/>
                </a:solidFill>
                <a:latin typeface="Carlito"/>
                <a:ea typeface="+mj-ea"/>
                <a:cs typeface="Carlito"/>
              </a:defRPr>
            </a:lvl1pPr>
          </a:lstStyle>
          <a:p>
            <a:pPr marL="1360170" marR="5080" indent="-1348105" algn="just">
              <a:spcBef>
                <a:spcPts val="95"/>
              </a:spcBef>
            </a:pPr>
            <a:r>
              <a:rPr lang="en-US" sz="2800" dirty="0"/>
              <a:t>Module </a:t>
            </a:r>
            <a:r>
              <a:rPr lang="en-US" sz="2800" dirty="0" smtClean="0"/>
              <a:t>14-1</a:t>
            </a:r>
            <a:r>
              <a:rPr lang="en-US" sz="2800" b="1" kern="0" spc="-15" dirty="0" smtClean="0"/>
              <a:t> </a:t>
            </a:r>
            <a:endParaRPr lang="en-US" sz="2800" b="1" kern="0" spc="-15" dirty="0"/>
          </a:p>
          <a:p>
            <a:pPr marL="1360170" marR="5080" indent="-1348105" algn="just">
              <a:spcBef>
                <a:spcPts val="95"/>
              </a:spcBef>
            </a:pPr>
            <a:r>
              <a:rPr lang="en-US" sz="2800" dirty="0" smtClean="0"/>
              <a:t>Module 14-2</a:t>
            </a:r>
            <a:r>
              <a:rPr lang="en-US" sz="2800" b="1" kern="0" spc="-15" dirty="0" smtClean="0"/>
              <a:t> </a:t>
            </a:r>
            <a:endParaRPr lang="en-US" sz="2800" b="1" kern="0" spc="-15" dirty="0"/>
          </a:p>
          <a:p>
            <a:pPr marL="1360170" marR="5080" indent="-1348105" algn="just">
              <a:spcBef>
                <a:spcPts val="95"/>
              </a:spcBef>
            </a:pPr>
            <a:endParaRPr lang="en-US" sz="2800" b="1" kern="0" spc="-15" dirty="0"/>
          </a:p>
        </p:txBody>
      </p:sp>
      <p:sp>
        <p:nvSpPr>
          <p:cNvPr id="14" name="Rectangle 13"/>
          <p:cNvSpPr/>
          <p:nvPr/>
        </p:nvSpPr>
        <p:spPr>
          <a:xfrm>
            <a:off x="8153400" y="5210980"/>
            <a:ext cx="3775310" cy="1569660"/>
          </a:xfrm>
          <a:prstGeom prst="rect">
            <a:avLst/>
          </a:prstGeom>
        </p:spPr>
        <p:txBody>
          <a:bodyPr wrap="square">
            <a:spAutoFit/>
          </a:bodyPr>
          <a:lstStyle/>
          <a:p>
            <a:r>
              <a:rPr lang="en-US" sz="800" dirty="0"/>
              <a:t>https://github.com/siagianp</a:t>
            </a:r>
          </a:p>
          <a:p>
            <a:r>
              <a:rPr lang="en-US" sz="800" dirty="0" smtClean="0"/>
              <a:t>https</a:t>
            </a:r>
            <a:r>
              <a:rPr lang="en-US" sz="800" dirty="0"/>
              <a:t>://www.youtube.com/@AmelOline/videos</a:t>
            </a:r>
          </a:p>
          <a:p>
            <a:r>
              <a:rPr lang="en-US" sz="800" dirty="0" smtClean="0"/>
              <a:t>https</a:t>
            </a:r>
            <a:r>
              <a:rPr lang="en-US" sz="800" dirty="0"/>
              <a:t>://github.com/amelcharolinesgn2/IoT_simulator-mqtt-NodeRed</a:t>
            </a:r>
          </a:p>
          <a:p>
            <a:r>
              <a:rPr lang="en-US" sz="800" dirty="0" smtClean="0"/>
              <a:t>https</a:t>
            </a:r>
            <a:r>
              <a:rPr lang="en-US" sz="800" dirty="0"/>
              <a:t>://github.com/amelcharolinesgn2/Cloud-Infrastructures</a:t>
            </a:r>
          </a:p>
          <a:p>
            <a:r>
              <a:rPr lang="en-US" sz="800" dirty="0" smtClean="0"/>
              <a:t>https</a:t>
            </a:r>
            <a:r>
              <a:rPr lang="en-US" sz="800" dirty="0"/>
              <a:t>://github.com/amelcharolinesgn2/ClouD-Infrastructure-SISKA-2025</a:t>
            </a:r>
          </a:p>
          <a:p>
            <a:r>
              <a:rPr lang="en-US" sz="800" dirty="0" smtClean="0"/>
              <a:t>https</a:t>
            </a:r>
            <a:r>
              <a:rPr lang="en-US" sz="800" dirty="0"/>
              <a:t>://</a:t>
            </a:r>
            <a:r>
              <a:rPr lang="en-US" sz="800" dirty="0" smtClean="0"/>
              <a:t>github.com/amelcharolinesgn2/Gyroscope-Sensor-Data-Accelerometer</a:t>
            </a:r>
            <a:endParaRPr lang="en-US" sz="800" dirty="0"/>
          </a:p>
          <a:p>
            <a:r>
              <a:rPr lang="en-US" sz="800" dirty="0"/>
              <a:t>https://github.com/amelcharolinesgn2/Anjar_T</a:t>
            </a:r>
          </a:p>
          <a:p>
            <a:r>
              <a:rPr lang="en-US" sz="800" dirty="0"/>
              <a:t>https://github.com/amelcharolinesgn2/Anjar_Lab</a:t>
            </a:r>
          </a:p>
          <a:p>
            <a:r>
              <a:rPr lang="en-US" sz="800" dirty="0"/>
              <a:t>https://github.com/amelcharolinesgn2/ANJAR</a:t>
            </a:r>
          </a:p>
          <a:p>
            <a:r>
              <a:rPr lang="en-US" sz="800" dirty="0"/>
              <a:t>https://drive.google.com/drive/folders/1YLs2wBBL3gWKKkh2g9nfVtOajQ7x6Mud</a:t>
            </a:r>
          </a:p>
          <a:p>
            <a:pPr algn="r"/>
            <a:endParaRPr lang="en-US" sz="800" dirty="0"/>
          </a:p>
          <a:p>
            <a:pPr algn="r"/>
            <a:endParaRPr lang="en-US" sz="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re 1"/>
          <p:cNvSpPr>
            <a:spLocks noGrp="1"/>
          </p:cNvSpPr>
          <p:nvPr>
            <p:ph type="title"/>
          </p:nvPr>
        </p:nvSpPr>
        <p:spPr>
          <a:xfrm>
            <a:off x="457200" y="457201"/>
            <a:ext cx="6400800" cy="1143000"/>
          </a:xfrm>
        </p:spPr>
        <p:txBody>
          <a:bodyPr/>
          <a:lstStyle/>
          <a:p>
            <a:pPr algn="l" eaLnBrk="1" hangingPunct="1"/>
            <a:r>
              <a:rPr lang="id-ID" altLang="en-US" dirty="0" smtClean="0"/>
              <a:t>Overview</a:t>
            </a:r>
            <a:endParaRPr lang="fr-CA" altLang="en-US" dirty="0" smtClean="0"/>
          </a:p>
        </p:txBody>
      </p:sp>
      <p:sp>
        <p:nvSpPr>
          <p:cNvPr id="3075" name="Espace réservé du contenu 2"/>
          <p:cNvSpPr>
            <a:spLocks noGrp="1"/>
          </p:cNvSpPr>
          <p:nvPr>
            <p:ph idx="1"/>
          </p:nvPr>
        </p:nvSpPr>
        <p:spPr>
          <a:xfrm>
            <a:off x="1295400" y="1600201"/>
            <a:ext cx="8915400" cy="4525963"/>
          </a:xfrm>
        </p:spPr>
        <p:txBody>
          <a:bodyPr/>
          <a:lstStyle/>
          <a:p>
            <a:pPr eaLnBrk="1" hangingPunct="1"/>
            <a:r>
              <a:rPr lang="id-ID" altLang="en-US" dirty="0" smtClean="0"/>
              <a:t>Background</a:t>
            </a:r>
          </a:p>
          <a:p>
            <a:pPr eaLnBrk="1" hangingPunct="1"/>
            <a:r>
              <a:rPr lang="id-ID" altLang="en-US" dirty="0" smtClean="0"/>
              <a:t>Objective</a:t>
            </a:r>
          </a:p>
          <a:p>
            <a:pPr eaLnBrk="1" hangingPunct="1"/>
            <a:r>
              <a:rPr lang="id-ID" altLang="en-US" dirty="0" smtClean="0"/>
              <a:t>Subnetting</a:t>
            </a:r>
          </a:p>
          <a:p>
            <a:pPr eaLnBrk="1" hangingPunct="1"/>
            <a:r>
              <a:rPr lang="id-ID" altLang="en-US" dirty="0" smtClean="0"/>
              <a:t>Variable Length Subnet Mask</a:t>
            </a:r>
          </a:p>
          <a:p>
            <a:pPr eaLnBrk="1" hangingPunct="1"/>
            <a:r>
              <a:rPr lang="id-ID" altLang="en-US" dirty="0" smtClean="0"/>
              <a:t>Classless Inter-Domain </a:t>
            </a:r>
            <a:r>
              <a:rPr lang="id-ID" altLang="en-US" dirty="0" smtClean="0"/>
              <a:t>Routing</a:t>
            </a:r>
            <a:endParaRPr lang="id-ID" altLang="en-US" dirty="0" smtClean="0"/>
          </a:p>
        </p:txBody>
      </p:sp>
    </p:spTree>
    <p:extLst>
      <p:ext uri="{BB962C8B-B14F-4D97-AF65-F5344CB8AC3E}">
        <p14:creationId xmlns:p14="http://schemas.microsoft.com/office/powerpoint/2010/main" val="121155692"/>
      </p:ext>
    </p:extLst>
  </p:cSld>
  <p:clrMapOvr>
    <a:masterClrMapping/>
  </p:clrMapOvr>
  <p:transition>
    <p:randomBa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re 1"/>
          <p:cNvSpPr>
            <a:spLocks noGrp="1"/>
          </p:cNvSpPr>
          <p:nvPr>
            <p:ph type="title"/>
          </p:nvPr>
        </p:nvSpPr>
        <p:spPr/>
        <p:txBody>
          <a:bodyPr/>
          <a:lstStyle/>
          <a:p>
            <a:pPr eaLnBrk="1" hangingPunct="1"/>
            <a:r>
              <a:rPr lang="id-ID" altLang="en-US" smtClean="0">
                <a:solidFill>
                  <a:schemeClr val="bg1"/>
                </a:solidFill>
              </a:rPr>
              <a:t>Background</a:t>
            </a:r>
            <a:endParaRPr lang="fr-CA" altLang="en-US" smtClean="0">
              <a:solidFill>
                <a:schemeClr val="bg1"/>
              </a:solidFill>
            </a:endParaRPr>
          </a:p>
        </p:txBody>
      </p:sp>
      <p:sp>
        <p:nvSpPr>
          <p:cNvPr id="4099" name="Espace réservé du contenu 2"/>
          <p:cNvSpPr>
            <a:spLocks noGrp="1"/>
          </p:cNvSpPr>
          <p:nvPr>
            <p:ph idx="1"/>
          </p:nvPr>
        </p:nvSpPr>
        <p:spPr>
          <a:xfrm>
            <a:off x="685800" y="609600"/>
            <a:ext cx="11049000" cy="4357688"/>
          </a:xfrm>
        </p:spPr>
        <p:txBody>
          <a:bodyPr>
            <a:normAutofit lnSpcReduction="10000"/>
          </a:bodyPr>
          <a:lstStyle/>
          <a:p>
            <a:pPr eaLnBrk="1" hangingPunct="1"/>
            <a:r>
              <a:rPr lang="id-ID" altLang="en-US" dirty="0" smtClean="0"/>
              <a:t>Many people from Information &amp; Technological background are still not yet understand about subnetting.</a:t>
            </a:r>
          </a:p>
          <a:p>
            <a:pPr eaLnBrk="1" hangingPunct="1"/>
            <a:r>
              <a:rPr lang="id-ID" altLang="en-US" dirty="0" smtClean="0"/>
              <a:t>T</a:t>
            </a:r>
            <a:r>
              <a:rPr lang="en-US" altLang="en-US" dirty="0" smtClean="0"/>
              <a:t>here is an opportunity for </a:t>
            </a:r>
            <a:r>
              <a:rPr lang="id-ID" altLang="en-US" dirty="0" smtClean="0"/>
              <a:t>can be a new learning system in the future.</a:t>
            </a:r>
          </a:p>
          <a:p>
            <a:pPr eaLnBrk="1" hangingPunct="1"/>
            <a:r>
              <a:rPr lang="id-ID" altLang="en-US" dirty="0" smtClean="0"/>
              <a:t>Students still find it difficult to ask questions to the lecturer when they are not in the class having lecturer</a:t>
            </a:r>
            <a:r>
              <a:rPr lang="id-ID" altLang="en-US" dirty="0" smtClean="0"/>
              <a:t>.</a:t>
            </a:r>
            <a:endParaRPr lang="en-US" altLang="en-US" dirty="0" smtClean="0"/>
          </a:p>
          <a:p>
            <a:r>
              <a:rPr lang="id-ID" altLang="en-US" dirty="0"/>
              <a:t>D</a:t>
            </a:r>
            <a:r>
              <a:rPr lang="en-US" altLang="en-US" dirty="0" err="1"/>
              <a:t>esigning</a:t>
            </a:r>
            <a:r>
              <a:rPr lang="en-US" altLang="en-US" dirty="0"/>
              <a:t> and developing a different web-based learning</a:t>
            </a:r>
            <a:r>
              <a:rPr lang="id-ID" altLang="en-US" dirty="0"/>
              <a:t> </a:t>
            </a:r>
            <a:r>
              <a:rPr lang="en-US" altLang="en-US" dirty="0"/>
              <a:t>application as a media for </a:t>
            </a:r>
            <a:r>
              <a:rPr lang="id-ID" altLang="en-US" dirty="0"/>
              <a:t>helping </a:t>
            </a:r>
            <a:r>
              <a:rPr lang="en-US" altLang="en-US" dirty="0"/>
              <a:t>users in learning certain material and in communicating with the application</a:t>
            </a:r>
            <a:r>
              <a:rPr lang="id-ID" altLang="en-US" dirty="0"/>
              <a:t> </a:t>
            </a:r>
            <a:r>
              <a:rPr lang="en-US" altLang="en-US" dirty="0"/>
              <a:t>administrator</a:t>
            </a:r>
            <a:r>
              <a:rPr lang="id-ID" altLang="en-US" dirty="0"/>
              <a:t>.</a:t>
            </a:r>
          </a:p>
          <a:p>
            <a:r>
              <a:rPr lang="id-ID" altLang="en-US" dirty="0"/>
              <a:t>Identify, learn, explore, and implement the method of Variable Length Subnet Mask (VLSM) and Classless Inter-Domain Routing (CIDR).</a:t>
            </a:r>
          </a:p>
          <a:p>
            <a:pPr eaLnBrk="1" hangingPunct="1"/>
            <a:endParaRPr lang="id-ID" altLang="en-US" dirty="0" smtClean="0"/>
          </a:p>
        </p:txBody>
      </p:sp>
    </p:spTree>
    <p:extLst>
      <p:ext uri="{BB962C8B-B14F-4D97-AF65-F5344CB8AC3E}">
        <p14:creationId xmlns:p14="http://schemas.microsoft.com/office/powerpoint/2010/main" val="2208368"/>
      </p:ext>
    </p:extLst>
  </p:cSld>
  <p:clrMapOvr>
    <a:masterClrMapping/>
  </p:clrMapOvr>
  <p:transition>
    <p:randomBa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re 1"/>
          <p:cNvSpPr>
            <a:spLocks noGrp="1"/>
          </p:cNvSpPr>
          <p:nvPr>
            <p:ph type="title"/>
          </p:nvPr>
        </p:nvSpPr>
        <p:spPr/>
        <p:txBody>
          <a:bodyPr/>
          <a:lstStyle/>
          <a:p>
            <a:pPr eaLnBrk="1" hangingPunct="1"/>
            <a:r>
              <a:rPr lang="id-ID" altLang="en-US" smtClean="0">
                <a:solidFill>
                  <a:schemeClr val="bg1"/>
                </a:solidFill>
              </a:rPr>
              <a:t>What is subnetting?</a:t>
            </a:r>
            <a:endParaRPr lang="fr-CA" altLang="en-US" smtClean="0">
              <a:solidFill>
                <a:schemeClr val="bg1"/>
              </a:solidFill>
            </a:endParaRPr>
          </a:p>
        </p:txBody>
      </p:sp>
      <p:sp>
        <p:nvSpPr>
          <p:cNvPr id="3075" name="Espace réservé du contenu 2"/>
          <p:cNvSpPr>
            <a:spLocks noGrp="1"/>
          </p:cNvSpPr>
          <p:nvPr>
            <p:ph idx="1"/>
          </p:nvPr>
        </p:nvSpPr>
        <p:spPr>
          <a:xfrm>
            <a:off x="152400" y="304800"/>
            <a:ext cx="8229600" cy="4357688"/>
          </a:xfrm>
        </p:spPr>
        <p:txBody>
          <a:bodyPr/>
          <a:lstStyle/>
          <a:p>
            <a:pPr eaLnBrk="1" hangingPunct="1"/>
            <a:r>
              <a:rPr lang="id-ID" altLang="en-US" dirty="0" smtClean="0"/>
              <a:t>Technique.</a:t>
            </a:r>
          </a:p>
          <a:p>
            <a:pPr eaLnBrk="1" hangingPunct="1"/>
            <a:r>
              <a:rPr lang="id-ID" altLang="en-US" dirty="0" smtClean="0"/>
              <a:t>One larger network.</a:t>
            </a:r>
          </a:p>
          <a:p>
            <a:pPr eaLnBrk="1" hangingPunct="1"/>
            <a:r>
              <a:rPr lang="id-ID" altLang="en-US" dirty="0" smtClean="0"/>
              <a:t>Smaller network.</a:t>
            </a:r>
          </a:p>
          <a:p>
            <a:pPr eaLnBrk="1" hangingPunct="1"/>
            <a:r>
              <a:rPr lang="id-ID" altLang="en-US" dirty="0" smtClean="0"/>
              <a:t>Same subnet mask.</a:t>
            </a:r>
          </a:p>
          <a:p>
            <a:pPr eaLnBrk="1" hangingPunct="1"/>
            <a:r>
              <a:rPr lang="id-ID" altLang="en-US" dirty="0" smtClean="0"/>
              <a:t>Classful networking.</a:t>
            </a:r>
          </a:p>
        </p:txBody>
      </p:sp>
      <p:sp>
        <p:nvSpPr>
          <p:cNvPr id="4" name="Espace réservé du contenu 2"/>
          <p:cNvSpPr txBox="1">
            <a:spLocks/>
          </p:cNvSpPr>
          <p:nvPr/>
        </p:nvSpPr>
        <p:spPr>
          <a:xfrm>
            <a:off x="3810000" y="3276600"/>
            <a:ext cx="8229600" cy="43576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d-ID" altLang="en-US" dirty="0" smtClean="0"/>
              <a:t>Reduced network traffic.</a:t>
            </a:r>
          </a:p>
          <a:p>
            <a:r>
              <a:rPr lang="id-ID" altLang="en-US" dirty="0" smtClean="0"/>
              <a:t>Optimized network performance.</a:t>
            </a:r>
          </a:p>
          <a:p>
            <a:r>
              <a:rPr lang="id-ID" altLang="en-US" dirty="0" smtClean="0"/>
              <a:t>Simplified management.</a:t>
            </a:r>
          </a:p>
          <a:p>
            <a:r>
              <a:rPr lang="id-ID" altLang="en-US" dirty="0" smtClean="0"/>
              <a:t>Facilitated spanning of large geographical distances.</a:t>
            </a:r>
            <a:endParaRPr lang="id-ID" altLang="en-US" dirty="0" smtClean="0"/>
          </a:p>
        </p:txBody>
      </p:sp>
    </p:spTree>
    <p:extLst>
      <p:ext uri="{BB962C8B-B14F-4D97-AF65-F5344CB8AC3E}">
        <p14:creationId xmlns:p14="http://schemas.microsoft.com/office/powerpoint/2010/main" val="3089078545"/>
      </p:ext>
    </p:extLst>
  </p:cSld>
  <p:clrMapOvr>
    <a:masterClrMapping/>
  </p:clrMapOvr>
  <p:transition>
    <p:randomBa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075">
                                            <p:txEl>
                                              <p:pRg st="0" end="0"/>
                                            </p:txEl>
                                          </p:spTgt>
                                        </p:tgtEl>
                                        <p:attrNameLst>
                                          <p:attrName>style.visibility</p:attrName>
                                        </p:attrNameLst>
                                      </p:cBhvr>
                                      <p:to>
                                        <p:strVal val="visible"/>
                                      </p:to>
                                    </p:set>
                                    <p:animEffect transition="in" filter="box(in)">
                                      <p:cBhvr>
                                        <p:cTn id="7" dur="500"/>
                                        <p:tgtEl>
                                          <p:spTgt spid="3075">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075">
                                            <p:txEl>
                                              <p:pRg st="1" end="1"/>
                                            </p:txEl>
                                          </p:spTgt>
                                        </p:tgtEl>
                                        <p:attrNameLst>
                                          <p:attrName>style.visibility</p:attrName>
                                        </p:attrNameLst>
                                      </p:cBhvr>
                                      <p:to>
                                        <p:strVal val="visible"/>
                                      </p:to>
                                    </p:set>
                                    <p:animEffect transition="in" filter="box(in)">
                                      <p:cBhvr>
                                        <p:cTn id="10" dur="500"/>
                                        <p:tgtEl>
                                          <p:spTgt spid="3075">
                                            <p:txEl>
                                              <p:pRg st="1" end="1"/>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3075">
                                            <p:txEl>
                                              <p:pRg st="2" end="2"/>
                                            </p:txEl>
                                          </p:spTgt>
                                        </p:tgtEl>
                                        <p:attrNameLst>
                                          <p:attrName>style.visibility</p:attrName>
                                        </p:attrNameLst>
                                      </p:cBhvr>
                                      <p:to>
                                        <p:strVal val="visible"/>
                                      </p:to>
                                    </p:set>
                                    <p:animEffect transition="in" filter="box(in)">
                                      <p:cBhvr>
                                        <p:cTn id="13" dur="500"/>
                                        <p:tgtEl>
                                          <p:spTgt spid="3075">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5" presetClass="entr" presetSubtype="10" fill="hold" nodeType="clickEffect">
                                  <p:stCondLst>
                                    <p:cond delay="0"/>
                                  </p:stCondLst>
                                  <p:childTnLst>
                                    <p:set>
                                      <p:cBhvr>
                                        <p:cTn id="17" dur="1" fill="hold">
                                          <p:stCondLst>
                                            <p:cond delay="0"/>
                                          </p:stCondLst>
                                        </p:cTn>
                                        <p:tgtEl>
                                          <p:spTgt spid="3075">
                                            <p:txEl>
                                              <p:pRg st="3" end="3"/>
                                            </p:txEl>
                                          </p:spTgt>
                                        </p:tgtEl>
                                        <p:attrNameLst>
                                          <p:attrName>style.visibility</p:attrName>
                                        </p:attrNameLst>
                                      </p:cBhvr>
                                      <p:to>
                                        <p:strVal val="visible"/>
                                      </p:to>
                                    </p:set>
                                    <p:animEffect transition="in" filter="checkerboard(across)">
                                      <p:cBhvr>
                                        <p:cTn id="18" dur="500"/>
                                        <p:tgtEl>
                                          <p:spTgt spid="3075">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nodeType="clickEffect">
                                  <p:stCondLst>
                                    <p:cond delay="0"/>
                                  </p:stCondLst>
                                  <p:childTnLst>
                                    <p:set>
                                      <p:cBhvr>
                                        <p:cTn id="22" dur="1" fill="hold">
                                          <p:stCondLst>
                                            <p:cond delay="0"/>
                                          </p:stCondLst>
                                        </p:cTn>
                                        <p:tgtEl>
                                          <p:spTgt spid="3075">
                                            <p:txEl>
                                              <p:pRg st="4" end="4"/>
                                            </p:txEl>
                                          </p:spTgt>
                                        </p:tgtEl>
                                        <p:attrNameLst>
                                          <p:attrName>style.visibility</p:attrName>
                                        </p:attrNameLst>
                                      </p:cBhvr>
                                      <p:to>
                                        <p:strVal val="visible"/>
                                      </p:to>
                                    </p:set>
                                    <p:animEffect transition="in" filter="checkerboard(across)">
                                      <p:cBhvr>
                                        <p:cTn id="23" dur="500"/>
                                        <p:tgtEl>
                                          <p:spTgt spid="3075">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4">
                                            <p:txEl>
                                              <p:pRg st="0" end="0"/>
                                            </p:txEl>
                                          </p:spTgt>
                                        </p:tgtEl>
                                        <p:attrNameLst>
                                          <p:attrName>style.visibility</p:attrName>
                                        </p:attrNameLst>
                                      </p:cBhvr>
                                      <p:to>
                                        <p:strVal val="visible"/>
                                      </p:to>
                                    </p:set>
                                    <p:animEffect transition="in" filter="wipe(down)">
                                      <p:cBhvr>
                                        <p:cTn id="28" dur="500"/>
                                        <p:tgtEl>
                                          <p:spTgt spid="4">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4">
                                            <p:txEl>
                                              <p:pRg st="1" end="1"/>
                                            </p:txEl>
                                          </p:spTgt>
                                        </p:tgtEl>
                                        <p:attrNameLst>
                                          <p:attrName>style.visibility</p:attrName>
                                        </p:attrNameLst>
                                      </p:cBhvr>
                                      <p:to>
                                        <p:strVal val="visible"/>
                                      </p:to>
                                    </p:set>
                                    <p:animEffect transition="in" filter="wipe(down)">
                                      <p:cBhvr>
                                        <p:cTn id="33" dur="500"/>
                                        <p:tgtEl>
                                          <p:spTgt spid="4">
                                            <p:txEl>
                                              <p:pRg st="1" end="1"/>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4">
                                            <p:txEl>
                                              <p:pRg st="2" end="2"/>
                                            </p:txEl>
                                          </p:spTgt>
                                        </p:tgtEl>
                                        <p:attrNameLst>
                                          <p:attrName>style.visibility</p:attrName>
                                        </p:attrNameLst>
                                      </p:cBhvr>
                                      <p:to>
                                        <p:strVal val="visible"/>
                                      </p:to>
                                    </p:set>
                                    <p:animEffect transition="in" filter="wipe(down)">
                                      <p:cBhvr>
                                        <p:cTn id="38" dur="500"/>
                                        <p:tgtEl>
                                          <p:spTgt spid="4">
                                            <p:txEl>
                                              <p:pRg st="2" end="2"/>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4">
                                            <p:txEl>
                                              <p:pRg st="3" end="3"/>
                                            </p:txEl>
                                          </p:spTgt>
                                        </p:tgtEl>
                                        <p:attrNameLst>
                                          <p:attrName>style.visibility</p:attrName>
                                        </p:attrNameLst>
                                      </p:cBhvr>
                                      <p:to>
                                        <p:strVal val="visible"/>
                                      </p:to>
                                    </p:set>
                                    <p:animEffect transition="in" filter="wipe(down)">
                                      <p:cBhvr>
                                        <p:cTn id="43"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re 1"/>
          <p:cNvSpPr>
            <a:spLocks noGrp="1"/>
          </p:cNvSpPr>
          <p:nvPr>
            <p:ph type="title"/>
          </p:nvPr>
        </p:nvSpPr>
        <p:spPr>
          <a:xfrm>
            <a:off x="2208213" y="260350"/>
            <a:ext cx="8229600" cy="1143000"/>
          </a:xfrm>
        </p:spPr>
        <p:txBody>
          <a:bodyPr/>
          <a:lstStyle/>
          <a:p>
            <a:pPr eaLnBrk="1" hangingPunct="1"/>
            <a:r>
              <a:rPr lang="id-ID" altLang="en-US" smtClean="0">
                <a:solidFill>
                  <a:schemeClr val="bg1"/>
                </a:solidFill>
              </a:rPr>
              <a:t>How to do subnetting? (1)</a:t>
            </a:r>
            <a:endParaRPr lang="fr-CA" altLang="en-US" smtClean="0">
              <a:solidFill>
                <a:schemeClr val="bg1"/>
              </a:solidFill>
            </a:endParaRPr>
          </a:p>
        </p:txBody>
      </p:sp>
      <p:sp>
        <p:nvSpPr>
          <p:cNvPr id="3075" name="Espace réservé du contenu 2"/>
          <p:cNvSpPr>
            <a:spLocks noGrp="1"/>
          </p:cNvSpPr>
          <p:nvPr>
            <p:ph idx="1"/>
          </p:nvPr>
        </p:nvSpPr>
        <p:spPr>
          <a:xfrm>
            <a:off x="1752600" y="831850"/>
            <a:ext cx="8229600" cy="4357688"/>
          </a:xfrm>
        </p:spPr>
        <p:txBody>
          <a:bodyPr/>
          <a:lstStyle/>
          <a:p>
            <a:pPr eaLnBrk="1" hangingPunct="1"/>
            <a:r>
              <a:rPr lang="id-ID" altLang="en-US" dirty="0" smtClean="0"/>
              <a:t>Find the required subnet mask from biggest hosts number.</a:t>
            </a:r>
          </a:p>
          <a:p>
            <a:pPr lvl="1" eaLnBrk="1" hangingPunct="1">
              <a:buFont typeface="Arial" panose="020B0604020202020204" pitchFamily="34" charset="0"/>
              <a:buNone/>
            </a:pPr>
            <a:r>
              <a:rPr lang="id-ID" altLang="en-US" dirty="0" smtClean="0"/>
              <a:t>	Example :</a:t>
            </a:r>
          </a:p>
          <a:p>
            <a:pPr lvl="1" eaLnBrk="1" hangingPunct="1">
              <a:buFont typeface="Arial" panose="020B0604020202020204" pitchFamily="34" charset="0"/>
              <a:buNone/>
            </a:pPr>
            <a:r>
              <a:rPr lang="id-ID" altLang="en-US" dirty="0" smtClean="0"/>
              <a:t>		Network Address = 192.168.0.0</a:t>
            </a:r>
          </a:p>
          <a:p>
            <a:pPr lvl="1" eaLnBrk="1" hangingPunct="1">
              <a:buFont typeface="Arial" panose="020B0604020202020204" pitchFamily="34" charset="0"/>
              <a:buNone/>
            </a:pPr>
            <a:r>
              <a:rPr lang="id-ID" altLang="en-US" dirty="0" smtClean="0"/>
              <a:t>		Host A = 10</a:t>
            </a:r>
          </a:p>
          <a:p>
            <a:pPr lvl="1" eaLnBrk="1" hangingPunct="1">
              <a:buFont typeface="Arial" panose="020B0604020202020204" pitchFamily="34" charset="0"/>
              <a:buNone/>
            </a:pPr>
            <a:r>
              <a:rPr lang="id-ID" altLang="en-US" dirty="0" smtClean="0"/>
              <a:t>		Host B = </a:t>
            </a:r>
            <a:r>
              <a:rPr lang="id-ID" altLang="en-US" b="1" u="sng" dirty="0" smtClean="0"/>
              <a:t>20</a:t>
            </a:r>
          </a:p>
          <a:p>
            <a:pPr lvl="1" eaLnBrk="1" hangingPunct="1">
              <a:buFont typeface="Arial" panose="020B0604020202020204" pitchFamily="34" charset="0"/>
              <a:buNone/>
            </a:pPr>
            <a:r>
              <a:rPr lang="id-ID" altLang="en-US" dirty="0" smtClean="0"/>
              <a:t>		Host Portion = 2</a:t>
            </a:r>
            <a:r>
              <a:rPr lang="id-ID" altLang="en-US" baseline="30000" dirty="0" smtClean="0"/>
              <a:t>n</a:t>
            </a:r>
            <a:r>
              <a:rPr lang="id-ID" altLang="en-US" dirty="0" smtClean="0"/>
              <a:t> ← </a:t>
            </a:r>
            <a:r>
              <a:rPr lang="id-ID" altLang="en-US" b="1" u="sng" dirty="0" smtClean="0"/>
              <a:t>20</a:t>
            </a:r>
            <a:r>
              <a:rPr lang="id-ID" altLang="en-US" dirty="0" smtClean="0"/>
              <a:t> , n = 5</a:t>
            </a:r>
          </a:p>
          <a:p>
            <a:pPr lvl="1" eaLnBrk="1" hangingPunct="1">
              <a:buFont typeface="Arial" panose="020B0604020202020204" pitchFamily="34" charset="0"/>
              <a:buNone/>
            </a:pPr>
            <a:r>
              <a:rPr lang="id-ID" altLang="en-US" dirty="0" smtClean="0"/>
              <a:t>		Subnet Mask  = 255.255.255.11100000</a:t>
            </a:r>
          </a:p>
          <a:p>
            <a:pPr lvl="1" eaLnBrk="1" hangingPunct="1">
              <a:buFont typeface="Arial" panose="020B0604020202020204" pitchFamily="34" charset="0"/>
              <a:buNone/>
            </a:pPr>
            <a:r>
              <a:rPr lang="id-ID" altLang="en-US" dirty="0" smtClean="0"/>
              <a:t>				      255.255.255.224, /27</a:t>
            </a:r>
          </a:p>
          <a:p>
            <a:pPr eaLnBrk="1" hangingPunct="1"/>
            <a:endParaRPr lang="id-ID" altLang="en-US" dirty="0" smtClean="0"/>
          </a:p>
        </p:txBody>
      </p:sp>
    </p:spTree>
    <p:extLst>
      <p:ext uri="{BB962C8B-B14F-4D97-AF65-F5344CB8AC3E}">
        <p14:creationId xmlns:p14="http://schemas.microsoft.com/office/powerpoint/2010/main" val="1379215260"/>
      </p:ext>
    </p:extLst>
  </p:cSld>
  <p:clrMapOvr>
    <a:masterClrMapping/>
  </p:clrMapOvr>
  <p:transition>
    <p:randomBa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075">
                                            <p:txEl>
                                              <p:pRg st="0" end="0"/>
                                            </p:txEl>
                                          </p:spTgt>
                                        </p:tgtEl>
                                        <p:attrNameLst>
                                          <p:attrName>style.visibility</p:attrName>
                                        </p:attrNameLst>
                                      </p:cBhvr>
                                      <p:to>
                                        <p:strVal val="visible"/>
                                      </p:to>
                                    </p:set>
                                    <p:animEffect transition="in" filter="wipe(down)">
                                      <p:cBhvr>
                                        <p:cTn id="7" dur="500"/>
                                        <p:tgtEl>
                                          <p:spTgt spid="30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075">
                                            <p:txEl>
                                              <p:pRg st="1" end="1"/>
                                            </p:txEl>
                                          </p:spTgt>
                                        </p:tgtEl>
                                        <p:attrNameLst>
                                          <p:attrName>style.visibility</p:attrName>
                                        </p:attrNameLst>
                                      </p:cBhvr>
                                      <p:to>
                                        <p:strVal val="visible"/>
                                      </p:to>
                                    </p:set>
                                    <p:animEffect transition="in" filter="wipe(down)">
                                      <p:cBhvr>
                                        <p:cTn id="12" dur="500"/>
                                        <p:tgtEl>
                                          <p:spTgt spid="3075">
                                            <p:txEl>
                                              <p:pRg st="1" end="1"/>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3075">
                                            <p:txEl>
                                              <p:pRg st="2" end="2"/>
                                            </p:txEl>
                                          </p:spTgt>
                                        </p:tgtEl>
                                        <p:attrNameLst>
                                          <p:attrName>style.visibility</p:attrName>
                                        </p:attrNameLst>
                                      </p:cBhvr>
                                      <p:to>
                                        <p:strVal val="visible"/>
                                      </p:to>
                                    </p:set>
                                    <p:animEffect transition="in" filter="wipe(down)">
                                      <p:cBhvr>
                                        <p:cTn id="15" dur="500"/>
                                        <p:tgtEl>
                                          <p:spTgt spid="3075">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3075">
                                            <p:txEl>
                                              <p:pRg st="3" end="3"/>
                                            </p:txEl>
                                          </p:spTgt>
                                        </p:tgtEl>
                                        <p:attrNameLst>
                                          <p:attrName>style.visibility</p:attrName>
                                        </p:attrNameLst>
                                      </p:cBhvr>
                                      <p:to>
                                        <p:strVal val="visible"/>
                                      </p:to>
                                    </p:set>
                                    <p:animEffect transition="in" filter="wipe(down)">
                                      <p:cBhvr>
                                        <p:cTn id="20" dur="500"/>
                                        <p:tgtEl>
                                          <p:spTgt spid="3075">
                                            <p:txEl>
                                              <p:pRg st="3" end="3"/>
                                            </p:txEl>
                                          </p:spTgt>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3075">
                                            <p:txEl>
                                              <p:pRg st="4" end="4"/>
                                            </p:txEl>
                                          </p:spTgt>
                                        </p:tgtEl>
                                        <p:attrNameLst>
                                          <p:attrName>style.visibility</p:attrName>
                                        </p:attrNameLst>
                                      </p:cBhvr>
                                      <p:to>
                                        <p:strVal val="visible"/>
                                      </p:to>
                                    </p:set>
                                    <p:animEffect transition="in" filter="wipe(down)">
                                      <p:cBhvr>
                                        <p:cTn id="23" dur="500"/>
                                        <p:tgtEl>
                                          <p:spTgt spid="3075">
                                            <p:txEl>
                                              <p:pRg st="4" end="4"/>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3075">
                                            <p:txEl>
                                              <p:pRg st="5" end="5"/>
                                            </p:txEl>
                                          </p:spTgt>
                                        </p:tgtEl>
                                        <p:attrNameLst>
                                          <p:attrName>style.visibility</p:attrName>
                                        </p:attrNameLst>
                                      </p:cBhvr>
                                      <p:to>
                                        <p:strVal val="visible"/>
                                      </p:to>
                                    </p:set>
                                    <p:animEffect transition="in" filter="wipe(down)">
                                      <p:cBhvr>
                                        <p:cTn id="28" dur="500"/>
                                        <p:tgtEl>
                                          <p:spTgt spid="3075">
                                            <p:txEl>
                                              <p:pRg st="5" end="5"/>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3075">
                                            <p:txEl>
                                              <p:pRg st="6" end="6"/>
                                            </p:txEl>
                                          </p:spTgt>
                                        </p:tgtEl>
                                        <p:attrNameLst>
                                          <p:attrName>style.visibility</p:attrName>
                                        </p:attrNameLst>
                                      </p:cBhvr>
                                      <p:to>
                                        <p:strVal val="visible"/>
                                      </p:to>
                                    </p:set>
                                    <p:animEffect transition="in" filter="wipe(down)">
                                      <p:cBhvr>
                                        <p:cTn id="33" dur="500"/>
                                        <p:tgtEl>
                                          <p:spTgt spid="3075">
                                            <p:txEl>
                                              <p:pRg st="6" end="6"/>
                                            </p:txEl>
                                          </p:spTgt>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3075">
                                            <p:txEl>
                                              <p:pRg st="7" end="7"/>
                                            </p:txEl>
                                          </p:spTgt>
                                        </p:tgtEl>
                                        <p:attrNameLst>
                                          <p:attrName>style.visibility</p:attrName>
                                        </p:attrNameLst>
                                      </p:cBhvr>
                                      <p:to>
                                        <p:strVal val="visible"/>
                                      </p:to>
                                    </p:set>
                                    <p:animEffect transition="in" filter="wipe(down)">
                                      <p:cBhvr>
                                        <p:cTn id="36" dur="500"/>
                                        <p:tgtEl>
                                          <p:spTgt spid="307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re 1"/>
          <p:cNvSpPr>
            <a:spLocks noGrp="1"/>
          </p:cNvSpPr>
          <p:nvPr>
            <p:ph type="title"/>
          </p:nvPr>
        </p:nvSpPr>
        <p:spPr>
          <a:xfrm>
            <a:off x="2208213" y="260350"/>
            <a:ext cx="8229600" cy="1143000"/>
          </a:xfrm>
        </p:spPr>
        <p:txBody>
          <a:bodyPr/>
          <a:lstStyle/>
          <a:p>
            <a:pPr eaLnBrk="1" hangingPunct="1"/>
            <a:r>
              <a:rPr lang="id-ID" altLang="en-US" smtClean="0">
                <a:solidFill>
                  <a:schemeClr val="bg1"/>
                </a:solidFill>
              </a:rPr>
              <a:t>How to do subnetting? (2)</a:t>
            </a:r>
            <a:endParaRPr lang="fr-CA" altLang="en-US" smtClean="0">
              <a:solidFill>
                <a:schemeClr val="bg1"/>
              </a:solidFill>
            </a:endParaRPr>
          </a:p>
        </p:txBody>
      </p:sp>
      <p:sp>
        <p:nvSpPr>
          <p:cNvPr id="10243" name="Espace réservé du contenu 2"/>
          <p:cNvSpPr>
            <a:spLocks noGrp="1"/>
          </p:cNvSpPr>
          <p:nvPr>
            <p:ph idx="1"/>
          </p:nvPr>
        </p:nvSpPr>
        <p:spPr>
          <a:xfrm>
            <a:off x="1524000" y="762000"/>
            <a:ext cx="8229600" cy="4357688"/>
          </a:xfrm>
        </p:spPr>
        <p:txBody>
          <a:bodyPr/>
          <a:lstStyle/>
          <a:p>
            <a:pPr eaLnBrk="1" hangingPunct="1"/>
            <a:r>
              <a:rPr lang="id-ID" altLang="en-US" dirty="0" smtClean="0"/>
              <a:t>Find host number per network.</a:t>
            </a:r>
          </a:p>
          <a:p>
            <a:pPr lvl="1" eaLnBrk="1" hangingPunct="1">
              <a:buFont typeface="Arial" panose="020B0604020202020204" pitchFamily="34" charset="0"/>
              <a:buNone/>
            </a:pPr>
            <a:r>
              <a:rPr lang="id-ID" altLang="en-US" dirty="0" smtClean="0"/>
              <a:t>	Example : </a:t>
            </a:r>
          </a:p>
          <a:p>
            <a:pPr lvl="1" eaLnBrk="1" hangingPunct="1">
              <a:buFont typeface="Arial" panose="020B0604020202020204" pitchFamily="34" charset="0"/>
              <a:buNone/>
            </a:pPr>
            <a:r>
              <a:rPr lang="id-ID" altLang="en-US" dirty="0" smtClean="0"/>
              <a:t>		Subnet Mask = 255.255.255.11100000</a:t>
            </a:r>
          </a:p>
          <a:p>
            <a:pPr lvl="1" eaLnBrk="1" hangingPunct="1">
              <a:buFont typeface="Arial" panose="020B0604020202020204" pitchFamily="34" charset="0"/>
              <a:buNone/>
            </a:pPr>
            <a:r>
              <a:rPr lang="id-ID" altLang="en-US" dirty="0" smtClean="0"/>
              <a:t>		Host Number = 2</a:t>
            </a:r>
            <a:r>
              <a:rPr lang="id-ID" altLang="en-US" baseline="30000" dirty="0" smtClean="0"/>
              <a:t>n</a:t>
            </a:r>
            <a:r>
              <a:rPr lang="id-ID" altLang="en-US" dirty="0" smtClean="0"/>
              <a:t>-2, n = Numbers of 0 in binary</a:t>
            </a:r>
          </a:p>
          <a:p>
            <a:pPr lvl="1" eaLnBrk="1" hangingPunct="1">
              <a:buFont typeface="Arial" panose="020B0604020202020204" pitchFamily="34" charset="0"/>
              <a:buNone/>
            </a:pPr>
            <a:r>
              <a:rPr lang="id-ID" altLang="en-US" dirty="0" smtClean="0"/>
              <a:t>		Host Number = 30</a:t>
            </a:r>
          </a:p>
        </p:txBody>
      </p:sp>
    </p:spTree>
    <p:extLst>
      <p:ext uri="{BB962C8B-B14F-4D97-AF65-F5344CB8AC3E}">
        <p14:creationId xmlns:p14="http://schemas.microsoft.com/office/powerpoint/2010/main" val="229113434"/>
      </p:ext>
    </p:extLst>
  </p:cSld>
  <p:clrMapOvr>
    <a:masterClrMapping/>
  </p:clrMapOvr>
  <p:transition>
    <p:randomBa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wipe(down)">
                                      <p:cBhvr>
                                        <p:cTn id="7" dur="500"/>
                                        <p:tgtEl>
                                          <p:spTgt spid="102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0243">
                                            <p:txEl>
                                              <p:pRg st="1" end="1"/>
                                            </p:txEl>
                                          </p:spTgt>
                                        </p:tgtEl>
                                        <p:attrNameLst>
                                          <p:attrName>style.visibility</p:attrName>
                                        </p:attrNameLst>
                                      </p:cBhvr>
                                      <p:to>
                                        <p:strVal val="visible"/>
                                      </p:to>
                                    </p:set>
                                    <p:animEffect transition="in" filter="wipe(down)">
                                      <p:cBhvr>
                                        <p:cTn id="12" dur="500"/>
                                        <p:tgtEl>
                                          <p:spTgt spid="10243">
                                            <p:txEl>
                                              <p:pRg st="1" end="1"/>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10243">
                                            <p:txEl>
                                              <p:pRg st="2" end="2"/>
                                            </p:txEl>
                                          </p:spTgt>
                                        </p:tgtEl>
                                        <p:attrNameLst>
                                          <p:attrName>style.visibility</p:attrName>
                                        </p:attrNameLst>
                                      </p:cBhvr>
                                      <p:to>
                                        <p:strVal val="visible"/>
                                      </p:to>
                                    </p:set>
                                    <p:animEffect transition="in" filter="wipe(down)">
                                      <p:cBhvr>
                                        <p:cTn id="15" dur="500"/>
                                        <p:tgtEl>
                                          <p:spTgt spid="10243">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10243">
                                            <p:txEl>
                                              <p:pRg st="3" end="3"/>
                                            </p:txEl>
                                          </p:spTgt>
                                        </p:tgtEl>
                                        <p:attrNameLst>
                                          <p:attrName>style.visibility</p:attrName>
                                        </p:attrNameLst>
                                      </p:cBhvr>
                                      <p:to>
                                        <p:strVal val="visible"/>
                                      </p:to>
                                    </p:set>
                                    <p:animEffect transition="in" filter="wipe(down)">
                                      <p:cBhvr>
                                        <p:cTn id="20" dur="500"/>
                                        <p:tgtEl>
                                          <p:spTgt spid="10243">
                                            <p:txEl>
                                              <p:pRg st="3" end="3"/>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10243">
                                            <p:txEl>
                                              <p:pRg st="4" end="4"/>
                                            </p:txEl>
                                          </p:spTgt>
                                        </p:tgtEl>
                                        <p:attrNameLst>
                                          <p:attrName>style.visibility</p:attrName>
                                        </p:attrNameLst>
                                      </p:cBhvr>
                                      <p:to>
                                        <p:strVal val="visible"/>
                                      </p:to>
                                    </p:set>
                                    <p:animEffect transition="in" filter="wipe(down)">
                                      <p:cBhvr>
                                        <p:cTn id="25" dur="500"/>
                                        <p:tgtEl>
                                          <p:spTgt spid="1024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re 1"/>
          <p:cNvSpPr>
            <a:spLocks noGrp="1"/>
          </p:cNvSpPr>
          <p:nvPr>
            <p:ph type="title"/>
          </p:nvPr>
        </p:nvSpPr>
        <p:spPr>
          <a:xfrm>
            <a:off x="2208213" y="260350"/>
            <a:ext cx="8229600" cy="1143000"/>
          </a:xfrm>
        </p:spPr>
        <p:txBody>
          <a:bodyPr/>
          <a:lstStyle/>
          <a:p>
            <a:pPr eaLnBrk="1" hangingPunct="1"/>
            <a:r>
              <a:rPr lang="id-ID" altLang="en-US" smtClean="0">
                <a:solidFill>
                  <a:schemeClr val="bg1"/>
                </a:solidFill>
              </a:rPr>
              <a:t>How to do subnetting? (3)</a:t>
            </a:r>
            <a:endParaRPr lang="fr-CA" altLang="en-US" smtClean="0">
              <a:solidFill>
                <a:schemeClr val="bg1"/>
              </a:solidFill>
            </a:endParaRPr>
          </a:p>
        </p:txBody>
      </p:sp>
      <p:sp>
        <p:nvSpPr>
          <p:cNvPr id="11267" name="Espace réservé du contenu 2"/>
          <p:cNvSpPr>
            <a:spLocks noGrp="1"/>
          </p:cNvSpPr>
          <p:nvPr>
            <p:ph idx="1"/>
          </p:nvPr>
        </p:nvSpPr>
        <p:spPr>
          <a:xfrm>
            <a:off x="762000" y="685800"/>
            <a:ext cx="10210800" cy="4357688"/>
          </a:xfrm>
        </p:spPr>
        <p:txBody>
          <a:bodyPr/>
          <a:lstStyle/>
          <a:p>
            <a:pPr eaLnBrk="1" hangingPunct="1"/>
            <a:r>
              <a:rPr lang="id-ID" altLang="en-US" dirty="0" smtClean="0"/>
              <a:t>Calculataion the valid IP address per network.</a:t>
            </a:r>
          </a:p>
          <a:p>
            <a:pPr lvl="1" eaLnBrk="1" hangingPunct="1">
              <a:buFont typeface="Arial" panose="020B0604020202020204" pitchFamily="34" charset="0"/>
              <a:buNone/>
            </a:pPr>
            <a:r>
              <a:rPr lang="id-ID" altLang="en-US" dirty="0" smtClean="0"/>
              <a:t>Example : </a:t>
            </a:r>
          </a:p>
          <a:p>
            <a:pPr lvl="1" eaLnBrk="1" hangingPunct="1">
              <a:buFont typeface="Arial" panose="020B0604020202020204" pitchFamily="34" charset="0"/>
              <a:buNone/>
            </a:pPr>
            <a:r>
              <a:rPr lang="id-ID" altLang="en-US" dirty="0" smtClean="0"/>
              <a:t>	Host A : Network Address = 192.168.0.0/27</a:t>
            </a:r>
          </a:p>
          <a:p>
            <a:pPr lvl="1" eaLnBrk="1" hangingPunct="1">
              <a:buFont typeface="Arial" panose="020B0604020202020204" pitchFamily="34" charset="0"/>
              <a:buNone/>
            </a:pPr>
            <a:r>
              <a:rPr lang="id-ID" altLang="en-US" dirty="0" smtClean="0"/>
              <a:t>			  IP Address = 192.168.0.1 – 192.168.0.30</a:t>
            </a:r>
          </a:p>
          <a:p>
            <a:pPr lvl="1" eaLnBrk="1" hangingPunct="1">
              <a:buFont typeface="Arial" panose="020B0604020202020204" pitchFamily="34" charset="0"/>
              <a:buNone/>
            </a:pPr>
            <a:r>
              <a:rPr lang="id-ID" altLang="en-US" dirty="0" smtClean="0"/>
              <a:t>			  Boardcast Address = 192.168.0.31</a:t>
            </a:r>
          </a:p>
          <a:p>
            <a:pPr lvl="1" eaLnBrk="1" hangingPunct="1">
              <a:buFont typeface="Arial" panose="020B0604020202020204" pitchFamily="34" charset="0"/>
              <a:buNone/>
            </a:pPr>
            <a:r>
              <a:rPr lang="id-ID" altLang="en-US" dirty="0" smtClean="0"/>
              <a:t>	Host B : Network Address = 192.168.0.32/27</a:t>
            </a:r>
          </a:p>
          <a:p>
            <a:pPr lvl="1" eaLnBrk="1" hangingPunct="1">
              <a:buFont typeface="Arial" panose="020B0604020202020204" pitchFamily="34" charset="0"/>
              <a:buNone/>
            </a:pPr>
            <a:r>
              <a:rPr lang="id-ID" altLang="en-US" dirty="0" smtClean="0"/>
              <a:t>			  IP Address = 192.168.0.33 – 192.168.0.62</a:t>
            </a:r>
          </a:p>
          <a:p>
            <a:pPr lvl="1" eaLnBrk="1" hangingPunct="1">
              <a:buFont typeface="Arial" panose="020B0604020202020204" pitchFamily="34" charset="0"/>
              <a:buNone/>
            </a:pPr>
            <a:r>
              <a:rPr lang="id-ID" altLang="en-US" dirty="0" smtClean="0"/>
              <a:t>			  Boardcast Address = 192.168.0.63</a:t>
            </a:r>
          </a:p>
        </p:txBody>
      </p:sp>
    </p:spTree>
    <p:extLst>
      <p:ext uri="{BB962C8B-B14F-4D97-AF65-F5344CB8AC3E}">
        <p14:creationId xmlns:p14="http://schemas.microsoft.com/office/powerpoint/2010/main" val="3312275895"/>
      </p:ext>
    </p:extLst>
  </p:cSld>
  <p:clrMapOvr>
    <a:masterClrMapping/>
  </p:clrMapOvr>
  <p:transition>
    <p:randomBa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Effect transition="in" filter="wipe(down)">
                                      <p:cBhvr>
                                        <p:cTn id="7" dur="500"/>
                                        <p:tgtEl>
                                          <p:spTgt spid="112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1267">
                                            <p:txEl>
                                              <p:pRg st="1" end="1"/>
                                            </p:txEl>
                                          </p:spTgt>
                                        </p:tgtEl>
                                        <p:attrNameLst>
                                          <p:attrName>style.visibility</p:attrName>
                                        </p:attrNameLst>
                                      </p:cBhvr>
                                      <p:to>
                                        <p:strVal val="visible"/>
                                      </p:to>
                                    </p:set>
                                    <p:animEffect transition="in" filter="wipe(down)">
                                      <p:cBhvr>
                                        <p:cTn id="12" dur="500"/>
                                        <p:tgtEl>
                                          <p:spTgt spid="11267">
                                            <p:txEl>
                                              <p:pRg st="1" end="1"/>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11267">
                                            <p:txEl>
                                              <p:pRg st="2" end="2"/>
                                            </p:txEl>
                                          </p:spTgt>
                                        </p:tgtEl>
                                        <p:attrNameLst>
                                          <p:attrName>style.visibility</p:attrName>
                                        </p:attrNameLst>
                                      </p:cBhvr>
                                      <p:to>
                                        <p:strVal val="visible"/>
                                      </p:to>
                                    </p:set>
                                    <p:animEffect transition="in" filter="wipe(down)">
                                      <p:cBhvr>
                                        <p:cTn id="15" dur="500"/>
                                        <p:tgtEl>
                                          <p:spTgt spid="11267">
                                            <p:txEl>
                                              <p:pRg st="2" end="2"/>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1267">
                                            <p:txEl>
                                              <p:pRg st="3" end="3"/>
                                            </p:txEl>
                                          </p:spTgt>
                                        </p:tgtEl>
                                        <p:attrNameLst>
                                          <p:attrName>style.visibility</p:attrName>
                                        </p:attrNameLst>
                                      </p:cBhvr>
                                      <p:to>
                                        <p:strVal val="visible"/>
                                      </p:to>
                                    </p:set>
                                    <p:animEffect transition="in" filter="wipe(down)">
                                      <p:cBhvr>
                                        <p:cTn id="18" dur="500"/>
                                        <p:tgtEl>
                                          <p:spTgt spid="11267">
                                            <p:txEl>
                                              <p:pRg st="3" end="3"/>
                                            </p:txEl>
                                          </p:spTgt>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11267">
                                            <p:txEl>
                                              <p:pRg st="4" end="4"/>
                                            </p:txEl>
                                          </p:spTgt>
                                        </p:tgtEl>
                                        <p:attrNameLst>
                                          <p:attrName>style.visibility</p:attrName>
                                        </p:attrNameLst>
                                      </p:cBhvr>
                                      <p:to>
                                        <p:strVal val="visible"/>
                                      </p:to>
                                    </p:set>
                                    <p:animEffect transition="in" filter="wipe(down)">
                                      <p:cBhvr>
                                        <p:cTn id="21" dur="500"/>
                                        <p:tgtEl>
                                          <p:spTgt spid="11267">
                                            <p:txEl>
                                              <p:pRg st="4" end="4"/>
                                            </p:txEl>
                                          </p:spTgt>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11267">
                                            <p:txEl>
                                              <p:pRg st="5" end="5"/>
                                            </p:txEl>
                                          </p:spTgt>
                                        </p:tgtEl>
                                        <p:attrNameLst>
                                          <p:attrName>style.visibility</p:attrName>
                                        </p:attrNameLst>
                                      </p:cBhvr>
                                      <p:to>
                                        <p:strVal val="visible"/>
                                      </p:to>
                                    </p:set>
                                    <p:animEffect transition="in" filter="wipe(down)">
                                      <p:cBhvr>
                                        <p:cTn id="24" dur="500"/>
                                        <p:tgtEl>
                                          <p:spTgt spid="11267">
                                            <p:txEl>
                                              <p:pRg st="5" end="5"/>
                                            </p:txEl>
                                          </p:spTgt>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1267">
                                            <p:txEl>
                                              <p:pRg st="6" end="6"/>
                                            </p:txEl>
                                          </p:spTgt>
                                        </p:tgtEl>
                                        <p:attrNameLst>
                                          <p:attrName>style.visibility</p:attrName>
                                        </p:attrNameLst>
                                      </p:cBhvr>
                                      <p:to>
                                        <p:strVal val="visible"/>
                                      </p:to>
                                    </p:set>
                                    <p:animEffect transition="in" filter="wipe(down)">
                                      <p:cBhvr>
                                        <p:cTn id="27" dur="500"/>
                                        <p:tgtEl>
                                          <p:spTgt spid="11267">
                                            <p:txEl>
                                              <p:pRg st="6" end="6"/>
                                            </p:txEl>
                                          </p:spTgt>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11267">
                                            <p:txEl>
                                              <p:pRg st="7" end="7"/>
                                            </p:txEl>
                                          </p:spTgt>
                                        </p:tgtEl>
                                        <p:attrNameLst>
                                          <p:attrName>style.visibility</p:attrName>
                                        </p:attrNameLst>
                                      </p:cBhvr>
                                      <p:to>
                                        <p:strVal val="visible"/>
                                      </p:to>
                                    </p:set>
                                    <p:animEffect transition="in" filter="wipe(down)">
                                      <p:cBhvr>
                                        <p:cTn id="30" dur="500"/>
                                        <p:tgtEl>
                                          <p:spTgt spid="1126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re 1"/>
          <p:cNvSpPr>
            <a:spLocks noGrp="1"/>
          </p:cNvSpPr>
          <p:nvPr>
            <p:ph type="title"/>
          </p:nvPr>
        </p:nvSpPr>
        <p:spPr>
          <a:xfrm>
            <a:off x="2208213" y="260350"/>
            <a:ext cx="8229600" cy="1143000"/>
          </a:xfrm>
        </p:spPr>
        <p:txBody>
          <a:bodyPr/>
          <a:lstStyle/>
          <a:p>
            <a:pPr eaLnBrk="1" hangingPunct="1"/>
            <a:r>
              <a:rPr lang="id-ID" altLang="en-US" smtClean="0">
                <a:solidFill>
                  <a:schemeClr val="bg1"/>
                </a:solidFill>
              </a:rPr>
              <a:t>What is VLSM?</a:t>
            </a:r>
            <a:endParaRPr lang="fr-CA" altLang="en-US" smtClean="0">
              <a:solidFill>
                <a:schemeClr val="bg1"/>
              </a:solidFill>
            </a:endParaRPr>
          </a:p>
        </p:txBody>
      </p:sp>
      <p:sp>
        <p:nvSpPr>
          <p:cNvPr id="3075" name="Espace réservé du contenu 2"/>
          <p:cNvSpPr>
            <a:spLocks noGrp="1"/>
          </p:cNvSpPr>
          <p:nvPr>
            <p:ph idx="1"/>
          </p:nvPr>
        </p:nvSpPr>
        <p:spPr>
          <a:xfrm>
            <a:off x="457200" y="533400"/>
            <a:ext cx="8229600" cy="4357688"/>
          </a:xfrm>
        </p:spPr>
        <p:txBody>
          <a:bodyPr/>
          <a:lstStyle/>
          <a:p>
            <a:pPr eaLnBrk="1" hangingPunct="1"/>
            <a:r>
              <a:rPr lang="id-ID" altLang="en-US" dirty="0" smtClean="0"/>
              <a:t>VLSM = Subnetting.</a:t>
            </a:r>
          </a:p>
          <a:p>
            <a:pPr eaLnBrk="1" hangingPunct="1"/>
            <a:r>
              <a:rPr lang="id-ID" altLang="en-US" dirty="0" smtClean="0"/>
              <a:t>Different technique.</a:t>
            </a:r>
          </a:p>
          <a:p>
            <a:pPr eaLnBrk="1" hangingPunct="1"/>
            <a:r>
              <a:rPr lang="id-ID" altLang="en-US" dirty="0" smtClean="0"/>
              <a:t>Different subnet mask.</a:t>
            </a:r>
          </a:p>
          <a:p>
            <a:pPr eaLnBrk="1" hangingPunct="1"/>
            <a:r>
              <a:rPr lang="id-ID" altLang="en-US" dirty="0" smtClean="0"/>
              <a:t>Classless networking.</a:t>
            </a:r>
          </a:p>
        </p:txBody>
      </p:sp>
      <p:sp>
        <p:nvSpPr>
          <p:cNvPr id="4" name="Espace réservé du contenu 2"/>
          <p:cNvSpPr txBox="1">
            <a:spLocks/>
          </p:cNvSpPr>
          <p:nvPr/>
        </p:nvSpPr>
        <p:spPr>
          <a:xfrm>
            <a:off x="3990975" y="2985294"/>
            <a:ext cx="8229600" cy="43576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d-ID" altLang="en-US" smtClean="0"/>
              <a:t>Reduced empty IP Address spaces.</a:t>
            </a:r>
          </a:p>
          <a:p>
            <a:r>
              <a:rPr lang="id-ID" altLang="en-US" smtClean="0"/>
              <a:t>H</a:t>
            </a:r>
            <a:r>
              <a:rPr lang="en-US" altLang="en-US" smtClean="0"/>
              <a:t>ave a backup </a:t>
            </a:r>
            <a:r>
              <a:rPr lang="id-ID" altLang="en-US" smtClean="0"/>
              <a:t>IP A</a:t>
            </a:r>
            <a:r>
              <a:rPr lang="en-US" altLang="en-US" smtClean="0"/>
              <a:t>ddress for future</a:t>
            </a:r>
            <a:r>
              <a:rPr lang="id-ID" altLang="en-US" smtClean="0"/>
              <a:t>.</a:t>
            </a:r>
            <a:endParaRPr lang="en-US" altLang="en-US" smtClean="0"/>
          </a:p>
          <a:p>
            <a:endParaRPr lang="id-ID" altLang="en-US" dirty="0" smtClean="0"/>
          </a:p>
        </p:txBody>
      </p:sp>
    </p:spTree>
    <p:extLst>
      <p:ext uri="{BB962C8B-B14F-4D97-AF65-F5344CB8AC3E}">
        <p14:creationId xmlns:p14="http://schemas.microsoft.com/office/powerpoint/2010/main" val="476767664"/>
      </p:ext>
    </p:extLst>
  </p:cSld>
  <p:clrMapOvr>
    <a:masterClrMapping/>
  </p:clrMapOvr>
  <p:transition advClick="0">
    <p:randomBa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75">
                                            <p:txEl>
                                              <p:pRg st="0" end="0"/>
                                            </p:txEl>
                                          </p:spTgt>
                                        </p:tgtEl>
                                        <p:attrNameLst>
                                          <p:attrName>style.visibility</p:attrName>
                                        </p:attrNameLst>
                                      </p:cBhvr>
                                      <p:to>
                                        <p:strVal val="visible"/>
                                      </p:to>
                                    </p:set>
                                    <p:animEffect transition="in" filter="fade">
                                      <p:cBhvr>
                                        <p:cTn id="7" dur="2000"/>
                                        <p:tgtEl>
                                          <p:spTgt spid="30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075">
                                            <p:txEl>
                                              <p:pRg st="1" end="1"/>
                                            </p:txEl>
                                          </p:spTgt>
                                        </p:tgtEl>
                                        <p:attrNameLst>
                                          <p:attrName>style.visibility</p:attrName>
                                        </p:attrNameLst>
                                      </p:cBhvr>
                                      <p:to>
                                        <p:strVal val="visible"/>
                                      </p:to>
                                    </p:set>
                                    <p:animEffect transition="in" filter="fade">
                                      <p:cBhvr>
                                        <p:cTn id="12" dur="2000"/>
                                        <p:tgtEl>
                                          <p:spTgt spid="307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075">
                                            <p:txEl>
                                              <p:pRg st="2" end="2"/>
                                            </p:txEl>
                                          </p:spTgt>
                                        </p:tgtEl>
                                        <p:attrNameLst>
                                          <p:attrName>style.visibility</p:attrName>
                                        </p:attrNameLst>
                                      </p:cBhvr>
                                      <p:to>
                                        <p:strVal val="visible"/>
                                      </p:to>
                                    </p:set>
                                    <p:animEffect transition="in" filter="fade">
                                      <p:cBhvr>
                                        <p:cTn id="17" dur="2000"/>
                                        <p:tgtEl>
                                          <p:spTgt spid="307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075">
                                            <p:txEl>
                                              <p:pRg st="3" end="3"/>
                                            </p:txEl>
                                          </p:spTgt>
                                        </p:tgtEl>
                                        <p:attrNameLst>
                                          <p:attrName>style.visibility</p:attrName>
                                        </p:attrNameLst>
                                      </p:cBhvr>
                                      <p:to>
                                        <p:strVal val="visible"/>
                                      </p:to>
                                    </p:set>
                                    <p:animEffect transition="in" filter="fade">
                                      <p:cBhvr>
                                        <p:cTn id="22" dur="2000"/>
                                        <p:tgtEl>
                                          <p:spTgt spid="307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animEffect transition="in" filter="wipe(down)">
                                      <p:cBhvr>
                                        <p:cTn id="27" dur="500"/>
                                        <p:tgtEl>
                                          <p:spTgt spid="4">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4">
                                            <p:txEl>
                                              <p:pRg st="1" end="1"/>
                                            </p:txEl>
                                          </p:spTgt>
                                        </p:tgtEl>
                                        <p:attrNameLst>
                                          <p:attrName>style.visibility</p:attrName>
                                        </p:attrNameLst>
                                      </p:cBhvr>
                                      <p:to>
                                        <p:strVal val="visible"/>
                                      </p:to>
                                    </p:set>
                                    <p:animEffect transition="in" filter="wipe(down)">
                                      <p:cBhvr>
                                        <p:cTn id="32"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build="allAtOnce"/>
      <p:bldP spid="4"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re 1"/>
          <p:cNvSpPr>
            <a:spLocks noGrp="1"/>
          </p:cNvSpPr>
          <p:nvPr>
            <p:ph type="title"/>
          </p:nvPr>
        </p:nvSpPr>
        <p:spPr>
          <a:xfrm>
            <a:off x="2208213" y="260350"/>
            <a:ext cx="8229600" cy="1143000"/>
          </a:xfrm>
        </p:spPr>
        <p:txBody>
          <a:bodyPr/>
          <a:lstStyle/>
          <a:p>
            <a:pPr eaLnBrk="1" hangingPunct="1"/>
            <a:r>
              <a:rPr lang="id-ID" altLang="en-US" smtClean="0">
                <a:solidFill>
                  <a:schemeClr val="bg1"/>
                </a:solidFill>
              </a:rPr>
              <a:t>How to do VLSM? (1)</a:t>
            </a:r>
            <a:endParaRPr lang="fr-CA" altLang="en-US" smtClean="0">
              <a:solidFill>
                <a:schemeClr val="bg1"/>
              </a:solidFill>
            </a:endParaRPr>
          </a:p>
        </p:txBody>
      </p:sp>
      <p:sp>
        <p:nvSpPr>
          <p:cNvPr id="15363" name="Espace réservé du contenu 2"/>
          <p:cNvSpPr>
            <a:spLocks noGrp="1"/>
          </p:cNvSpPr>
          <p:nvPr>
            <p:ph idx="1"/>
          </p:nvPr>
        </p:nvSpPr>
        <p:spPr>
          <a:xfrm>
            <a:off x="609600" y="457200"/>
            <a:ext cx="10668000" cy="4357688"/>
          </a:xfrm>
        </p:spPr>
        <p:txBody>
          <a:bodyPr/>
          <a:lstStyle/>
          <a:p>
            <a:pPr eaLnBrk="1" hangingPunct="1"/>
            <a:r>
              <a:rPr lang="id-ID" altLang="en-US" dirty="0" smtClean="0"/>
              <a:t>Sorting the hosts number depend on the most hosts number usage.</a:t>
            </a:r>
          </a:p>
          <a:p>
            <a:pPr lvl="1" eaLnBrk="1" hangingPunct="1">
              <a:buFont typeface="Arial" panose="020B0604020202020204" pitchFamily="34" charset="0"/>
              <a:buNone/>
            </a:pPr>
            <a:r>
              <a:rPr lang="id-ID" altLang="en-US" dirty="0" smtClean="0"/>
              <a:t>	Example :</a:t>
            </a:r>
          </a:p>
          <a:p>
            <a:pPr lvl="1" eaLnBrk="1" hangingPunct="1">
              <a:buFont typeface="Arial" panose="020B0604020202020204" pitchFamily="34" charset="0"/>
              <a:buNone/>
            </a:pPr>
            <a:r>
              <a:rPr lang="id-ID" altLang="en-US" dirty="0" smtClean="0"/>
              <a:t>		Network Address : 192.168.0.0</a:t>
            </a:r>
          </a:p>
          <a:p>
            <a:pPr lvl="1" eaLnBrk="1" hangingPunct="1">
              <a:buFont typeface="Arial" panose="020B0604020202020204" pitchFamily="34" charset="0"/>
              <a:buNone/>
            </a:pPr>
            <a:r>
              <a:rPr lang="id-ID" altLang="en-US" dirty="0" smtClean="0"/>
              <a:t>		Host A : 10 			    Host B : </a:t>
            </a:r>
            <a:r>
              <a:rPr lang="id-ID" altLang="en-US" b="1" u="sng" dirty="0" smtClean="0"/>
              <a:t>20</a:t>
            </a:r>
          </a:p>
          <a:p>
            <a:pPr lvl="1" eaLnBrk="1" hangingPunct="1">
              <a:buFont typeface="Arial" panose="020B0604020202020204" pitchFamily="34" charset="0"/>
              <a:buNone/>
            </a:pPr>
            <a:r>
              <a:rPr lang="id-ID" altLang="en-US" dirty="0" smtClean="0"/>
              <a:t>		Host B : </a:t>
            </a:r>
            <a:r>
              <a:rPr lang="id-ID" altLang="en-US" b="1" u="sng" dirty="0" smtClean="0"/>
              <a:t>20</a:t>
            </a:r>
            <a:r>
              <a:rPr lang="id-ID" altLang="en-US" dirty="0" smtClean="0"/>
              <a:t>			    Host A : 10</a:t>
            </a:r>
          </a:p>
        </p:txBody>
      </p:sp>
      <p:cxnSp>
        <p:nvCxnSpPr>
          <p:cNvPr id="5" name="Straight Arrow Connector 4"/>
          <p:cNvCxnSpPr/>
          <p:nvPr/>
        </p:nvCxnSpPr>
        <p:spPr>
          <a:xfrm>
            <a:off x="5562600" y="2514600"/>
            <a:ext cx="1871663" cy="15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0385859"/>
      </p:ext>
    </p:extLst>
  </p:cSld>
  <p:clrMapOvr>
    <a:masterClrMapping/>
  </p:clrMapOvr>
  <p:transition>
    <p:randomBa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Effect transition="in" filter="wipe(down)">
                                      <p:cBhvr>
                                        <p:cTn id="7" dur="500"/>
                                        <p:tgtEl>
                                          <p:spTgt spid="153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5363">
                                            <p:txEl>
                                              <p:pRg st="1" end="1"/>
                                            </p:txEl>
                                          </p:spTgt>
                                        </p:tgtEl>
                                        <p:attrNameLst>
                                          <p:attrName>style.visibility</p:attrName>
                                        </p:attrNameLst>
                                      </p:cBhvr>
                                      <p:to>
                                        <p:strVal val="visible"/>
                                      </p:to>
                                    </p:set>
                                    <p:animEffect transition="in" filter="wipe(down)">
                                      <p:cBhvr>
                                        <p:cTn id="12" dur="500"/>
                                        <p:tgtEl>
                                          <p:spTgt spid="15363">
                                            <p:txEl>
                                              <p:pRg st="1" end="1"/>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15363">
                                            <p:txEl>
                                              <p:pRg st="2" end="2"/>
                                            </p:txEl>
                                          </p:spTgt>
                                        </p:tgtEl>
                                        <p:attrNameLst>
                                          <p:attrName>style.visibility</p:attrName>
                                        </p:attrNameLst>
                                      </p:cBhvr>
                                      <p:to>
                                        <p:strVal val="visible"/>
                                      </p:to>
                                    </p:set>
                                    <p:animEffect transition="in" filter="wipe(down)">
                                      <p:cBhvr>
                                        <p:cTn id="15" dur="500"/>
                                        <p:tgtEl>
                                          <p:spTgt spid="15363">
                                            <p:txEl>
                                              <p:pRg st="2" end="2"/>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5363">
                                            <p:txEl>
                                              <p:pRg st="3" end="3"/>
                                            </p:txEl>
                                          </p:spTgt>
                                        </p:tgtEl>
                                        <p:attrNameLst>
                                          <p:attrName>style.visibility</p:attrName>
                                        </p:attrNameLst>
                                      </p:cBhvr>
                                      <p:to>
                                        <p:strVal val="visible"/>
                                      </p:to>
                                    </p:set>
                                    <p:animEffect transition="in" filter="wipe(down)">
                                      <p:cBhvr>
                                        <p:cTn id="18" dur="500"/>
                                        <p:tgtEl>
                                          <p:spTgt spid="15363">
                                            <p:txEl>
                                              <p:pRg st="3" end="3"/>
                                            </p:txEl>
                                          </p:spTgt>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15363">
                                            <p:txEl>
                                              <p:pRg st="4" end="4"/>
                                            </p:txEl>
                                          </p:spTgt>
                                        </p:tgtEl>
                                        <p:attrNameLst>
                                          <p:attrName>style.visibility</p:attrName>
                                        </p:attrNameLst>
                                      </p:cBhvr>
                                      <p:to>
                                        <p:strVal val="visible"/>
                                      </p:to>
                                    </p:set>
                                    <p:animEffect transition="in" filter="wipe(down)">
                                      <p:cBhvr>
                                        <p:cTn id="21" dur="500"/>
                                        <p:tgtEl>
                                          <p:spTgt spid="15363">
                                            <p:txEl>
                                              <p:pRg st="4" end="4"/>
                                            </p:txEl>
                                          </p:spTgt>
                                        </p:tgtEl>
                                      </p:cBhvr>
                                    </p:animEffect>
                                  </p:childTnLst>
                                </p:cTn>
                              </p:par>
                              <p:par>
                                <p:cTn id="22" presetID="22" presetClass="entr" presetSubtype="4" fill="hold"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ipe(down)">
                                      <p:cBhvr>
                                        <p:cTn id="2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re 1"/>
          <p:cNvSpPr>
            <a:spLocks noGrp="1"/>
          </p:cNvSpPr>
          <p:nvPr>
            <p:ph type="title"/>
          </p:nvPr>
        </p:nvSpPr>
        <p:spPr>
          <a:xfrm>
            <a:off x="2208213" y="260350"/>
            <a:ext cx="8229600" cy="1143000"/>
          </a:xfrm>
        </p:spPr>
        <p:txBody>
          <a:bodyPr/>
          <a:lstStyle/>
          <a:p>
            <a:pPr eaLnBrk="1" hangingPunct="1"/>
            <a:r>
              <a:rPr lang="id-ID" altLang="en-US" smtClean="0">
                <a:solidFill>
                  <a:schemeClr val="bg1"/>
                </a:solidFill>
              </a:rPr>
              <a:t>How to do VLSM? (2)</a:t>
            </a:r>
            <a:endParaRPr lang="fr-CA" altLang="en-US" smtClean="0">
              <a:solidFill>
                <a:schemeClr val="bg1"/>
              </a:solidFill>
            </a:endParaRPr>
          </a:p>
        </p:txBody>
      </p:sp>
      <p:sp>
        <p:nvSpPr>
          <p:cNvPr id="16387" name="Espace réservé du contenu 2"/>
          <p:cNvSpPr>
            <a:spLocks noGrp="1"/>
          </p:cNvSpPr>
          <p:nvPr>
            <p:ph idx="1"/>
          </p:nvPr>
        </p:nvSpPr>
        <p:spPr>
          <a:xfrm>
            <a:off x="801687" y="405607"/>
            <a:ext cx="8229600" cy="4357688"/>
          </a:xfrm>
        </p:spPr>
        <p:txBody>
          <a:bodyPr/>
          <a:lstStyle/>
          <a:p>
            <a:r>
              <a:rPr lang="en-US" altLang="en-US" dirty="0" smtClean="0"/>
              <a:t>Specifies a subnet </a:t>
            </a:r>
            <a:r>
              <a:rPr lang="id-ID" altLang="en-US" dirty="0" smtClean="0"/>
              <a:t>mask</a:t>
            </a:r>
            <a:r>
              <a:rPr lang="en-US" altLang="en-US" dirty="0" smtClean="0"/>
              <a:t> </a:t>
            </a:r>
            <a:r>
              <a:rPr lang="id-ID" altLang="en-US" dirty="0" smtClean="0"/>
              <a:t>depend </a:t>
            </a:r>
            <a:r>
              <a:rPr lang="en-US" altLang="en-US" dirty="0" smtClean="0"/>
              <a:t>on the need</a:t>
            </a:r>
            <a:r>
              <a:rPr lang="id-ID" altLang="en-US" dirty="0" smtClean="0"/>
              <a:t>ed</a:t>
            </a:r>
            <a:r>
              <a:rPr lang="en-US" altLang="en-US" dirty="0" smtClean="0"/>
              <a:t> host</a:t>
            </a:r>
            <a:r>
              <a:rPr lang="id-ID" altLang="en-US" dirty="0" smtClean="0"/>
              <a:t>s number.</a:t>
            </a:r>
          </a:p>
          <a:p>
            <a:pPr lvl="1">
              <a:buFont typeface="Arial" panose="020B0604020202020204" pitchFamily="34" charset="0"/>
              <a:buNone/>
            </a:pPr>
            <a:r>
              <a:rPr lang="id-ID" altLang="en-US" dirty="0" smtClean="0"/>
              <a:t>	Example :</a:t>
            </a:r>
          </a:p>
          <a:p>
            <a:pPr lvl="1">
              <a:buFont typeface="Arial" panose="020B0604020202020204" pitchFamily="34" charset="0"/>
              <a:buNone/>
            </a:pPr>
            <a:r>
              <a:rPr lang="id-ID" altLang="en-US" dirty="0" smtClean="0"/>
              <a:t>		B : 20 + 1 network + 1 boardcast = 22		/27</a:t>
            </a:r>
          </a:p>
          <a:p>
            <a:pPr lvl="1">
              <a:buFont typeface="Arial" panose="020B0604020202020204" pitchFamily="34" charset="0"/>
              <a:buNone/>
            </a:pPr>
            <a:r>
              <a:rPr lang="id-ID" altLang="en-US" dirty="0" smtClean="0"/>
              <a:t>		A : 10 + 1 network + 1 boardcast = 12		/28</a:t>
            </a:r>
            <a:endParaRPr lang="en-US" altLang="en-US" dirty="0" smtClean="0"/>
          </a:p>
          <a:p>
            <a:pPr lvl="1" eaLnBrk="1" hangingPunct="1">
              <a:buFont typeface="Arial" panose="020B0604020202020204" pitchFamily="34" charset="0"/>
              <a:buNone/>
            </a:pPr>
            <a:r>
              <a:rPr lang="id-ID" altLang="en-US" dirty="0" smtClean="0"/>
              <a:t>		</a:t>
            </a:r>
          </a:p>
        </p:txBody>
      </p:sp>
      <p:cxnSp>
        <p:nvCxnSpPr>
          <p:cNvPr id="10" name="Straight Arrow Connector 9"/>
          <p:cNvCxnSpPr/>
          <p:nvPr/>
        </p:nvCxnSpPr>
        <p:spPr>
          <a:xfrm>
            <a:off x="7239000" y="2330448"/>
            <a:ext cx="792162" cy="15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7239000" y="1981200"/>
            <a:ext cx="792162" cy="15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710994"/>
      </p:ext>
    </p:extLst>
  </p:cSld>
  <p:clrMapOvr>
    <a:masterClrMapping/>
  </p:clrMapOvr>
  <p:transition>
    <p:randomBa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Effect transition="in" filter="wipe(down)">
                                      <p:cBhvr>
                                        <p:cTn id="7" dur="500"/>
                                        <p:tgtEl>
                                          <p:spTgt spid="163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6387">
                                            <p:txEl>
                                              <p:pRg st="1" end="1"/>
                                            </p:txEl>
                                          </p:spTgt>
                                        </p:tgtEl>
                                        <p:attrNameLst>
                                          <p:attrName>style.visibility</p:attrName>
                                        </p:attrNameLst>
                                      </p:cBhvr>
                                      <p:to>
                                        <p:strVal val="visible"/>
                                      </p:to>
                                    </p:set>
                                    <p:animEffect transition="in" filter="wipe(down)">
                                      <p:cBhvr>
                                        <p:cTn id="12" dur="500"/>
                                        <p:tgtEl>
                                          <p:spTgt spid="16387">
                                            <p:txEl>
                                              <p:pRg st="1" end="1"/>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16387">
                                            <p:txEl>
                                              <p:pRg st="2" end="2"/>
                                            </p:txEl>
                                          </p:spTgt>
                                        </p:tgtEl>
                                        <p:attrNameLst>
                                          <p:attrName>style.visibility</p:attrName>
                                        </p:attrNameLst>
                                      </p:cBhvr>
                                      <p:to>
                                        <p:strVal val="visible"/>
                                      </p:to>
                                    </p:set>
                                    <p:animEffect transition="in" filter="wipe(down)">
                                      <p:cBhvr>
                                        <p:cTn id="15" dur="500"/>
                                        <p:tgtEl>
                                          <p:spTgt spid="16387">
                                            <p:txEl>
                                              <p:pRg st="2" end="2"/>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6387">
                                            <p:txEl>
                                              <p:pRg st="3" end="3"/>
                                            </p:txEl>
                                          </p:spTgt>
                                        </p:tgtEl>
                                        <p:attrNameLst>
                                          <p:attrName>style.visibility</p:attrName>
                                        </p:attrNameLst>
                                      </p:cBhvr>
                                      <p:to>
                                        <p:strVal val="visible"/>
                                      </p:to>
                                    </p:set>
                                    <p:animEffect transition="in" filter="wipe(down)">
                                      <p:cBhvr>
                                        <p:cTn id="18" dur="500"/>
                                        <p:tgtEl>
                                          <p:spTgt spid="16387">
                                            <p:txEl>
                                              <p:pRg st="3" end="3"/>
                                            </p:txEl>
                                          </p:spTgt>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16387">
                                            <p:txEl>
                                              <p:pRg st="4" end="4"/>
                                            </p:txEl>
                                          </p:spTgt>
                                        </p:tgtEl>
                                        <p:attrNameLst>
                                          <p:attrName>style.visibility</p:attrName>
                                        </p:attrNameLst>
                                      </p:cBhvr>
                                      <p:to>
                                        <p:strVal val="visible"/>
                                      </p:to>
                                    </p:set>
                                    <p:animEffect transition="in" filter="wipe(down)">
                                      <p:cBhvr>
                                        <p:cTn id="21" dur="500"/>
                                        <p:tgtEl>
                                          <p:spTgt spid="16387">
                                            <p:txEl>
                                              <p:pRg st="4" end="4"/>
                                            </p:txEl>
                                          </p:spTgt>
                                        </p:tgtEl>
                                      </p:cBhvr>
                                    </p:animEffect>
                                  </p:childTnLst>
                                </p:cTn>
                              </p:par>
                              <p:par>
                                <p:cTn id="22" presetID="22" presetClass="entr" presetSubtype="4"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wipe(down)">
                                      <p:cBhvr>
                                        <p:cTn id="24" dur="500"/>
                                        <p:tgtEl>
                                          <p:spTgt spid="11"/>
                                        </p:tgtEl>
                                      </p:cBhvr>
                                    </p:animEffect>
                                  </p:childTnLst>
                                </p:cTn>
                              </p:par>
                              <p:par>
                                <p:cTn id="25" presetID="22" presetClass="entr" presetSubtype="4"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down)">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re 1"/>
          <p:cNvSpPr>
            <a:spLocks noGrp="1"/>
          </p:cNvSpPr>
          <p:nvPr>
            <p:ph type="title"/>
          </p:nvPr>
        </p:nvSpPr>
        <p:spPr>
          <a:xfrm>
            <a:off x="2208213" y="260350"/>
            <a:ext cx="8229600" cy="1143000"/>
          </a:xfrm>
        </p:spPr>
        <p:txBody>
          <a:bodyPr/>
          <a:lstStyle/>
          <a:p>
            <a:pPr eaLnBrk="1" hangingPunct="1"/>
            <a:r>
              <a:rPr lang="id-ID" altLang="en-US" smtClean="0">
                <a:solidFill>
                  <a:schemeClr val="bg1"/>
                </a:solidFill>
              </a:rPr>
              <a:t>How to do VLSM? (3)</a:t>
            </a:r>
            <a:endParaRPr lang="fr-CA" altLang="en-US" smtClean="0">
              <a:solidFill>
                <a:schemeClr val="bg1"/>
              </a:solidFill>
            </a:endParaRPr>
          </a:p>
        </p:txBody>
      </p:sp>
      <p:sp>
        <p:nvSpPr>
          <p:cNvPr id="17411" name="Espace réservé du contenu 2"/>
          <p:cNvSpPr>
            <a:spLocks noGrp="1"/>
          </p:cNvSpPr>
          <p:nvPr>
            <p:ph idx="1"/>
          </p:nvPr>
        </p:nvSpPr>
        <p:spPr>
          <a:xfrm>
            <a:off x="533400" y="457200"/>
            <a:ext cx="8229600" cy="4357688"/>
          </a:xfrm>
        </p:spPr>
        <p:txBody>
          <a:bodyPr/>
          <a:lstStyle/>
          <a:p>
            <a:pPr eaLnBrk="1" hangingPunct="1"/>
            <a:r>
              <a:rPr lang="id-ID" altLang="en-US" dirty="0" smtClean="0"/>
              <a:t>Calculation the valid IP address per network.</a:t>
            </a:r>
          </a:p>
          <a:p>
            <a:pPr lvl="1" eaLnBrk="1" hangingPunct="1">
              <a:buFont typeface="Arial" panose="020B0604020202020204" pitchFamily="34" charset="0"/>
              <a:buNone/>
            </a:pPr>
            <a:r>
              <a:rPr lang="id-ID" altLang="en-US" dirty="0" smtClean="0"/>
              <a:t>Example : </a:t>
            </a:r>
          </a:p>
          <a:p>
            <a:pPr lvl="1" eaLnBrk="1" hangingPunct="1">
              <a:buFont typeface="Arial" panose="020B0604020202020204" pitchFamily="34" charset="0"/>
              <a:buNone/>
            </a:pPr>
            <a:r>
              <a:rPr lang="id-ID" altLang="en-US" dirty="0" smtClean="0"/>
              <a:t>	Host B : Network Address = 192.168.0.0/27</a:t>
            </a:r>
          </a:p>
          <a:p>
            <a:pPr lvl="1" eaLnBrk="1" hangingPunct="1">
              <a:buFont typeface="Arial" panose="020B0604020202020204" pitchFamily="34" charset="0"/>
              <a:buNone/>
            </a:pPr>
            <a:r>
              <a:rPr lang="id-ID" altLang="en-US" dirty="0" smtClean="0"/>
              <a:t>			  IP Address = 192.168.0.1 – 192.168.0.30</a:t>
            </a:r>
          </a:p>
          <a:p>
            <a:pPr lvl="1" eaLnBrk="1" hangingPunct="1">
              <a:buFont typeface="Arial" panose="020B0604020202020204" pitchFamily="34" charset="0"/>
              <a:buNone/>
            </a:pPr>
            <a:r>
              <a:rPr lang="id-ID" altLang="en-US" dirty="0" smtClean="0"/>
              <a:t>			  Boardcast Address = 192.168.0.31</a:t>
            </a:r>
          </a:p>
          <a:p>
            <a:pPr lvl="1" eaLnBrk="1" hangingPunct="1">
              <a:buFont typeface="Arial" panose="020B0604020202020204" pitchFamily="34" charset="0"/>
              <a:buNone/>
            </a:pPr>
            <a:r>
              <a:rPr lang="id-ID" altLang="en-US" dirty="0" smtClean="0"/>
              <a:t>	Host A : Network Address = 192.168.0.32/28</a:t>
            </a:r>
          </a:p>
          <a:p>
            <a:pPr lvl="1" eaLnBrk="1" hangingPunct="1">
              <a:buFont typeface="Arial" panose="020B0604020202020204" pitchFamily="34" charset="0"/>
              <a:buNone/>
            </a:pPr>
            <a:r>
              <a:rPr lang="id-ID" altLang="en-US" dirty="0" smtClean="0"/>
              <a:t>			  IP Address = 192.168.0.33 – 192.168.0.46</a:t>
            </a:r>
          </a:p>
          <a:p>
            <a:pPr lvl="1" eaLnBrk="1" hangingPunct="1">
              <a:buFont typeface="Arial" panose="020B0604020202020204" pitchFamily="34" charset="0"/>
              <a:buNone/>
            </a:pPr>
            <a:r>
              <a:rPr lang="id-ID" altLang="en-US" dirty="0" smtClean="0"/>
              <a:t>			  Board Address = 192.168.0.47</a:t>
            </a:r>
          </a:p>
        </p:txBody>
      </p:sp>
    </p:spTree>
    <p:extLst>
      <p:ext uri="{BB962C8B-B14F-4D97-AF65-F5344CB8AC3E}">
        <p14:creationId xmlns:p14="http://schemas.microsoft.com/office/powerpoint/2010/main" val="3470023054"/>
      </p:ext>
    </p:extLst>
  </p:cSld>
  <p:clrMapOvr>
    <a:masterClrMapping/>
  </p:clrMapOvr>
  <p:transition>
    <p:randomBa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Effect transition="in" filter="wipe(down)">
                                      <p:cBhvr>
                                        <p:cTn id="7" dur="500"/>
                                        <p:tgtEl>
                                          <p:spTgt spid="174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7411">
                                            <p:txEl>
                                              <p:pRg st="1" end="1"/>
                                            </p:txEl>
                                          </p:spTgt>
                                        </p:tgtEl>
                                        <p:attrNameLst>
                                          <p:attrName>style.visibility</p:attrName>
                                        </p:attrNameLst>
                                      </p:cBhvr>
                                      <p:to>
                                        <p:strVal val="visible"/>
                                      </p:to>
                                    </p:set>
                                    <p:animEffect transition="in" filter="wipe(down)">
                                      <p:cBhvr>
                                        <p:cTn id="12" dur="500"/>
                                        <p:tgtEl>
                                          <p:spTgt spid="17411">
                                            <p:txEl>
                                              <p:pRg st="1" end="1"/>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17411">
                                            <p:txEl>
                                              <p:pRg st="2" end="2"/>
                                            </p:txEl>
                                          </p:spTgt>
                                        </p:tgtEl>
                                        <p:attrNameLst>
                                          <p:attrName>style.visibility</p:attrName>
                                        </p:attrNameLst>
                                      </p:cBhvr>
                                      <p:to>
                                        <p:strVal val="visible"/>
                                      </p:to>
                                    </p:set>
                                    <p:animEffect transition="in" filter="wipe(down)">
                                      <p:cBhvr>
                                        <p:cTn id="15" dur="500"/>
                                        <p:tgtEl>
                                          <p:spTgt spid="17411">
                                            <p:txEl>
                                              <p:pRg st="2" end="2"/>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7411">
                                            <p:txEl>
                                              <p:pRg st="3" end="3"/>
                                            </p:txEl>
                                          </p:spTgt>
                                        </p:tgtEl>
                                        <p:attrNameLst>
                                          <p:attrName>style.visibility</p:attrName>
                                        </p:attrNameLst>
                                      </p:cBhvr>
                                      <p:to>
                                        <p:strVal val="visible"/>
                                      </p:to>
                                    </p:set>
                                    <p:animEffect transition="in" filter="wipe(down)">
                                      <p:cBhvr>
                                        <p:cTn id="18" dur="500"/>
                                        <p:tgtEl>
                                          <p:spTgt spid="17411">
                                            <p:txEl>
                                              <p:pRg st="3" end="3"/>
                                            </p:txEl>
                                          </p:spTgt>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17411">
                                            <p:txEl>
                                              <p:pRg st="4" end="4"/>
                                            </p:txEl>
                                          </p:spTgt>
                                        </p:tgtEl>
                                        <p:attrNameLst>
                                          <p:attrName>style.visibility</p:attrName>
                                        </p:attrNameLst>
                                      </p:cBhvr>
                                      <p:to>
                                        <p:strVal val="visible"/>
                                      </p:to>
                                    </p:set>
                                    <p:animEffect transition="in" filter="wipe(down)">
                                      <p:cBhvr>
                                        <p:cTn id="21" dur="500"/>
                                        <p:tgtEl>
                                          <p:spTgt spid="17411">
                                            <p:txEl>
                                              <p:pRg st="4" end="4"/>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17411">
                                            <p:txEl>
                                              <p:pRg st="5" end="5"/>
                                            </p:txEl>
                                          </p:spTgt>
                                        </p:tgtEl>
                                        <p:attrNameLst>
                                          <p:attrName>style.visibility</p:attrName>
                                        </p:attrNameLst>
                                      </p:cBhvr>
                                      <p:to>
                                        <p:strVal val="visible"/>
                                      </p:to>
                                    </p:set>
                                    <p:animEffect transition="in" filter="wipe(down)">
                                      <p:cBhvr>
                                        <p:cTn id="26" dur="500"/>
                                        <p:tgtEl>
                                          <p:spTgt spid="17411">
                                            <p:txEl>
                                              <p:pRg st="5" end="5"/>
                                            </p:txEl>
                                          </p:spTgt>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17411">
                                            <p:txEl>
                                              <p:pRg st="6" end="6"/>
                                            </p:txEl>
                                          </p:spTgt>
                                        </p:tgtEl>
                                        <p:attrNameLst>
                                          <p:attrName>style.visibility</p:attrName>
                                        </p:attrNameLst>
                                      </p:cBhvr>
                                      <p:to>
                                        <p:strVal val="visible"/>
                                      </p:to>
                                    </p:set>
                                    <p:animEffect transition="in" filter="wipe(down)">
                                      <p:cBhvr>
                                        <p:cTn id="29" dur="500"/>
                                        <p:tgtEl>
                                          <p:spTgt spid="17411">
                                            <p:txEl>
                                              <p:pRg st="6" end="6"/>
                                            </p:txEl>
                                          </p:spTgt>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17411">
                                            <p:txEl>
                                              <p:pRg st="7" end="7"/>
                                            </p:txEl>
                                          </p:spTgt>
                                        </p:tgtEl>
                                        <p:attrNameLst>
                                          <p:attrName>style.visibility</p:attrName>
                                        </p:attrNameLst>
                                      </p:cBhvr>
                                      <p:to>
                                        <p:strVal val="visible"/>
                                      </p:to>
                                    </p:set>
                                    <p:animEffect transition="in" filter="wipe(down)">
                                      <p:cBhvr>
                                        <p:cTn id="32" dur="500"/>
                                        <p:tgtEl>
                                          <p:spTgt spid="1741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re 1"/>
          <p:cNvSpPr>
            <a:spLocks noGrp="1"/>
          </p:cNvSpPr>
          <p:nvPr>
            <p:ph type="title"/>
          </p:nvPr>
        </p:nvSpPr>
        <p:spPr>
          <a:xfrm>
            <a:off x="2208213" y="260350"/>
            <a:ext cx="8229600" cy="1143000"/>
          </a:xfrm>
        </p:spPr>
        <p:txBody>
          <a:bodyPr/>
          <a:lstStyle/>
          <a:p>
            <a:pPr eaLnBrk="1" hangingPunct="1"/>
            <a:r>
              <a:rPr lang="id-ID" altLang="en-US" smtClean="0">
                <a:solidFill>
                  <a:schemeClr val="bg1"/>
                </a:solidFill>
              </a:rPr>
              <a:t>Subnetting Vs VLSM</a:t>
            </a:r>
            <a:endParaRPr lang="fr-CA" altLang="en-US" smtClean="0">
              <a:solidFill>
                <a:schemeClr val="bg1"/>
              </a:solidFill>
            </a:endParaRPr>
          </a:p>
        </p:txBody>
      </p:sp>
      <p:sp>
        <p:nvSpPr>
          <p:cNvPr id="7" name="TextBox 6"/>
          <p:cNvSpPr txBox="1"/>
          <p:nvPr/>
        </p:nvSpPr>
        <p:spPr>
          <a:xfrm>
            <a:off x="1919288" y="1989138"/>
            <a:ext cx="2000250" cy="584200"/>
          </a:xfrm>
          <a:prstGeom prst="rect">
            <a:avLst/>
          </a:prstGeom>
          <a:noFill/>
        </p:spPr>
        <p:txBody>
          <a:bodyPr wrap="none">
            <a:spAutoFit/>
          </a:bodyPr>
          <a:lstStyle/>
          <a:p>
            <a:pPr>
              <a:defRPr/>
            </a:pPr>
            <a:r>
              <a:rPr lang="id-ID" sz="3200" dirty="0"/>
              <a:t>Subnetting</a:t>
            </a:r>
          </a:p>
        </p:txBody>
      </p:sp>
      <p:sp>
        <p:nvSpPr>
          <p:cNvPr id="8" name="TextBox 7"/>
          <p:cNvSpPr txBox="1"/>
          <p:nvPr/>
        </p:nvSpPr>
        <p:spPr>
          <a:xfrm>
            <a:off x="7967663" y="1989138"/>
            <a:ext cx="1130300" cy="584200"/>
          </a:xfrm>
          <a:prstGeom prst="rect">
            <a:avLst/>
          </a:prstGeom>
          <a:noFill/>
        </p:spPr>
        <p:txBody>
          <a:bodyPr wrap="none">
            <a:spAutoFit/>
          </a:bodyPr>
          <a:lstStyle/>
          <a:p>
            <a:pPr>
              <a:defRPr/>
            </a:pPr>
            <a:r>
              <a:rPr lang="id-ID" sz="3200" dirty="0"/>
              <a:t>VLSM</a:t>
            </a:r>
          </a:p>
        </p:txBody>
      </p:sp>
      <p:sp>
        <p:nvSpPr>
          <p:cNvPr id="9" name="TextBox 8"/>
          <p:cNvSpPr txBox="1">
            <a:spLocks noChangeArrowheads="1"/>
          </p:cNvSpPr>
          <p:nvPr/>
        </p:nvSpPr>
        <p:spPr bwMode="auto">
          <a:xfrm>
            <a:off x="5232401" y="3357563"/>
            <a:ext cx="970137"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id-ID" altLang="en-US" sz="9600" dirty="0">
                <a:latin typeface="Chiller" panose="04020404031007020602" pitchFamily="82" charset="0"/>
              </a:rPr>
              <a:t>Vs</a:t>
            </a:r>
          </a:p>
        </p:txBody>
      </p:sp>
      <p:pic>
        <p:nvPicPr>
          <p:cNvPr id="11" name="Content Placeholder 10" descr="Subnetting.jp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919288" y="2668588"/>
            <a:ext cx="3238500" cy="4000500"/>
          </a:xfrm>
        </p:spPr>
      </p:pic>
      <p:pic>
        <p:nvPicPr>
          <p:cNvPr id="13" name="Picture 12" descr="VLSM.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961188" y="2636838"/>
            <a:ext cx="3238500" cy="400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96081581"/>
      </p:ext>
    </p:extLst>
  </p:cSld>
  <p:clrMapOvr>
    <a:masterClrMapping/>
  </p:clrMapOvr>
  <p:transition>
    <p:randomBa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20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200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200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5108" name="Rectangle 1092"/>
          <p:cNvSpPr>
            <a:spLocks noChangeArrowheads="1"/>
          </p:cNvSpPr>
          <p:nvPr/>
        </p:nvSpPr>
        <p:spPr bwMode="auto">
          <a:xfrm>
            <a:off x="3205164" y="2794000"/>
            <a:ext cx="1762125" cy="603250"/>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48879" tIns="69246" rIns="48879" bIns="69246"/>
          <a:lstStyle/>
          <a:p>
            <a:endParaRPr lang="en-US"/>
          </a:p>
        </p:txBody>
      </p:sp>
      <p:sp>
        <p:nvSpPr>
          <p:cNvPr id="855109" name="Rectangle 1093"/>
          <p:cNvSpPr>
            <a:spLocks noChangeArrowheads="1"/>
          </p:cNvSpPr>
          <p:nvPr/>
        </p:nvSpPr>
        <p:spPr bwMode="auto">
          <a:xfrm>
            <a:off x="4933950" y="2794001"/>
            <a:ext cx="1758950" cy="608013"/>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48879" tIns="69246" rIns="48879" bIns="69246"/>
          <a:lstStyle/>
          <a:p>
            <a:endParaRPr lang="en-US">
              <a:solidFill>
                <a:schemeClr val="accent2"/>
              </a:solidFill>
            </a:endParaRPr>
          </a:p>
        </p:txBody>
      </p:sp>
      <p:sp>
        <p:nvSpPr>
          <p:cNvPr id="855110" name="Rectangle 1094"/>
          <p:cNvSpPr>
            <a:spLocks noChangeArrowheads="1"/>
          </p:cNvSpPr>
          <p:nvPr/>
        </p:nvSpPr>
        <p:spPr bwMode="auto">
          <a:xfrm>
            <a:off x="6692900" y="2794001"/>
            <a:ext cx="1758950" cy="608013"/>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48879" tIns="69246" rIns="48879" bIns="69246"/>
          <a:lstStyle/>
          <a:p>
            <a:endParaRPr lang="en-US"/>
          </a:p>
        </p:txBody>
      </p:sp>
      <p:sp>
        <p:nvSpPr>
          <p:cNvPr id="855045" name="Rectangle 1029"/>
          <p:cNvSpPr>
            <a:spLocks noGrp="1" noChangeArrowheads="1"/>
          </p:cNvSpPr>
          <p:nvPr>
            <p:ph type="title"/>
          </p:nvPr>
        </p:nvSpPr>
        <p:spPr>
          <a:xfrm>
            <a:off x="555625" y="26437"/>
            <a:ext cx="10515600" cy="1325563"/>
          </a:xfrm>
          <a:noFill/>
          <a:ln/>
          <a:effectLst/>
          <a:extLst>
            <a:ext uri="{AF507438-7753-43E0-B8FC-AC1667EBCBE1}">
              <a14:hiddenEffects xmlns:a14="http://schemas.microsoft.com/office/drawing/2010/main">
                <a:effectLst>
                  <a:outerShdw dist="17961" dir="2700000" algn="ctr" rotWithShape="0">
                    <a:schemeClr val="bg2"/>
                  </a:outerShdw>
                </a:effectLst>
              </a14:hiddenEffects>
            </a:ext>
          </a:extLst>
        </p:spPr>
        <p:txBody>
          <a:bodyPr vert="horz" lIns="82153" tIns="41076" rIns="82153" bIns="41076" rtlCol="0" anchor="ctr" anchorCtr="0">
            <a:normAutofit/>
          </a:bodyPr>
          <a:lstStyle/>
          <a:p>
            <a:r>
              <a:rPr lang="en-US" altLang="zh-TW" dirty="0">
                <a:solidFill>
                  <a:srgbClr val="00B0F0"/>
                </a:solidFill>
                <a:ea typeface="新細明體" charset="-120"/>
              </a:rPr>
              <a:t>IP Addressing</a:t>
            </a:r>
          </a:p>
        </p:txBody>
      </p:sp>
      <p:sp>
        <p:nvSpPr>
          <p:cNvPr id="855046" name="Line 1030"/>
          <p:cNvSpPr>
            <a:spLocks noChangeShapeType="1"/>
          </p:cNvSpPr>
          <p:nvPr/>
        </p:nvSpPr>
        <p:spPr bwMode="auto">
          <a:xfrm>
            <a:off x="5924550" y="2257425"/>
            <a:ext cx="0" cy="871538"/>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p>
            <a:endParaRPr lang="en-US"/>
          </a:p>
        </p:txBody>
      </p:sp>
      <p:sp>
        <p:nvSpPr>
          <p:cNvPr id="855104" name="Line 1088"/>
          <p:cNvSpPr>
            <a:spLocks noChangeShapeType="1"/>
          </p:cNvSpPr>
          <p:nvPr/>
        </p:nvSpPr>
        <p:spPr bwMode="auto">
          <a:xfrm>
            <a:off x="3205163" y="1529834"/>
            <a:ext cx="7010400" cy="0"/>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endParaRPr lang="en-US"/>
          </a:p>
        </p:txBody>
      </p:sp>
      <p:sp>
        <p:nvSpPr>
          <p:cNvPr id="855105" name="Rectangle 1089"/>
          <p:cNvSpPr>
            <a:spLocks noChangeArrowheads="1"/>
          </p:cNvSpPr>
          <p:nvPr/>
        </p:nvSpPr>
        <p:spPr bwMode="auto">
          <a:xfrm>
            <a:off x="6024564" y="1529834"/>
            <a:ext cx="184731" cy="369332"/>
          </a:xfrm>
          <a:prstGeom prst="rect">
            <a:avLst/>
          </a:prstGeom>
          <a:solidFill>
            <a:schemeClr val="bg1"/>
          </a:solidFill>
          <a:ln>
            <a:noFill/>
          </a:ln>
          <a:effectLst/>
          <a:extLs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endParaRPr lang="en-US"/>
          </a:p>
        </p:txBody>
      </p:sp>
      <p:sp>
        <p:nvSpPr>
          <p:cNvPr id="855106" name="Rectangle 1090"/>
          <p:cNvSpPr>
            <a:spLocks noChangeArrowheads="1"/>
          </p:cNvSpPr>
          <p:nvPr/>
        </p:nvSpPr>
        <p:spPr bwMode="auto">
          <a:xfrm>
            <a:off x="8447088" y="2792413"/>
            <a:ext cx="1758950" cy="608012"/>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48879" tIns="69246" rIns="48879" bIns="69246"/>
          <a:lstStyle/>
          <a:p>
            <a:endParaRPr lang="en-US">
              <a:solidFill>
                <a:schemeClr val="accent2"/>
              </a:solidFill>
            </a:endParaRPr>
          </a:p>
        </p:txBody>
      </p:sp>
      <p:sp>
        <p:nvSpPr>
          <p:cNvPr id="855107" name="Line 1091"/>
          <p:cNvSpPr>
            <a:spLocks noChangeShapeType="1"/>
          </p:cNvSpPr>
          <p:nvPr/>
        </p:nvSpPr>
        <p:spPr bwMode="auto">
          <a:xfrm>
            <a:off x="6081713" y="2105025"/>
            <a:ext cx="0" cy="871538"/>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p>
            <a:endParaRPr lang="en-US"/>
          </a:p>
        </p:txBody>
      </p:sp>
      <p:sp>
        <p:nvSpPr>
          <p:cNvPr id="855111" name="Rectangle 1095"/>
          <p:cNvSpPr>
            <a:spLocks noChangeArrowheads="1"/>
          </p:cNvSpPr>
          <p:nvPr/>
        </p:nvSpPr>
        <p:spPr bwMode="auto">
          <a:xfrm>
            <a:off x="3205163" y="1982788"/>
            <a:ext cx="7010400" cy="684212"/>
          </a:xfrm>
          <a:prstGeom prst="rect">
            <a:avLst/>
          </a:prstGeom>
          <a:solidFill>
            <a:schemeClr val="accent2">
              <a:lumMod val="40000"/>
              <a:lumOff val="60000"/>
            </a:schemeClr>
          </a:solidFill>
          <a:ln w="12700">
            <a:solidFill>
              <a:schemeClr val="tx1"/>
            </a:solidFill>
            <a:miter lim="800000"/>
            <a:headEnd/>
            <a:tailEnd/>
          </a:ln>
          <a:effectLst>
            <a:outerShdw dist="35921" dir="2700000" algn="ctr" rotWithShape="0">
              <a:schemeClr val="bg2"/>
            </a:outerShdw>
          </a:effectLst>
        </p:spPr>
        <p:txBody>
          <a:bodyPr wrap="none" lIns="48879" tIns="69246" rIns="48879" bIns="69246"/>
          <a:lstStyle/>
          <a:p>
            <a:endParaRPr lang="en-US">
              <a:solidFill>
                <a:schemeClr val="accent2"/>
              </a:solidFill>
            </a:endParaRPr>
          </a:p>
        </p:txBody>
      </p:sp>
      <p:sp>
        <p:nvSpPr>
          <p:cNvPr id="855112" name="Rectangle 1096"/>
          <p:cNvSpPr>
            <a:spLocks noChangeArrowheads="1"/>
          </p:cNvSpPr>
          <p:nvPr/>
        </p:nvSpPr>
        <p:spPr bwMode="auto">
          <a:xfrm>
            <a:off x="3635375" y="2640013"/>
            <a:ext cx="18557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zh-TW" altLang="en-US" sz="4100">
                <a:solidFill>
                  <a:schemeClr val="accent1"/>
                </a:solidFill>
                <a:latin typeface="Helvetica" panose="020B0604020202020204" pitchFamily="34" charset="0"/>
                <a:ea typeface="新細明體" charset="-120"/>
              </a:rPr>
              <a:t> </a:t>
            </a:r>
            <a:r>
              <a:rPr lang="en-US" altLang="zh-TW" sz="2800">
                <a:solidFill>
                  <a:schemeClr val="accent1"/>
                </a:solidFill>
                <a:latin typeface="Helvetica" panose="020B0604020202020204" pitchFamily="34" charset="0"/>
                <a:ea typeface="新細明體" charset="-120"/>
              </a:rPr>
              <a:t>255</a:t>
            </a:r>
            <a:endParaRPr lang="en-US" altLang="zh-TW" sz="2800">
              <a:solidFill>
                <a:srgbClr val="000000"/>
              </a:solidFill>
              <a:latin typeface="Helvetica" panose="020B0604020202020204" pitchFamily="34" charset="0"/>
              <a:ea typeface="新細明體" charset="-120"/>
            </a:endParaRPr>
          </a:p>
        </p:txBody>
      </p:sp>
      <p:sp>
        <p:nvSpPr>
          <p:cNvPr id="855113" name="Rectangle 1097"/>
          <p:cNvSpPr>
            <a:spLocks noChangeArrowheads="1"/>
          </p:cNvSpPr>
          <p:nvPr/>
        </p:nvSpPr>
        <p:spPr bwMode="auto">
          <a:xfrm>
            <a:off x="5464175" y="2667000"/>
            <a:ext cx="18557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en-US" altLang="zh-TW" sz="2800">
                <a:solidFill>
                  <a:schemeClr val="accent1"/>
                </a:solidFill>
                <a:latin typeface="Helvetica" panose="020B0604020202020204" pitchFamily="34" charset="0"/>
                <a:ea typeface="新細明體" charset="-120"/>
              </a:rPr>
              <a:t>255</a:t>
            </a:r>
            <a:endParaRPr lang="en-US" altLang="zh-TW" sz="2800">
              <a:solidFill>
                <a:srgbClr val="000000"/>
              </a:solidFill>
              <a:latin typeface="Helvetica" panose="020B0604020202020204" pitchFamily="34" charset="0"/>
              <a:ea typeface="新細明體" charset="-120"/>
            </a:endParaRPr>
          </a:p>
        </p:txBody>
      </p:sp>
      <p:sp>
        <p:nvSpPr>
          <p:cNvPr id="855114" name="Rectangle 1098"/>
          <p:cNvSpPr>
            <a:spLocks noChangeArrowheads="1"/>
          </p:cNvSpPr>
          <p:nvPr/>
        </p:nvSpPr>
        <p:spPr bwMode="auto">
          <a:xfrm>
            <a:off x="7140575" y="2667000"/>
            <a:ext cx="18557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zh-TW" altLang="en-US" sz="4100">
                <a:latin typeface="Helvetica" panose="020B0604020202020204" pitchFamily="34" charset="0"/>
                <a:ea typeface="新細明體" charset="-120"/>
              </a:rPr>
              <a:t> </a:t>
            </a:r>
            <a:r>
              <a:rPr lang="en-US" altLang="zh-TW" sz="2800">
                <a:latin typeface="Helvetica" panose="020B0604020202020204" pitchFamily="34" charset="0"/>
                <a:ea typeface="新細明體" charset="-120"/>
              </a:rPr>
              <a:t>255</a:t>
            </a:r>
            <a:endParaRPr lang="en-US" altLang="zh-TW" sz="2800">
              <a:solidFill>
                <a:srgbClr val="000000"/>
              </a:solidFill>
              <a:latin typeface="Helvetica" panose="020B0604020202020204" pitchFamily="34" charset="0"/>
              <a:ea typeface="新細明體" charset="-120"/>
            </a:endParaRPr>
          </a:p>
        </p:txBody>
      </p:sp>
      <p:sp>
        <p:nvSpPr>
          <p:cNvPr id="855115" name="Rectangle 1099"/>
          <p:cNvSpPr>
            <a:spLocks noChangeArrowheads="1"/>
          </p:cNvSpPr>
          <p:nvPr/>
        </p:nvSpPr>
        <p:spPr bwMode="auto">
          <a:xfrm>
            <a:off x="8816975" y="2667000"/>
            <a:ext cx="18557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zh-TW" altLang="en-US" sz="4100">
                <a:latin typeface="Helvetica" panose="020B0604020202020204" pitchFamily="34" charset="0"/>
                <a:ea typeface="新細明體" charset="-120"/>
              </a:rPr>
              <a:t> </a:t>
            </a:r>
            <a:r>
              <a:rPr lang="en-US" altLang="zh-TW" sz="2800">
                <a:latin typeface="Helvetica" panose="020B0604020202020204" pitchFamily="34" charset="0"/>
                <a:ea typeface="新細明體" charset="-120"/>
              </a:rPr>
              <a:t>255</a:t>
            </a:r>
            <a:endParaRPr lang="en-US" altLang="zh-TW" sz="2800">
              <a:solidFill>
                <a:srgbClr val="000000"/>
              </a:solidFill>
              <a:latin typeface="Helvetica" panose="020B0604020202020204" pitchFamily="34" charset="0"/>
              <a:ea typeface="新細明體" charset="-120"/>
            </a:endParaRPr>
          </a:p>
        </p:txBody>
      </p:sp>
      <p:sp>
        <p:nvSpPr>
          <p:cNvPr id="855116" name="Rectangle 1100"/>
          <p:cNvSpPr>
            <a:spLocks noChangeArrowheads="1"/>
          </p:cNvSpPr>
          <p:nvPr/>
        </p:nvSpPr>
        <p:spPr bwMode="auto">
          <a:xfrm>
            <a:off x="1681164" y="1905000"/>
            <a:ext cx="407987"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500"/>
              </a:lnSpc>
            </a:pPr>
            <a:r>
              <a:rPr lang="en-US" altLang="zh-TW">
                <a:latin typeface="Helvetica" panose="020B0604020202020204" pitchFamily="34" charset="0"/>
                <a:ea typeface="新細明體" charset="-120"/>
              </a:rPr>
              <a:t>Dotted</a:t>
            </a:r>
            <a:br>
              <a:rPr lang="en-US" altLang="zh-TW">
                <a:latin typeface="Helvetica" panose="020B0604020202020204" pitchFamily="34" charset="0"/>
                <a:ea typeface="新細明體" charset="-120"/>
              </a:rPr>
            </a:br>
            <a:r>
              <a:rPr lang="en-US" altLang="zh-TW">
                <a:latin typeface="Helvetica" panose="020B0604020202020204" pitchFamily="34" charset="0"/>
                <a:ea typeface="新細明體" charset="-120"/>
              </a:rPr>
              <a:t>Decimal</a:t>
            </a:r>
            <a:endParaRPr lang="en-US" altLang="zh-TW" sz="2800">
              <a:solidFill>
                <a:srgbClr val="000000"/>
              </a:solidFill>
              <a:latin typeface="Helvetica" panose="020B0604020202020204" pitchFamily="34" charset="0"/>
              <a:ea typeface="新細明體" charset="-120"/>
            </a:endParaRPr>
          </a:p>
        </p:txBody>
      </p:sp>
      <p:sp>
        <p:nvSpPr>
          <p:cNvPr id="855117" name="Rectangle 1101"/>
          <p:cNvSpPr>
            <a:spLocks noChangeArrowheads="1"/>
          </p:cNvSpPr>
          <p:nvPr/>
        </p:nvSpPr>
        <p:spPr bwMode="auto">
          <a:xfrm>
            <a:off x="2214564" y="2895600"/>
            <a:ext cx="407987"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ctr">
              <a:lnSpc>
                <a:spcPts val="2500"/>
              </a:lnSpc>
            </a:pPr>
            <a:r>
              <a:rPr lang="en-US" altLang="zh-TW">
                <a:latin typeface="Helvetica" panose="020B0604020202020204" pitchFamily="34" charset="0"/>
                <a:ea typeface="新細明體" charset="-120"/>
              </a:rPr>
              <a:t>Maximum</a:t>
            </a:r>
            <a:endParaRPr lang="en-US" altLang="zh-TW" sz="2800">
              <a:solidFill>
                <a:srgbClr val="000000"/>
              </a:solidFill>
              <a:latin typeface="Helvetica" panose="020B0604020202020204" pitchFamily="34" charset="0"/>
              <a:ea typeface="新細明體" charset="-120"/>
            </a:endParaRPr>
          </a:p>
        </p:txBody>
      </p:sp>
      <p:sp>
        <p:nvSpPr>
          <p:cNvPr id="855118" name="Text Box 1102"/>
          <p:cNvSpPr txBox="1">
            <a:spLocks noChangeArrowheads="1"/>
          </p:cNvSpPr>
          <p:nvPr/>
        </p:nvSpPr>
        <p:spPr bwMode="auto">
          <a:xfrm>
            <a:off x="4348163" y="2131369"/>
            <a:ext cx="1263744"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spcBef>
                <a:spcPct val="50000"/>
              </a:spcBef>
            </a:pPr>
            <a:r>
              <a:rPr lang="en-US" altLang="zh-TW" sz="2400">
                <a:solidFill>
                  <a:schemeClr val="accent1"/>
                </a:solidFill>
                <a:ea typeface="新細明體" charset="-120"/>
              </a:rPr>
              <a:t>Network</a:t>
            </a:r>
            <a:endParaRPr lang="en-US" altLang="zh-TW">
              <a:solidFill>
                <a:schemeClr val="accent1"/>
              </a:solidFill>
              <a:ea typeface="新細明體" charset="-120"/>
            </a:endParaRPr>
          </a:p>
        </p:txBody>
      </p:sp>
      <p:sp>
        <p:nvSpPr>
          <p:cNvPr id="855119" name="Text Box 1103"/>
          <p:cNvSpPr txBox="1">
            <a:spLocks noChangeArrowheads="1"/>
          </p:cNvSpPr>
          <p:nvPr/>
        </p:nvSpPr>
        <p:spPr bwMode="auto">
          <a:xfrm>
            <a:off x="7929564" y="2131369"/>
            <a:ext cx="758285"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spcBef>
                <a:spcPct val="50000"/>
              </a:spcBef>
            </a:pPr>
            <a:r>
              <a:rPr lang="en-US" altLang="zh-TW" sz="2400">
                <a:ea typeface="新細明體" charset="-120"/>
              </a:rPr>
              <a:t>Host</a:t>
            </a:r>
            <a:endParaRPr lang="en-US" altLang="zh-TW">
              <a:solidFill>
                <a:schemeClr val="accent1"/>
              </a:solidFill>
              <a:ea typeface="新細明體" charset="-120"/>
            </a:endParaRPr>
          </a:p>
        </p:txBody>
      </p:sp>
      <p:sp>
        <p:nvSpPr>
          <p:cNvPr id="855140" name="Rectangle 1124"/>
          <p:cNvSpPr>
            <a:spLocks noChangeArrowheads="1"/>
          </p:cNvSpPr>
          <p:nvPr/>
        </p:nvSpPr>
        <p:spPr bwMode="auto">
          <a:xfrm>
            <a:off x="5955198" y="1313865"/>
            <a:ext cx="1283217" cy="374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en-US" altLang="zh-TW" dirty="0">
                <a:latin typeface="Helvetica" panose="020B0604020202020204" pitchFamily="34" charset="0"/>
                <a:ea typeface="新細明體" charset="-120"/>
              </a:rPr>
              <a:t>32 bits</a:t>
            </a:r>
            <a:endParaRPr lang="en-US" altLang="zh-TW" sz="2800" dirty="0">
              <a:solidFill>
                <a:srgbClr val="000000"/>
              </a:solidFill>
              <a:latin typeface="Helvetica" panose="020B0604020202020204" pitchFamily="34" charset="0"/>
              <a:ea typeface="新細明體" charset="-120"/>
            </a:endParaRPr>
          </a:p>
        </p:txBody>
      </p:sp>
    </p:spTree>
    <p:extLst>
      <p:ext uri="{BB962C8B-B14F-4D97-AF65-F5344CB8AC3E}">
        <p14:creationId xmlns:p14="http://schemas.microsoft.com/office/powerpoint/2010/main" val="3996645065"/>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3086" name="Rectangle 94"/>
          <p:cNvSpPr>
            <a:spLocks noChangeArrowheads="1"/>
          </p:cNvSpPr>
          <p:nvPr/>
        </p:nvSpPr>
        <p:spPr bwMode="auto">
          <a:xfrm>
            <a:off x="3205164" y="2794000"/>
            <a:ext cx="1762125" cy="603250"/>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48879" tIns="69246" rIns="48879" bIns="69246"/>
          <a:lstStyle/>
          <a:p>
            <a:endParaRPr lang="en-US"/>
          </a:p>
        </p:txBody>
      </p:sp>
      <p:sp>
        <p:nvSpPr>
          <p:cNvPr id="853087" name="Rectangle 95"/>
          <p:cNvSpPr>
            <a:spLocks noChangeArrowheads="1"/>
          </p:cNvSpPr>
          <p:nvPr/>
        </p:nvSpPr>
        <p:spPr bwMode="auto">
          <a:xfrm>
            <a:off x="4933950" y="2794001"/>
            <a:ext cx="1758950" cy="608013"/>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48879" tIns="69246" rIns="48879" bIns="69246"/>
          <a:lstStyle/>
          <a:p>
            <a:endParaRPr lang="en-US"/>
          </a:p>
        </p:txBody>
      </p:sp>
      <p:sp>
        <p:nvSpPr>
          <p:cNvPr id="853088" name="Rectangle 96"/>
          <p:cNvSpPr>
            <a:spLocks noChangeArrowheads="1"/>
          </p:cNvSpPr>
          <p:nvPr/>
        </p:nvSpPr>
        <p:spPr bwMode="auto">
          <a:xfrm>
            <a:off x="6692900" y="2794001"/>
            <a:ext cx="1758950" cy="608013"/>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48879" tIns="69246" rIns="48879" bIns="69246"/>
          <a:lstStyle/>
          <a:p>
            <a:endParaRPr lang="en-US"/>
          </a:p>
        </p:txBody>
      </p:sp>
      <p:sp>
        <p:nvSpPr>
          <p:cNvPr id="852995" name="Rectangle 3"/>
          <p:cNvSpPr>
            <a:spLocks noChangeArrowheads="1"/>
          </p:cNvSpPr>
          <p:nvPr/>
        </p:nvSpPr>
        <p:spPr bwMode="auto">
          <a:xfrm>
            <a:off x="5867401" y="1682234"/>
            <a:ext cx="184731" cy="369332"/>
          </a:xfrm>
          <a:prstGeom prst="rect">
            <a:avLst/>
          </a:prstGeom>
          <a:solidFill>
            <a:schemeClr val="bg1"/>
          </a:solidFill>
          <a:ln>
            <a:noFill/>
          </a:ln>
          <a:effectLst/>
          <a:extLs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endParaRPr lang="en-US"/>
          </a:p>
        </p:txBody>
      </p:sp>
      <p:sp>
        <p:nvSpPr>
          <p:cNvPr id="852997" name="Rectangle 5"/>
          <p:cNvSpPr>
            <a:spLocks noGrp="1" noChangeArrowheads="1"/>
          </p:cNvSpPr>
          <p:nvPr>
            <p:ph type="title"/>
          </p:nvPr>
        </p:nvSpPr>
        <p:spPr>
          <a:xfrm>
            <a:off x="354107" y="27654"/>
            <a:ext cx="10515600" cy="1325563"/>
          </a:xfrm>
          <a:noFill/>
          <a:ln/>
        </p:spPr>
        <p:txBody>
          <a:bodyPr vert="horz" lIns="82153" tIns="41076" rIns="82153" bIns="41076" rtlCol="0" anchor="ctr" anchorCtr="0">
            <a:normAutofit/>
          </a:bodyPr>
          <a:lstStyle/>
          <a:p>
            <a:r>
              <a:rPr lang="en-US" altLang="zh-TW" dirty="0">
                <a:solidFill>
                  <a:srgbClr val="00B0F0"/>
                </a:solidFill>
                <a:ea typeface="新細明體" charset="-120"/>
              </a:rPr>
              <a:t>IP Addressing</a:t>
            </a:r>
          </a:p>
        </p:txBody>
      </p:sp>
      <p:sp>
        <p:nvSpPr>
          <p:cNvPr id="852998" name="Line 6"/>
          <p:cNvSpPr>
            <a:spLocks noChangeShapeType="1"/>
          </p:cNvSpPr>
          <p:nvPr/>
        </p:nvSpPr>
        <p:spPr bwMode="auto">
          <a:xfrm>
            <a:off x="5924550" y="2257425"/>
            <a:ext cx="0" cy="871538"/>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p>
            <a:endParaRPr lang="en-US"/>
          </a:p>
        </p:txBody>
      </p:sp>
      <p:sp>
        <p:nvSpPr>
          <p:cNvPr id="853082" name="Line 90"/>
          <p:cNvSpPr>
            <a:spLocks noChangeShapeType="1"/>
          </p:cNvSpPr>
          <p:nvPr/>
        </p:nvSpPr>
        <p:spPr bwMode="auto">
          <a:xfrm>
            <a:off x="3205163" y="1752600"/>
            <a:ext cx="7010400" cy="0"/>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endParaRPr lang="en-US"/>
          </a:p>
        </p:txBody>
      </p:sp>
      <p:sp>
        <p:nvSpPr>
          <p:cNvPr id="853083" name="Rectangle 91"/>
          <p:cNvSpPr>
            <a:spLocks noChangeArrowheads="1"/>
          </p:cNvSpPr>
          <p:nvPr/>
        </p:nvSpPr>
        <p:spPr bwMode="auto">
          <a:xfrm>
            <a:off x="6024564" y="1529834"/>
            <a:ext cx="184731" cy="369332"/>
          </a:xfrm>
          <a:prstGeom prst="rect">
            <a:avLst/>
          </a:prstGeom>
          <a:solidFill>
            <a:schemeClr val="bg1"/>
          </a:solidFill>
          <a:ln>
            <a:noFill/>
          </a:ln>
          <a:effectLst/>
          <a:extLs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endParaRPr lang="en-US"/>
          </a:p>
        </p:txBody>
      </p:sp>
      <p:sp>
        <p:nvSpPr>
          <p:cNvPr id="853084" name="Rectangle 92"/>
          <p:cNvSpPr>
            <a:spLocks noChangeArrowheads="1"/>
          </p:cNvSpPr>
          <p:nvPr/>
        </p:nvSpPr>
        <p:spPr bwMode="auto">
          <a:xfrm>
            <a:off x="8448675" y="2792413"/>
            <a:ext cx="1758950" cy="608012"/>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48879" tIns="69246" rIns="48879" bIns="69246"/>
          <a:lstStyle/>
          <a:p>
            <a:endParaRPr lang="en-US"/>
          </a:p>
        </p:txBody>
      </p:sp>
      <p:sp>
        <p:nvSpPr>
          <p:cNvPr id="853085" name="Line 93"/>
          <p:cNvSpPr>
            <a:spLocks noChangeShapeType="1"/>
          </p:cNvSpPr>
          <p:nvPr/>
        </p:nvSpPr>
        <p:spPr bwMode="auto">
          <a:xfrm>
            <a:off x="6081713" y="2105025"/>
            <a:ext cx="0" cy="871538"/>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p>
            <a:endParaRPr lang="en-US"/>
          </a:p>
        </p:txBody>
      </p:sp>
      <p:sp>
        <p:nvSpPr>
          <p:cNvPr id="853089" name="Rectangle 97"/>
          <p:cNvSpPr>
            <a:spLocks noChangeArrowheads="1"/>
          </p:cNvSpPr>
          <p:nvPr/>
        </p:nvSpPr>
        <p:spPr bwMode="auto">
          <a:xfrm>
            <a:off x="3205163" y="1982788"/>
            <a:ext cx="7010400" cy="684212"/>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48879" tIns="69246" rIns="48879" bIns="69246"/>
          <a:lstStyle/>
          <a:p>
            <a:endParaRPr lang="en-US"/>
          </a:p>
        </p:txBody>
      </p:sp>
      <p:sp>
        <p:nvSpPr>
          <p:cNvPr id="853090" name="Rectangle 98"/>
          <p:cNvSpPr>
            <a:spLocks noChangeArrowheads="1"/>
          </p:cNvSpPr>
          <p:nvPr/>
        </p:nvSpPr>
        <p:spPr bwMode="auto">
          <a:xfrm>
            <a:off x="3635375" y="2640013"/>
            <a:ext cx="18557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zh-TW" altLang="en-US" sz="4100">
                <a:solidFill>
                  <a:schemeClr val="accent1"/>
                </a:solidFill>
                <a:latin typeface="Helvetica" panose="020B0604020202020204" pitchFamily="34" charset="0"/>
                <a:ea typeface="新細明體" charset="-120"/>
              </a:rPr>
              <a:t> </a:t>
            </a:r>
            <a:r>
              <a:rPr lang="en-US" altLang="zh-TW" sz="2800">
                <a:solidFill>
                  <a:schemeClr val="accent1"/>
                </a:solidFill>
                <a:latin typeface="Helvetica" panose="020B0604020202020204" pitchFamily="34" charset="0"/>
                <a:ea typeface="新細明體" charset="-120"/>
              </a:rPr>
              <a:t>255</a:t>
            </a:r>
            <a:endParaRPr lang="en-US" altLang="zh-TW" sz="2800">
              <a:solidFill>
                <a:srgbClr val="000000"/>
              </a:solidFill>
              <a:latin typeface="Helvetica" panose="020B0604020202020204" pitchFamily="34" charset="0"/>
              <a:ea typeface="新細明體" charset="-120"/>
            </a:endParaRPr>
          </a:p>
        </p:txBody>
      </p:sp>
      <p:sp>
        <p:nvSpPr>
          <p:cNvPr id="853091" name="Rectangle 99"/>
          <p:cNvSpPr>
            <a:spLocks noChangeArrowheads="1"/>
          </p:cNvSpPr>
          <p:nvPr/>
        </p:nvSpPr>
        <p:spPr bwMode="auto">
          <a:xfrm>
            <a:off x="5464175" y="2667000"/>
            <a:ext cx="18557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en-US" altLang="zh-TW" sz="2800">
                <a:solidFill>
                  <a:schemeClr val="accent1"/>
                </a:solidFill>
                <a:latin typeface="Helvetica" panose="020B0604020202020204" pitchFamily="34" charset="0"/>
                <a:ea typeface="新細明體" charset="-120"/>
              </a:rPr>
              <a:t>255</a:t>
            </a:r>
            <a:endParaRPr lang="en-US" altLang="zh-TW" sz="2800">
              <a:solidFill>
                <a:srgbClr val="000000"/>
              </a:solidFill>
              <a:latin typeface="Helvetica" panose="020B0604020202020204" pitchFamily="34" charset="0"/>
              <a:ea typeface="新細明體" charset="-120"/>
            </a:endParaRPr>
          </a:p>
        </p:txBody>
      </p:sp>
      <p:sp>
        <p:nvSpPr>
          <p:cNvPr id="853092" name="Rectangle 100"/>
          <p:cNvSpPr>
            <a:spLocks noChangeArrowheads="1"/>
          </p:cNvSpPr>
          <p:nvPr/>
        </p:nvSpPr>
        <p:spPr bwMode="auto">
          <a:xfrm>
            <a:off x="7140575" y="2667000"/>
            <a:ext cx="18557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zh-TW" altLang="en-US" sz="4100">
                <a:latin typeface="Helvetica" panose="020B0604020202020204" pitchFamily="34" charset="0"/>
                <a:ea typeface="新細明體" charset="-120"/>
              </a:rPr>
              <a:t> </a:t>
            </a:r>
            <a:r>
              <a:rPr lang="en-US" altLang="zh-TW" sz="2800">
                <a:latin typeface="Helvetica" panose="020B0604020202020204" pitchFamily="34" charset="0"/>
                <a:ea typeface="新細明體" charset="-120"/>
              </a:rPr>
              <a:t>255</a:t>
            </a:r>
            <a:endParaRPr lang="en-US" altLang="zh-TW" sz="2800">
              <a:solidFill>
                <a:srgbClr val="000000"/>
              </a:solidFill>
              <a:latin typeface="Helvetica" panose="020B0604020202020204" pitchFamily="34" charset="0"/>
              <a:ea typeface="新細明體" charset="-120"/>
            </a:endParaRPr>
          </a:p>
        </p:txBody>
      </p:sp>
      <p:sp>
        <p:nvSpPr>
          <p:cNvPr id="853093" name="Rectangle 101"/>
          <p:cNvSpPr>
            <a:spLocks noChangeArrowheads="1"/>
          </p:cNvSpPr>
          <p:nvPr/>
        </p:nvSpPr>
        <p:spPr bwMode="auto">
          <a:xfrm>
            <a:off x="8816975" y="2667000"/>
            <a:ext cx="18557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zh-TW" altLang="en-US" sz="4100">
                <a:latin typeface="Helvetica" panose="020B0604020202020204" pitchFamily="34" charset="0"/>
                <a:ea typeface="新細明體" charset="-120"/>
              </a:rPr>
              <a:t> </a:t>
            </a:r>
            <a:r>
              <a:rPr lang="en-US" altLang="zh-TW" sz="2800">
                <a:latin typeface="Helvetica" panose="020B0604020202020204" pitchFamily="34" charset="0"/>
                <a:ea typeface="新細明體" charset="-120"/>
              </a:rPr>
              <a:t>255</a:t>
            </a:r>
            <a:endParaRPr lang="en-US" altLang="zh-TW" sz="2800">
              <a:solidFill>
                <a:srgbClr val="000000"/>
              </a:solidFill>
              <a:latin typeface="Helvetica" panose="020B0604020202020204" pitchFamily="34" charset="0"/>
              <a:ea typeface="新細明體" charset="-120"/>
            </a:endParaRPr>
          </a:p>
        </p:txBody>
      </p:sp>
      <p:sp>
        <p:nvSpPr>
          <p:cNvPr id="853094" name="Rectangle 102"/>
          <p:cNvSpPr>
            <a:spLocks noChangeArrowheads="1"/>
          </p:cNvSpPr>
          <p:nvPr/>
        </p:nvSpPr>
        <p:spPr bwMode="auto">
          <a:xfrm>
            <a:off x="1681164" y="1905000"/>
            <a:ext cx="407987"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500"/>
              </a:lnSpc>
            </a:pPr>
            <a:r>
              <a:rPr lang="en-US" altLang="zh-TW">
                <a:latin typeface="Helvetica" panose="020B0604020202020204" pitchFamily="34" charset="0"/>
                <a:ea typeface="新細明體" charset="-120"/>
              </a:rPr>
              <a:t>Dotted</a:t>
            </a:r>
            <a:br>
              <a:rPr lang="en-US" altLang="zh-TW">
                <a:latin typeface="Helvetica" panose="020B0604020202020204" pitchFamily="34" charset="0"/>
                <a:ea typeface="新細明體" charset="-120"/>
              </a:rPr>
            </a:br>
            <a:r>
              <a:rPr lang="en-US" altLang="zh-TW">
                <a:latin typeface="Helvetica" panose="020B0604020202020204" pitchFamily="34" charset="0"/>
                <a:ea typeface="新細明體" charset="-120"/>
              </a:rPr>
              <a:t>Decimal</a:t>
            </a:r>
            <a:endParaRPr lang="en-US" altLang="zh-TW" sz="2800">
              <a:solidFill>
                <a:srgbClr val="000000"/>
              </a:solidFill>
              <a:latin typeface="Helvetica" panose="020B0604020202020204" pitchFamily="34" charset="0"/>
              <a:ea typeface="新細明體" charset="-120"/>
            </a:endParaRPr>
          </a:p>
        </p:txBody>
      </p:sp>
      <p:sp>
        <p:nvSpPr>
          <p:cNvPr id="853095" name="Rectangle 103"/>
          <p:cNvSpPr>
            <a:spLocks noChangeArrowheads="1"/>
          </p:cNvSpPr>
          <p:nvPr/>
        </p:nvSpPr>
        <p:spPr bwMode="auto">
          <a:xfrm>
            <a:off x="2214564" y="2895600"/>
            <a:ext cx="407987"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ctr">
              <a:lnSpc>
                <a:spcPts val="2500"/>
              </a:lnSpc>
            </a:pPr>
            <a:r>
              <a:rPr lang="en-US" altLang="zh-TW">
                <a:latin typeface="Helvetica" panose="020B0604020202020204" pitchFamily="34" charset="0"/>
                <a:ea typeface="新細明體" charset="-120"/>
              </a:rPr>
              <a:t>Maximum</a:t>
            </a:r>
            <a:endParaRPr lang="en-US" altLang="zh-TW" sz="2800">
              <a:solidFill>
                <a:srgbClr val="000000"/>
              </a:solidFill>
              <a:latin typeface="Helvetica" panose="020B0604020202020204" pitchFamily="34" charset="0"/>
              <a:ea typeface="新細明體" charset="-120"/>
            </a:endParaRPr>
          </a:p>
        </p:txBody>
      </p:sp>
      <p:sp>
        <p:nvSpPr>
          <p:cNvPr id="853096" name="Text Box 104"/>
          <p:cNvSpPr txBox="1">
            <a:spLocks noChangeArrowheads="1"/>
          </p:cNvSpPr>
          <p:nvPr/>
        </p:nvSpPr>
        <p:spPr bwMode="auto">
          <a:xfrm>
            <a:off x="4348163" y="2131369"/>
            <a:ext cx="1263744"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spcBef>
                <a:spcPct val="50000"/>
              </a:spcBef>
            </a:pPr>
            <a:r>
              <a:rPr lang="en-US" altLang="zh-TW" sz="2400">
                <a:solidFill>
                  <a:schemeClr val="accent1"/>
                </a:solidFill>
                <a:ea typeface="新細明體" charset="-120"/>
              </a:rPr>
              <a:t>Network</a:t>
            </a:r>
            <a:endParaRPr lang="en-US" altLang="zh-TW">
              <a:solidFill>
                <a:schemeClr val="accent1"/>
              </a:solidFill>
              <a:ea typeface="新細明體" charset="-120"/>
            </a:endParaRPr>
          </a:p>
        </p:txBody>
      </p:sp>
      <p:sp>
        <p:nvSpPr>
          <p:cNvPr id="853097" name="Text Box 105"/>
          <p:cNvSpPr txBox="1">
            <a:spLocks noChangeArrowheads="1"/>
          </p:cNvSpPr>
          <p:nvPr/>
        </p:nvSpPr>
        <p:spPr bwMode="auto">
          <a:xfrm>
            <a:off x="7929564" y="2131369"/>
            <a:ext cx="758285"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spcBef>
                <a:spcPct val="50000"/>
              </a:spcBef>
            </a:pPr>
            <a:r>
              <a:rPr lang="en-US" altLang="zh-TW" sz="2400">
                <a:ea typeface="新細明體" charset="-120"/>
              </a:rPr>
              <a:t>Host</a:t>
            </a:r>
            <a:endParaRPr lang="en-US" altLang="zh-TW">
              <a:solidFill>
                <a:schemeClr val="accent1"/>
              </a:solidFill>
              <a:ea typeface="新細明體" charset="-120"/>
            </a:endParaRPr>
          </a:p>
        </p:txBody>
      </p:sp>
      <p:sp>
        <p:nvSpPr>
          <p:cNvPr id="853098" name="Rectangle 106"/>
          <p:cNvSpPr>
            <a:spLocks noChangeArrowheads="1"/>
          </p:cNvSpPr>
          <p:nvPr/>
        </p:nvSpPr>
        <p:spPr bwMode="auto">
          <a:xfrm rot="16200000">
            <a:off x="8601870" y="4307682"/>
            <a:ext cx="48418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1600"/>
              </a:lnSpc>
            </a:pPr>
            <a:r>
              <a:rPr lang="en-US" altLang="zh-TW" sz="1800">
                <a:latin typeface="Helvetica" panose="020B0604020202020204" pitchFamily="34" charset="0"/>
                <a:ea typeface="新細明體" charset="-120"/>
              </a:rPr>
              <a:t>128</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64</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32</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16</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8</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4</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2</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1</a:t>
            </a:r>
            <a:br>
              <a:rPr lang="en-US" altLang="zh-TW" sz="1800">
                <a:latin typeface="Helvetica" panose="020B0604020202020204" pitchFamily="34" charset="0"/>
                <a:ea typeface="新細明體" charset="-120"/>
              </a:rPr>
            </a:br>
            <a:endParaRPr lang="en-US" altLang="zh-TW" sz="2800">
              <a:solidFill>
                <a:srgbClr val="000000"/>
              </a:solidFill>
              <a:latin typeface="Helvetica" panose="020B0604020202020204" pitchFamily="34" charset="0"/>
              <a:ea typeface="新細明體" charset="-120"/>
            </a:endParaRPr>
          </a:p>
        </p:txBody>
      </p:sp>
      <p:grpSp>
        <p:nvGrpSpPr>
          <p:cNvPr id="853099" name="Group 107"/>
          <p:cNvGrpSpPr>
            <a:grpSpLocks/>
          </p:cNvGrpSpPr>
          <p:nvPr/>
        </p:nvGrpSpPr>
        <p:grpSpPr bwMode="auto">
          <a:xfrm>
            <a:off x="3205164" y="3810000"/>
            <a:ext cx="6973887" cy="609600"/>
            <a:chOff x="893" y="1200"/>
            <a:chExt cx="4460" cy="586"/>
          </a:xfrm>
        </p:grpSpPr>
        <p:sp>
          <p:nvSpPr>
            <p:cNvPr id="853100" name="Rectangle 108"/>
            <p:cNvSpPr>
              <a:spLocks noChangeArrowheads="1"/>
            </p:cNvSpPr>
            <p:nvPr/>
          </p:nvSpPr>
          <p:spPr bwMode="auto">
            <a:xfrm>
              <a:off x="893" y="1201"/>
              <a:ext cx="1127" cy="581"/>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48879" tIns="69246" rIns="48879" bIns="69246"/>
            <a:lstStyle/>
            <a:p>
              <a:endParaRPr lang="en-US"/>
            </a:p>
          </p:txBody>
        </p:sp>
        <p:sp>
          <p:nvSpPr>
            <p:cNvPr id="853101" name="Rectangle 109"/>
            <p:cNvSpPr>
              <a:spLocks noChangeArrowheads="1"/>
            </p:cNvSpPr>
            <p:nvPr/>
          </p:nvSpPr>
          <p:spPr bwMode="auto">
            <a:xfrm>
              <a:off x="1999" y="1201"/>
              <a:ext cx="1125" cy="585"/>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48879" tIns="69246" rIns="48879" bIns="69246"/>
            <a:lstStyle/>
            <a:p>
              <a:endParaRPr lang="en-US"/>
            </a:p>
          </p:txBody>
        </p:sp>
        <p:sp>
          <p:nvSpPr>
            <p:cNvPr id="853102" name="Rectangle 110"/>
            <p:cNvSpPr>
              <a:spLocks noChangeArrowheads="1"/>
            </p:cNvSpPr>
            <p:nvPr/>
          </p:nvSpPr>
          <p:spPr bwMode="auto">
            <a:xfrm>
              <a:off x="3123" y="1201"/>
              <a:ext cx="1125" cy="585"/>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48879" tIns="69246" rIns="48879" bIns="69246"/>
            <a:lstStyle/>
            <a:p>
              <a:endParaRPr lang="en-US"/>
            </a:p>
          </p:txBody>
        </p:sp>
        <p:sp>
          <p:nvSpPr>
            <p:cNvPr id="853103" name="Rectangle 111"/>
            <p:cNvSpPr>
              <a:spLocks noChangeArrowheads="1"/>
            </p:cNvSpPr>
            <p:nvPr/>
          </p:nvSpPr>
          <p:spPr bwMode="auto">
            <a:xfrm>
              <a:off x="4228" y="1200"/>
              <a:ext cx="1125" cy="585"/>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48879" tIns="69246" rIns="48879" bIns="69246"/>
            <a:lstStyle/>
            <a:p>
              <a:endParaRPr lang="en-US"/>
            </a:p>
          </p:txBody>
        </p:sp>
      </p:grpSp>
      <p:sp>
        <p:nvSpPr>
          <p:cNvPr id="853104" name="Rectangle 112"/>
          <p:cNvSpPr>
            <a:spLocks noChangeArrowheads="1"/>
          </p:cNvSpPr>
          <p:nvPr/>
        </p:nvSpPr>
        <p:spPr bwMode="auto">
          <a:xfrm>
            <a:off x="3025775" y="3711575"/>
            <a:ext cx="1855788" cy="762000"/>
          </a:xfrm>
          <a:prstGeom prst="rect">
            <a:avLst/>
          </a:prstGeom>
          <a:solidFill>
            <a:schemeClr val="accent2"/>
          </a:solidFill>
          <a:ln>
            <a:noFill/>
          </a:ln>
          <a:effec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zh-TW" altLang="en-US" sz="4100">
                <a:solidFill>
                  <a:schemeClr val="accent1"/>
                </a:solidFill>
                <a:latin typeface="Helvetica" panose="020B0604020202020204" pitchFamily="34" charset="0"/>
                <a:ea typeface="新細明體" charset="-120"/>
              </a:rPr>
              <a:t> </a:t>
            </a:r>
            <a:r>
              <a:rPr lang="en-US" altLang="zh-TW" sz="2800">
                <a:solidFill>
                  <a:schemeClr val="accent1"/>
                </a:solidFill>
                <a:latin typeface="Helvetica" panose="020B0604020202020204" pitchFamily="34" charset="0"/>
                <a:ea typeface="新細明體" charset="-120"/>
              </a:rPr>
              <a:t>11111111</a:t>
            </a:r>
            <a:endParaRPr lang="en-US" altLang="zh-TW" sz="2800">
              <a:solidFill>
                <a:srgbClr val="000000"/>
              </a:solidFill>
              <a:latin typeface="Helvetica" panose="020B0604020202020204" pitchFamily="34" charset="0"/>
              <a:ea typeface="新細明體" charset="-120"/>
            </a:endParaRPr>
          </a:p>
        </p:txBody>
      </p:sp>
      <p:sp>
        <p:nvSpPr>
          <p:cNvPr id="853105" name="Rectangle 113"/>
          <p:cNvSpPr>
            <a:spLocks noChangeArrowheads="1"/>
          </p:cNvSpPr>
          <p:nvPr/>
        </p:nvSpPr>
        <p:spPr bwMode="auto">
          <a:xfrm>
            <a:off x="4778375" y="3711575"/>
            <a:ext cx="1855788" cy="762000"/>
          </a:xfrm>
          <a:prstGeom prst="rect">
            <a:avLst/>
          </a:prstGeom>
          <a:solidFill>
            <a:schemeClr val="accent2"/>
          </a:solidFill>
          <a:ln>
            <a:noFill/>
          </a:ln>
          <a:effec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zh-TW" altLang="en-US" sz="4100">
                <a:solidFill>
                  <a:schemeClr val="accent1"/>
                </a:solidFill>
                <a:latin typeface="Helvetica" panose="020B0604020202020204" pitchFamily="34" charset="0"/>
                <a:ea typeface="新細明體" charset="-120"/>
              </a:rPr>
              <a:t> </a:t>
            </a:r>
            <a:r>
              <a:rPr lang="en-US" altLang="zh-TW" sz="2800">
                <a:solidFill>
                  <a:schemeClr val="accent1"/>
                </a:solidFill>
                <a:latin typeface="Helvetica" panose="020B0604020202020204" pitchFamily="34" charset="0"/>
                <a:ea typeface="新細明體" charset="-120"/>
              </a:rPr>
              <a:t>11111111</a:t>
            </a:r>
            <a:endParaRPr lang="en-US" altLang="zh-TW" sz="2800">
              <a:solidFill>
                <a:srgbClr val="000000"/>
              </a:solidFill>
              <a:latin typeface="Helvetica" panose="020B0604020202020204" pitchFamily="34" charset="0"/>
              <a:ea typeface="新細明體" charset="-120"/>
            </a:endParaRPr>
          </a:p>
        </p:txBody>
      </p:sp>
      <p:sp>
        <p:nvSpPr>
          <p:cNvPr id="853106" name="Rectangle 114"/>
          <p:cNvSpPr>
            <a:spLocks noChangeArrowheads="1"/>
          </p:cNvSpPr>
          <p:nvPr/>
        </p:nvSpPr>
        <p:spPr bwMode="auto">
          <a:xfrm>
            <a:off x="6607175" y="3711575"/>
            <a:ext cx="1855788" cy="762000"/>
          </a:xfrm>
          <a:prstGeom prst="rect">
            <a:avLst/>
          </a:prstGeom>
          <a:solidFill>
            <a:schemeClr val="accent2"/>
          </a:solidFill>
          <a:ln>
            <a:noFill/>
          </a:ln>
          <a:effec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zh-TW" altLang="en-US" sz="4100">
                <a:latin typeface="Helvetica" panose="020B0604020202020204" pitchFamily="34" charset="0"/>
                <a:ea typeface="新細明體" charset="-120"/>
              </a:rPr>
              <a:t> </a:t>
            </a:r>
            <a:r>
              <a:rPr lang="en-US" altLang="zh-TW" sz="2800">
                <a:latin typeface="Helvetica" panose="020B0604020202020204" pitchFamily="34" charset="0"/>
                <a:ea typeface="新細明體" charset="-120"/>
              </a:rPr>
              <a:t>11111111</a:t>
            </a:r>
            <a:endParaRPr lang="en-US" altLang="zh-TW" sz="2800">
              <a:solidFill>
                <a:srgbClr val="000000"/>
              </a:solidFill>
              <a:latin typeface="Helvetica" panose="020B0604020202020204" pitchFamily="34" charset="0"/>
              <a:ea typeface="新細明體" charset="-120"/>
            </a:endParaRPr>
          </a:p>
        </p:txBody>
      </p:sp>
      <p:sp>
        <p:nvSpPr>
          <p:cNvPr id="853107" name="Rectangle 115"/>
          <p:cNvSpPr>
            <a:spLocks noChangeArrowheads="1"/>
          </p:cNvSpPr>
          <p:nvPr/>
        </p:nvSpPr>
        <p:spPr bwMode="auto">
          <a:xfrm>
            <a:off x="8359775" y="3711575"/>
            <a:ext cx="1855788" cy="762000"/>
          </a:xfrm>
          <a:prstGeom prst="rect">
            <a:avLst/>
          </a:prstGeom>
          <a:solidFill>
            <a:schemeClr val="accent2"/>
          </a:solidFill>
          <a:ln>
            <a:noFill/>
          </a:ln>
          <a:effec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zh-TW" altLang="en-US" sz="4100">
                <a:latin typeface="Helvetica" panose="020B0604020202020204" pitchFamily="34" charset="0"/>
                <a:ea typeface="新細明體" charset="-120"/>
              </a:rPr>
              <a:t> </a:t>
            </a:r>
            <a:r>
              <a:rPr lang="en-US" altLang="zh-TW" sz="2800">
                <a:latin typeface="Helvetica" panose="020B0604020202020204" pitchFamily="34" charset="0"/>
                <a:ea typeface="新細明體" charset="-120"/>
              </a:rPr>
              <a:t>11111111</a:t>
            </a:r>
            <a:endParaRPr lang="en-US" altLang="zh-TW" sz="2800">
              <a:solidFill>
                <a:srgbClr val="000000"/>
              </a:solidFill>
              <a:latin typeface="Helvetica" panose="020B0604020202020204" pitchFamily="34" charset="0"/>
              <a:ea typeface="新細明體" charset="-120"/>
            </a:endParaRPr>
          </a:p>
        </p:txBody>
      </p:sp>
      <p:sp>
        <p:nvSpPr>
          <p:cNvPr id="853117" name="Rectangle 125"/>
          <p:cNvSpPr>
            <a:spLocks noChangeArrowheads="1"/>
          </p:cNvSpPr>
          <p:nvPr/>
        </p:nvSpPr>
        <p:spPr bwMode="auto">
          <a:xfrm>
            <a:off x="1985964" y="3962400"/>
            <a:ext cx="407987"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ctr">
              <a:lnSpc>
                <a:spcPts val="2500"/>
              </a:lnSpc>
            </a:pPr>
            <a:r>
              <a:rPr lang="en-US" altLang="zh-TW">
                <a:latin typeface="Helvetica" panose="020B0604020202020204" pitchFamily="34" charset="0"/>
                <a:ea typeface="新細明體" charset="-120"/>
              </a:rPr>
              <a:t>Binary</a:t>
            </a:r>
            <a:endParaRPr lang="en-US" altLang="zh-TW" sz="2800">
              <a:solidFill>
                <a:srgbClr val="000000"/>
              </a:solidFill>
              <a:latin typeface="Helvetica" panose="020B0604020202020204" pitchFamily="34" charset="0"/>
              <a:ea typeface="新細明體" charset="-120"/>
            </a:endParaRPr>
          </a:p>
        </p:txBody>
      </p:sp>
      <p:sp>
        <p:nvSpPr>
          <p:cNvPr id="853118" name="Rectangle 126"/>
          <p:cNvSpPr>
            <a:spLocks noChangeArrowheads="1"/>
          </p:cNvSpPr>
          <p:nvPr/>
        </p:nvSpPr>
        <p:spPr bwMode="auto">
          <a:xfrm>
            <a:off x="6024564" y="1295400"/>
            <a:ext cx="8651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en-US" altLang="zh-TW">
                <a:latin typeface="Helvetica" panose="020B0604020202020204" pitchFamily="34" charset="0"/>
                <a:ea typeface="新細明體" charset="-120"/>
              </a:rPr>
              <a:t>32 bits</a:t>
            </a:r>
            <a:endParaRPr lang="en-US" altLang="zh-TW" sz="2800">
              <a:solidFill>
                <a:srgbClr val="000000"/>
              </a:solidFill>
              <a:latin typeface="Helvetica" panose="020B0604020202020204" pitchFamily="34" charset="0"/>
              <a:ea typeface="新細明體" charset="-120"/>
            </a:endParaRPr>
          </a:p>
        </p:txBody>
      </p:sp>
      <p:sp>
        <p:nvSpPr>
          <p:cNvPr id="853132" name="Rectangle 140"/>
          <p:cNvSpPr>
            <a:spLocks noChangeArrowheads="1"/>
          </p:cNvSpPr>
          <p:nvPr/>
        </p:nvSpPr>
        <p:spPr bwMode="auto">
          <a:xfrm>
            <a:off x="3195639" y="3443288"/>
            <a:ext cx="314325" cy="442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a:t>
            </a:r>
          </a:p>
        </p:txBody>
      </p:sp>
      <p:sp>
        <p:nvSpPr>
          <p:cNvPr id="853133" name="Rectangle 141"/>
          <p:cNvSpPr>
            <a:spLocks noChangeArrowheads="1"/>
          </p:cNvSpPr>
          <p:nvPr/>
        </p:nvSpPr>
        <p:spPr bwMode="auto">
          <a:xfrm>
            <a:off x="4576764" y="3443288"/>
            <a:ext cx="314325" cy="442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8</a:t>
            </a:r>
          </a:p>
        </p:txBody>
      </p:sp>
      <p:sp>
        <p:nvSpPr>
          <p:cNvPr id="853134" name="Rectangle 142"/>
          <p:cNvSpPr>
            <a:spLocks noChangeArrowheads="1"/>
          </p:cNvSpPr>
          <p:nvPr/>
        </p:nvSpPr>
        <p:spPr bwMode="auto">
          <a:xfrm>
            <a:off x="4881564" y="3443288"/>
            <a:ext cx="314325" cy="442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9</a:t>
            </a:r>
          </a:p>
        </p:txBody>
      </p:sp>
      <p:sp>
        <p:nvSpPr>
          <p:cNvPr id="853135" name="Rectangle 143"/>
          <p:cNvSpPr>
            <a:spLocks noChangeArrowheads="1"/>
          </p:cNvSpPr>
          <p:nvPr/>
        </p:nvSpPr>
        <p:spPr bwMode="auto">
          <a:xfrm>
            <a:off x="6253164" y="3443288"/>
            <a:ext cx="314325" cy="442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16</a:t>
            </a:r>
          </a:p>
        </p:txBody>
      </p:sp>
      <p:sp>
        <p:nvSpPr>
          <p:cNvPr id="853136" name="Rectangle 144"/>
          <p:cNvSpPr>
            <a:spLocks noChangeArrowheads="1"/>
          </p:cNvSpPr>
          <p:nvPr/>
        </p:nvSpPr>
        <p:spPr bwMode="auto">
          <a:xfrm>
            <a:off x="6700839" y="3429001"/>
            <a:ext cx="314325"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17</a:t>
            </a:r>
          </a:p>
        </p:txBody>
      </p:sp>
      <p:sp>
        <p:nvSpPr>
          <p:cNvPr id="853137" name="Rectangle 145"/>
          <p:cNvSpPr>
            <a:spLocks noChangeArrowheads="1"/>
          </p:cNvSpPr>
          <p:nvPr/>
        </p:nvSpPr>
        <p:spPr bwMode="auto">
          <a:xfrm>
            <a:off x="8058151" y="3443288"/>
            <a:ext cx="314325" cy="442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24</a:t>
            </a:r>
          </a:p>
        </p:txBody>
      </p:sp>
      <p:sp>
        <p:nvSpPr>
          <p:cNvPr id="853138" name="Rectangle 146"/>
          <p:cNvSpPr>
            <a:spLocks noChangeArrowheads="1"/>
          </p:cNvSpPr>
          <p:nvPr/>
        </p:nvSpPr>
        <p:spPr bwMode="auto">
          <a:xfrm>
            <a:off x="8429626" y="3443288"/>
            <a:ext cx="314325" cy="442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25</a:t>
            </a:r>
          </a:p>
        </p:txBody>
      </p:sp>
      <p:sp>
        <p:nvSpPr>
          <p:cNvPr id="853139" name="Rectangle 147"/>
          <p:cNvSpPr>
            <a:spLocks noChangeArrowheads="1"/>
          </p:cNvSpPr>
          <p:nvPr/>
        </p:nvSpPr>
        <p:spPr bwMode="auto">
          <a:xfrm>
            <a:off x="9825039" y="3443288"/>
            <a:ext cx="314325" cy="442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32</a:t>
            </a:r>
          </a:p>
        </p:txBody>
      </p:sp>
      <p:sp>
        <p:nvSpPr>
          <p:cNvPr id="853140" name="Rectangle 148"/>
          <p:cNvSpPr>
            <a:spLocks noChangeArrowheads="1"/>
          </p:cNvSpPr>
          <p:nvPr/>
        </p:nvSpPr>
        <p:spPr bwMode="auto">
          <a:xfrm rot="16200000">
            <a:off x="6849270" y="4329907"/>
            <a:ext cx="48418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1600"/>
              </a:lnSpc>
            </a:pPr>
            <a:r>
              <a:rPr lang="en-US" altLang="zh-TW" sz="1800">
                <a:latin typeface="Helvetica" panose="020B0604020202020204" pitchFamily="34" charset="0"/>
                <a:ea typeface="新細明體" charset="-120"/>
              </a:rPr>
              <a:t>128</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64</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32</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16</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8</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4</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2</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1</a:t>
            </a:r>
            <a:br>
              <a:rPr lang="en-US" altLang="zh-TW" sz="1800">
                <a:latin typeface="Helvetica" panose="020B0604020202020204" pitchFamily="34" charset="0"/>
                <a:ea typeface="新細明體" charset="-120"/>
              </a:rPr>
            </a:br>
            <a:endParaRPr lang="en-US" altLang="zh-TW" sz="2800">
              <a:solidFill>
                <a:srgbClr val="000000"/>
              </a:solidFill>
              <a:latin typeface="Helvetica" panose="020B0604020202020204" pitchFamily="34" charset="0"/>
              <a:ea typeface="新細明體" charset="-120"/>
            </a:endParaRPr>
          </a:p>
        </p:txBody>
      </p:sp>
      <p:sp>
        <p:nvSpPr>
          <p:cNvPr id="853141" name="Rectangle 149"/>
          <p:cNvSpPr>
            <a:spLocks noChangeArrowheads="1"/>
          </p:cNvSpPr>
          <p:nvPr/>
        </p:nvSpPr>
        <p:spPr bwMode="auto">
          <a:xfrm rot="16200000">
            <a:off x="5020469" y="4356894"/>
            <a:ext cx="4841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1600"/>
              </a:lnSpc>
            </a:pPr>
            <a:r>
              <a:rPr lang="en-US" altLang="zh-TW" sz="1800">
                <a:latin typeface="Helvetica" panose="020B0604020202020204" pitchFamily="34" charset="0"/>
                <a:ea typeface="新細明體" charset="-120"/>
              </a:rPr>
              <a:t>128</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64</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32</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16</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8</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4</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2</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1</a:t>
            </a:r>
            <a:br>
              <a:rPr lang="en-US" altLang="zh-TW" sz="1800">
                <a:latin typeface="Helvetica" panose="020B0604020202020204" pitchFamily="34" charset="0"/>
                <a:ea typeface="新細明體" charset="-120"/>
              </a:rPr>
            </a:br>
            <a:endParaRPr lang="en-US" altLang="zh-TW" sz="2800">
              <a:solidFill>
                <a:srgbClr val="000000"/>
              </a:solidFill>
              <a:latin typeface="Helvetica" panose="020B0604020202020204" pitchFamily="34" charset="0"/>
              <a:ea typeface="新細明體" charset="-120"/>
            </a:endParaRPr>
          </a:p>
        </p:txBody>
      </p:sp>
      <p:sp>
        <p:nvSpPr>
          <p:cNvPr id="853142" name="Rectangle 150"/>
          <p:cNvSpPr>
            <a:spLocks noChangeArrowheads="1"/>
          </p:cNvSpPr>
          <p:nvPr/>
        </p:nvSpPr>
        <p:spPr bwMode="auto">
          <a:xfrm rot="16200000">
            <a:off x="3267869" y="4356894"/>
            <a:ext cx="4841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1600"/>
              </a:lnSpc>
            </a:pPr>
            <a:r>
              <a:rPr lang="en-US" altLang="zh-TW" sz="1800">
                <a:latin typeface="Helvetica" panose="020B0604020202020204" pitchFamily="34" charset="0"/>
                <a:ea typeface="新細明體" charset="-120"/>
              </a:rPr>
              <a:t>128</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64</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32</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16</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8</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4</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2</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1</a:t>
            </a:r>
            <a:br>
              <a:rPr lang="en-US" altLang="zh-TW" sz="1800">
                <a:latin typeface="Helvetica" panose="020B0604020202020204" pitchFamily="34" charset="0"/>
                <a:ea typeface="新細明體" charset="-120"/>
              </a:rPr>
            </a:br>
            <a:endParaRPr lang="en-US" altLang="zh-TW" sz="2800">
              <a:solidFill>
                <a:srgbClr val="000000"/>
              </a:solidFill>
              <a:latin typeface="Helvetica" panose="020B0604020202020204" pitchFamily="34" charset="0"/>
              <a:ea typeface="新細明體" charset="-120"/>
            </a:endParaRPr>
          </a:p>
        </p:txBody>
      </p:sp>
    </p:spTree>
    <p:extLst>
      <p:ext uri="{BB962C8B-B14F-4D97-AF65-F5344CB8AC3E}">
        <p14:creationId xmlns:p14="http://schemas.microsoft.com/office/powerpoint/2010/main" val="3912809234"/>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384" name="Rectangle 32"/>
          <p:cNvSpPr>
            <a:spLocks noChangeArrowheads="1"/>
          </p:cNvSpPr>
          <p:nvPr/>
        </p:nvSpPr>
        <p:spPr bwMode="auto">
          <a:xfrm>
            <a:off x="3276601" y="2794000"/>
            <a:ext cx="1762125" cy="603250"/>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48879" tIns="69246" rIns="48879" bIns="69246"/>
          <a:lstStyle/>
          <a:p>
            <a:endParaRPr lang="en-US"/>
          </a:p>
        </p:txBody>
      </p:sp>
      <p:sp>
        <p:nvSpPr>
          <p:cNvPr id="612385" name="Rectangle 33"/>
          <p:cNvSpPr>
            <a:spLocks noChangeArrowheads="1"/>
          </p:cNvSpPr>
          <p:nvPr/>
        </p:nvSpPr>
        <p:spPr bwMode="auto">
          <a:xfrm>
            <a:off x="5005388" y="2794001"/>
            <a:ext cx="1758950" cy="608013"/>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48879" tIns="69246" rIns="48879" bIns="69246"/>
          <a:lstStyle/>
          <a:p>
            <a:endParaRPr lang="en-US"/>
          </a:p>
        </p:txBody>
      </p:sp>
      <p:sp>
        <p:nvSpPr>
          <p:cNvPr id="612386" name="Rectangle 34"/>
          <p:cNvSpPr>
            <a:spLocks noChangeArrowheads="1"/>
          </p:cNvSpPr>
          <p:nvPr/>
        </p:nvSpPr>
        <p:spPr bwMode="auto">
          <a:xfrm>
            <a:off x="6764338" y="2794001"/>
            <a:ext cx="1758950" cy="608013"/>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48879" tIns="69246" rIns="48879" bIns="69246"/>
          <a:lstStyle/>
          <a:p>
            <a:endParaRPr lang="en-US"/>
          </a:p>
        </p:txBody>
      </p:sp>
      <p:sp>
        <p:nvSpPr>
          <p:cNvPr id="612449" name="Line 97"/>
          <p:cNvSpPr>
            <a:spLocks noChangeShapeType="1"/>
          </p:cNvSpPr>
          <p:nvPr/>
        </p:nvSpPr>
        <p:spPr bwMode="auto">
          <a:xfrm>
            <a:off x="3347585" y="1529834"/>
            <a:ext cx="7010400" cy="0"/>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endParaRPr lang="en-US"/>
          </a:p>
        </p:txBody>
      </p:sp>
      <p:sp>
        <p:nvSpPr>
          <p:cNvPr id="612450" name="Rectangle 98"/>
          <p:cNvSpPr>
            <a:spLocks noChangeArrowheads="1"/>
          </p:cNvSpPr>
          <p:nvPr/>
        </p:nvSpPr>
        <p:spPr bwMode="auto">
          <a:xfrm>
            <a:off x="6096001" y="1529834"/>
            <a:ext cx="184731" cy="369332"/>
          </a:xfrm>
          <a:prstGeom prst="rect">
            <a:avLst/>
          </a:prstGeom>
          <a:solidFill>
            <a:schemeClr val="bg1"/>
          </a:solidFill>
          <a:ln>
            <a:noFill/>
          </a:ln>
          <a:effectLst/>
          <a:extLs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endParaRPr lang="en-US"/>
          </a:p>
        </p:txBody>
      </p:sp>
      <p:sp>
        <p:nvSpPr>
          <p:cNvPr id="612448" name="Rectangle 96"/>
          <p:cNvSpPr>
            <a:spLocks noChangeArrowheads="1"/>
          </p:cNvSpPr>
          <p:nvPr/>
        </p:nvSpPr>
        <p:spPr bwMode="auto">
          <a:xfrm>
            <a:off x="8528050" y="2792413"/>
            <a:ext cx="1758950" cy="608012"/>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48879" tIns="69246" rIns="48879" bIns="69246"/>
          <a:lstStyle/>
          <a:p>
            <a:endParaRPr lang="en-US"/>
          </a:p>
        </p:txBody>
      </p:sp>
      <p:sp>
        <p:nvSpPr>
          <p:cNvPr id="612354" name="Rectangle 2"/>
          <p:cNvSpPr>
            <a:spLocks noGrp="1" noChangeArrowheads="1"/>
          </p:cNvSpPr>
          <p:nvPr>
            <p:ph type="title"/>
          </p:nvPr>
        </p:nvSpPr>
        <p:spPr>
          <a:xfrm>
            <a:off x="201613" y="66825"/>
            <a:ext cx="10515600" cy="1325563"/>
          </a:xfrm>
          <a:noFill/>
          <a:ln/>
        </p:spPr>
        <p:txBody>
          <a:bodyPr vert="horz" lIns="82153" tIns="41076" rIns="82153" bIns="41076" rtlCol="0" anchor="ctr" anchorCtr="0">
            <a:normAutofit/>
          </a:bodyPr>
          <a:lstStyle/>
          <a:p>
            <a:r>
              <a:rPr lang="en-US" altLang="zh-TW" dirty="0">
                <a:solidFill>
                  <a:srgbClr val="00B0F0"/>
                </a:solidFill>
                <a:ea typeface="新細明體" charset="-120"/>
              </a:rPr>
              <a:t>IP Addressing</a:t>
            </a:r>
          </a:p>
        </p:txBody>
      </p:sp>
      <p:sp>
        <p:nvSpPr>
          <p:cNvPr id="612358" name="Line 6"/>
          <p:cNvSpPr>
            <a:spLocks noChangeShapeType="1"/>
          </p:cNvSpPr>
          <p:nvPr/>
        </p:nvSpPr>
        <p:spPr bwMode="auto">
          <a:xfrm>
            <a:off x="6153150" y="2105025"/>
            <a:ext cx="0" cy="871538"/>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p>
            <a:endParaRPr lang="en-US"/>
          </a:p>
        </p:txBody>
      </p:sp>
      <p:sp>
        <p:nvSpPr>
          <p:cNvPr id="612389" name="Rectangle 37"/>
          <p:cNvSpPr>
            <a:spLocks noChangeArrowheads="1"/>
          </p:cNvSpPr>
          <p:nvPr/>
        </p:nvSpPr>
        <p:spPr bwMode="auto">
          <a:xfrm>
            <a:off x="3276600" y="1982788"/>
            <a:ext cx="7010400" cy="684212"/>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48879" tIns="69246" rIns="48879" bIns="69246"/>
          <a:lstStyle/>
          <a:p>
            <a:endParaRPr lang="en-US"/>
          </a:p>
        </p:txBody>
      </p:sp>
      <p:sp>
        <p:nvSpPr>
          <p:cNvPr id="612394" name="Rectangle 42"/>
          <p:cNvSpPr>
            <a:spLocks noChangeArrowheads="1"/>
          </p:cNvSpPr>
          <p:nvPr/>
        </p:nvSpPr>
        <p:spPr bwMode="auto">
          <a:xfrm>
            <a:off x="3706814" y="2640013"/>
            <a:ext cx="185578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zh-TW" altLang="en-US" sz="4100">
                <a:solidFill>
                  <a:schemeClr val="accent1"/>
                </a:solidFill>
                <a:latin typeface="Helvetica" panose="020B0604020202020204" pitchFamily="34" charset="0"/>
                <a:ea typeface="新細明體" charset="-120"/>
              </a:rPr>
              <a:t> </a:t>
            </a:r>
            <a:r>
              <a:rPr lang="en-US" altLang="zh-TW" sz="2800">
                <a:solidFill>
                  <a:schemeClr val="accent1"/>
                </a:solidFill>
                <a:latin typeface="Helvetica" panose="020B0604020202020204" pitchFamily="34" charset="0"/>
                <a:ea typeface="新細明體" charset="-120"/>
              </a:rPr>
              <a:t>255</a:t>
            </a:r>
            <a:endParaRPr lang="en-US" altLang="zh-TW" sz="2800">
              <a:solidFill>
                <a:srgbClr val="000000"/>
              </a:solidFill>
              <a:latin typeface="Helvetica" panose="020B0604020202020204" pitchFamily="34" charset="0"/>
              <a:ea typeface="新細明體" charset="-120"/>
            </a:endParaRPr>
          </a:p>
        </p:txBody>
      </p:sp>
      <p:sp>
        <p:nvSpPr>
          <p:cNvPr id="612395" name="Rectangle 43"/>
          <p:cNvSpPr>
            <a:spLocks noChangeArrowheads="1"/>
          </p:cNvSpPr>
          <p:nvPr/>
        </p:nvSpPr>
        <p:spPr bwMode="auto">
          <a:xfrm>
            <a:off x="5535614" y="2667000"/>
            <a:ext cx="185578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en-US" altLang="zh-TW" sz="2800">
                <a:solidFill>
                  <a:schemeClr val="accent1"/>
                </a:solidFill>
                <a:latin typeface="Helvetica" panose="020B0604020202020204" pitchFamily="34" charset="0"/>
                <a:ea typeface="新細明體" charset="-120"/>
              </a:rPr>
              <a:t>255</a:t>
            </a:r>
            <a:endParaRPr lang="en-US" altLang="zh-TW" sz="2800">
              <a:solidFill>
                <a:srgbClr val="000000"/>
              </a:solidFill>
              <a:latin typeface="Helvetica" panose="020B0604020202020204" pitchFamily="34" charset="0"/>
              <a:ea typeface="新細明體" charset="-120"/>
            </a:endParaRPr>
          </a:p>
        </p:txBody>
      </p:sp>
      <p:sp>
        <p:nvSpPr>
          <p:cNvPr id="612396" name="Rectangle 44"/>
          <p:cNvSpPr>
            <a:spLocks noChangeArrowheads="1"/>
          </p:cNvSpPr>
          <p:nvPr/>
        </p:nvSpPr>
        <p:spPr bwMode="auto">
          <a:xfrm>
            <a:off x="7212014" y="2667000"/>
            <a:ext cx="185578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zh-TW" altLang="en-US" sz="4100">
                <a:latin typeface="Helvetica" panose="020B0604020202020204" pitchFamily="34" charset="0"/>
                <a:ea typeface="新細明體" charset="-120"/>
              </a:rPr>
              <a:t> </a:t>
            </a:r>
            <a:r>
              <a:rPr lang="en-US" altLang="zh-TW" sz="2800">
                <a:latin typeface="Helvetica" panose="020B0604020202020204" pitchFamily="34" charset="0"/>
                <a:ea typeface="新細明體" charset="-120"/>
              </a:rPr>
              <a:t>255</a:t>
            </a:r>
            <a:endParaRPr lang="en-US" altLang="zh-TW" sz="2800">
              <a:solidFill>
                <a:srgbClr val="000000"/>
              </a:solidFill>
              <a:latin typeface="Helvetica" panose="020B0604020202020204" pitchFamily="34" charset="0"/>
              <a:ea typeface="新細明體" charset="-120"/>
            </a:endParaRPr>
          </a:p>
        </p:txBody>
      </p:sp>
      <p:sp>
        <p:nvSpPr>
          <p:cNvPr id="612397" name="Rectangle 45"/>
          <p:cNvSpPr>
            <a:spLocks noChangeArrowheads="1"/>
          </p:cNvSpPr>
          <p:nvPr/>
        </p:nvSpPr>
        <p:spPr bwMode="auto">
          <a:xfrm>
            <a:off x="8888414" y="2667000"/>
            <a:ext cx="162718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zh-TW" altLang="en-US" sz="4100">
                <a:latin typeface="Helvetica" panose="020B0604020202020204" pitchFamily="34" charset="0"/>
                <a:ea typeface="新細明體" charset="-120"/>
              </a:rPr>
              <a:t> </a:t>
            </a:r>
            <a:r>
              <a:rPr lang="en-US" altLang="zh-TW" sz="2800">
                <a:latin typeface="Helvetica" panose="020B0604020202020204" pitchFamily="34" charset="0"/>
                <a:ea typeface="新細明體" charset="-120"/>
              </a:rPr>
              <a:t>255</a:t>
            </a:r>
            <a:endParaRPr lang="en-US" altLang="zh-TW" sz="2800">
              <a:solidFill>
                <a:srgbClr val="000000"/>
              </a:solidFill>
              <a:latin typeface="Helvetica" panose="020B0604020202020204" pitchFamily="34" charset="0"/>
              <a:ea typeface="新細明體" charset="-120"/>
            </a:endParaRPr>
          </a:p>
        </p:txBody>
      </p:sp>
      <p:sp>
        <p:nvSpPr>
          <p:cNvPr id="612398" name="Rectangle 46"/>
          <p:cNvSpPr>
            <a:spLocks noChangeArrowheads="1"/>
          </p:cNvSpPr>
          <p:nvPr/>
        </p:nvSpPr>
        <p:spPr bwMode="auto">
          <a:xfrm>
            <a:off x="1752600" y="1905000"/>
            <a:ext cx="407988"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500"/>
              </a:lnSpc>
            </a:pPr>
            <a:r>
              <a:rPr lang="en-US" altLang="zh-TW">
                <a:latin typeface="Helvetica" panose="020B0604020202020204" pitchFamily="34" charset="0"/>
                <a:ea typeface="新細明體" charset="-120"/>
              </a:rPr>
              <a:t>Dotted</a:t>
            </a:r>
            <a:br>
              <a:rPr lang="en-US" altLang="zh-TW">
                <a:latin typeface="Helvetica" panose="020B0604020202020204" pitchFamily="34" charset="0"/>
                <a:ea typeface="新細明體" charset="-120"/>
              </a:rPr>
            </a:br>
            <a:r>
              <a:rPr lang="en-US" altLang="zh-TW">
                <a:latin typeface="Helvetica" panose="020B0604020202020204" pitchFamily="34" charset="0"/>
                <a:ea typeface="新細明體" charset="-120"/>
              </a:rPr>
              <a:t>Decimal</a:t>
            </a:r>
            <a:endParaRPr lang="en-US" altLang="zh-TW" sz="2800">
              <a:solidFill>
                <a:srgbClr val="000000"/>
              </a:solidFill>
              <a:latin typeface="Helvetica" panose="020B0604020202020204" pitchFamily="34" charset="0"/>
              <a:ea typeface="新細明體" charset="-120"/>
            </a:endParaRPr>
          </a:p>
        </p:txBody>
      </p:sp>
      <p:sp>
        <p:nvSpPr>
          <p:cNvPr id="612399" name="Rectangle 47"/>
          <p:cNvSpPr>
            <a:spLocks noChangeArrowheads="1"/>
          </p:cNvSpPr>
          <p:nvPr/>
        </p:nvSpPr>
        <p:spPr bwMode="auto">
          <a:xfrm>
            <a:off x="2286000" y="2895600"/>
            <a:ext cx="407988"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ctr">
              <a:lnSpc>
                <a:spcPts val="2500"/>
              </a:lnSpc>
            </a:pPr>
            <a:r>
              <a:rPr lang="en-US" altLang="zh-TW">
                <a:latin typeface="Helvetica" panose="020B0604020202020204" pitchFamily="34" charset="0"/>
                <a:ea typeface="新細明體" charset="-120"/>
              </a:rPr>
              <a:t>Maximum</a:t>
            </a:r>
            <a:endParaRPr lang="en-US" altLang="zh-TW" sz="2800">
              <a:solidFill>
                <a:srgbClr val="000000"/>
              </a:solidFill>
              <a:latin typeface="Helvetica" panose="020B0604020202020204" pitchFamily="34" charset="0"/>
              <a:ea typeface="新細明體" charset="-120"/>
            </a:endParaRPr>
          </a:p>
        </p:txBody>
      </p:sp>
      <p:sp>
        <p:nvSpPr>
          <p:cNvPr id="612404" name="Text Box 52"/>
          <p:cNvSpPr txBox="1">
            <a:spLocks noChangeArrowheads="1"/>
          </p:cNvSpPr>
          <p:nvPr/>
        </p:nvSpPr>
        <p:spPr bwMode="auto">
          <a:xfrm>
            <a:off x="4419600" y="2131369"/>
            <a:ext cx="1263744"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spcBef>
                <a:spcPct val="50000"/>
              </a:spcBef>
            </a:pPr>
            <a:r>
              <a:rPr lang="en-US" altLang="zh-TW" sz="2400">
                <a:solidFill>
                  <a:schemeClr val="accent1"/>
                </a:solidFill>
                <a:ea typeface="新細明體" charset="-120"/>
              </a:rPr>
              <a:t>Network</a:t>
            </a:r>
            <a:endParaRPr lang="en-US" altLang="zh-TW">
              <a:solidFill>
                <a:schemeClr val="accent1"/>
              </a:solidFill>
              <a:ea typeface="新細明體" charset="-120"/>
            </a:endParaRPr>
          </a:p>
        </p:txBody>
      </p:sp>
      <p:sp>
        <p:nvSpPr>
          <p:cNvPr id="612405" name="Text Box 53"/>
          <p:cNvSpPr txBox="1">
            <a:spLocks noChangeArrowheads="1"/>
          </p:cNvSpPr>
          <p:nvPr/>
        </p:nvSpPr>
        <p:spPr bwMode="auto">
          <a:xfrm>
            <a:off x="8001001" y="2131369"/>
            <a:ext cx="758285"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spcBef>
                <a:spcPct val="50000"/>
              </a:spcBef>
            </a:pPr>
            <a:r>
              <a:rPr lang="en-US" altLang="zh-TW" sz="2400">
                <a:ea typeface="新細明體" charset="-120"/>
              </a:rPr>
              <a:t>Host</a:t>
            </a:r>
            <a:endParaRPr lang="en-US" altLang="zh-TW">
              <a:solidFill>
                <a:schemeClr val="accent1"/>
              </a:solidFill>
              <a:ea typeface="新細明體" charset="-120"/>
            </a:endParaRPr>
          </a:p>
        </p:txBody>
      </p:sp>
      <p:sp>
        <p:nvSpPr>
          <p:cNvPr id="612406" name="Rectangle 54"/>
          <p:cNvSpPr>
            <a:spLocks noChangeArrowheads="1"/>
          </p:cNvSpPr>
          <p:nvPr/>
        </p:nvSpPr>
        <p:spPr bwMode="auto">
          <a:xfrm rot="16200000">
            <a:off x="8673307" y="4307682"/>
            <a:ext cx="48418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1600"/>
              </a:lnSpc>
            </a:pPr>
            <a:r>
              <a:rPr lang="en-US" altLang="zh-TW" sz="1800">
                <a:latin typeface="Helvetica" panose="020B0604020202020204" pitchFamily="34" charset="0"/>
                <a:ea typeface="新細明體" charset="-120"/>
              </a:rPr>
              <a:t>128</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64</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32</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16</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8</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4</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2</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1</a:t>
            </a:r>
            <a:br>
              <a:rPr lang="en-US" altLang="zh-TW" sz="1800">
                <a:latin typeface="Helvetica" panose="020B0604020202020204" pitchFamily="34" charset="0"/>
                <a:ea typeface="新細明體" charset="-120"/>
              </a:rPr>
            </a:br>
            <a:endParaRPr lang="en-US" altLang="zh-TW" sz="2800">
              <a:solidFill>
                <a:srgbClr val="000000"/>
              </a:solidFill>
              <a:latin typeface="Helvetica" panose="020B0604020202020204" pitchFamily="34" charset="0"/>
              <a:ea typeface="新細明體" charset="-120"/>
            </a:endParaRPr>
          </a:p>
        </p:txBody>
      </p:sp>
      <p:grpSp>
        <p:nvGrpSpPr>
          <p:cNvPr id="612408" name="Group 56"/>
          <p:cNvGrpSpPr>
            <a:grpSpLocks/>
          </p:cNvGrpSpPr>
          <p:nvPr/>
        </p:nvGrpSpPr>
        <p:grpSpPr bwMode="auto">
          <a:xfrm>
            <a:off x="3276600" y="3810000"/>
            <a:ext cx="6973888" cy="609600"/>
            <a:chOff x="893" y="1200"/>
            <a:chExt cx="4460" cy="586"/>
          </a:xfrm>
          <a:solidFill>
            <a:schemeClr val="accent2"/>
          </a:solidFill>
        </p:grpSpPr>
        <p:sp>
          <p:nvSpPr>
            <p:cNvPr id="612409" name="Rectangle 57"/>
            <p:cNvSpPr>
              <a:spLocks noChangeArrowheads="1"/>
            </p:cNvSpPr>
            <p:nvPr/>
          </p:nvSpPr>
          <p:spPr bwMode="auto">
            <a:xfrm>
              <a:off x="893" y="1201"/>
              <a:ext cx="1127" cy="581"/>
            </a:xfrm>
            <a:prstGeom prst="rect">
              <a:avLst/>
            </a:prstGeom>
            <a:grpFill/>
            <a:ln w="12700">
              <a:solidFill>
                <a:schemeClr val="tx1"/>
              </a:solidFill>
              <a:miter lim="800000"/>
              <a:headEnd/>
              <a:tailEnd/>
            </a:ln>
            <a:effectLst>
              <a:outerShdw dist="35921" dir="2700000" algn="ctr" rotWithShape="0">
                <a:schemeClr val="bg2"/>
              </a:outerShdw>
            </a:effectLst>
          </p:spPr>
          <p:txBody>
            <a:bodyPr wrap="none" lIns="48879" tIns="69246" rIns="48879" bIns="69246"/>
            <a:lstStyle/>
            <a:p>
              <a:endParaRPr lang="en-US"/>
            </a:p>
          </p:txBody>
        </p:sp>
        <p:sp>
          <p:nvSpPr>
            <p:cNvPr id="612410" name="Rectangle 58"/>
            <p:cNvSpPr>
              <a:spLocks noChangeArrowheads="1"/>
            </p:cNvSpPr>
            <p:nvPr/>
          </p:nvSpPr>
          <p:spPr bwMode="auto">
            <a:xfrm>
              <a:off x="1999" y="1201"/>
              <a:ext cx="1125" cy="585"/>
            </a:xfrm>
            <a:prstGeom prst="rect">
              <a:avLst/>
            </a:prstGeom>
            <a:grpFill/>
            <a:ln w="12700">
              <a:solidFill>
                <a:schemeClr val="tx1"/>
              </a:solidFill>
              <a:miter lim="800000"/>
              <a:headEnd/>
              <a:tailEnd/>
            </a:ln>
            <a:effectLst>
              <a:outerShdw dist="35921" dir="2700000" algn="ctr" rotWithShape="0">
                <a:schemeClr val="bg2"/>
              </a:outerShdw>
            </a:effectLst>
          </p:spPr>
          <p:txBody>
            <a:bodyPr wrap="none" lIns="48879" tIns="69246" rIns="48879" bIns="69246"/>
            <a:lstStyle/>
            <a:p>
              <a:endParaRPr lang="en-US"/>
            </a:p>
          </p:txBody>
        </p:sp>
        <p:sp>
          <p:nvSpPr>
            <p:cNvPr id="612411" name="Rectangle 59"/>
            <p:cNvSpPr>
              <a:spLocks noChangeArrowheads="1"/>
            </p:cNvSpPr>
            <p:nvPr/>
          </p:nvSpPr>
          <p:spPr bwMode="auto">
            <a:xfrm>
              <a:off x="3123" y="1201"/>
              <a:ext cx="1125" cy="585"/>
            </a:xfrm>
            <a:prstGeom prst="rect">
              <a:avLst/>
            </a:prstGeom>
            <a:grpFill/>
            <a:ln w="12700">
              <a:solidFill>
                <a:schemeClr val="tx1"/>
              </a:solidFill>
              <a:miter lim="800000"/>
              <a:headEnd/>
              <a:tailEnd/>
            </a:ln>
            <a:effectLst>
              <a:outerShdw dist="35921" dir="2700000" algn="ctr" rotWithShape="0">
                <a:schemeClr val="bg2"/>
              </a:outerShdw>
            </a:effectLst>
          </p:spPr>
          <p:txBody>
            <a:bodyPr wrap="none" lIns="48879" tIns="69246" rIns="48879" bIns="69246"/>
            <a:lstStyle/>
            <a:p>
              <a:endParaRPr lang="en-US"/>
            </a:p>
          </p:txBody>
        </p:sp>
        <p:sp>
          <p:nvSpPr>
            <p:cNvPr id="612412" name="Rectangle 60"/>
            <p:cNvSpPr>
              <a:spLocks noChangeArrowheads="1"/>
            </p:cNvSpPr>
            <p:nvPr/>
          </p:nvSpPr>
          <p:spPr bwMode="auto">
            <a:xfrm>
              <a:off x="4228" y="1200"/>
              <a:ext cx="1125" cy="585"/>
            </a:xfrm>
            <a:prstGeom prst="rect">
              <a:avLst/>
            </a:prstGeom>
            <a:grpFill/>
            <a:ln w="12700">
              <a:solidFill>
                <a:schemeClr val="tx1"/>
              </a:solidFill>
              <a:miter lim="800000"/>
              <a:headEnd/>
              <a:tailEnd/>
            </a:ln>
            <a:effectLst>
              <a:outerShdw dist="35921" dir="2700000" algn="ctr" rotWithShape="0">
                <a:schemeClr val="bg2"/>
              </a:outerShdw>
            </a:effectLst>
          </p:spPr>
          <p:txBody>
            <a:bodyPr wrap="none" lIns="48879" tIns="69246" rIns="48879" bIns="69246"/>
            <a:lstStyle/>
            <a:p>
              <a:endParaRPr lang="en-US"/>
            </a:p>
          </p:txBody>
        </p:sp>
      </p:grpSp>
      <p:sp>
        <p:nvSpPr>
          <p:cNvPr id="612413" name="Rectangle 61"/>
          <p:cNvSpPr>
            <a:spLocks noChangeArrowheads="1"/>
          </p:cNvSpPr>
          <p:nvPr/>
        </p:nvSpPr>
        <p:spPr bwMode="auto">
          <a:xfrm>
            <a:off x="3097214" y="3711575"/>
            <a:ext cx="185578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zh-TW" altLang="en-US" sz="4100">
                <a:solidFill>
                  <a:schemeClr val="accent1"/>
                </a:solidFill>
                <a:latin typeface="Helvetica" panose="020B0604020202020204" pitchFamily="34" charset="0"/>
                <a:ea typeface="新細明體" charset="-120"/>
              </a:rPr>
              <a:t> </a:t>
            </a:r>
            <a:r>
              <a:rPr lang="en-US" altLang="zh-TW" sz="2800">
                <a:solidFill>
                  <a:schemeClr val="accent1"/>
                </a:solidFill>
                <a:latin typeface="Helvetica" panose="020B0604020202020204" pitchFamily="34" charset="0"/>
                <a:ea typeface="新細明體" charset="-120"/>
              </a:rPr>
              <a:t>11111111</a:t>
            </a:r>
            <a:endParaRPr lang="en-US" altLang="zh-TW" sz="2800">
              <a:solidFill>
                <a:srgbClr val="000000"/>
              </a:solidFill>
              <a:latin typeface="Helvetica" panose="020B0604020202020204" pitchFamily="34" charset="0"/>
              <a:ea typeface="新細明體" charset="-120"/>
            </a:endParaRPr>
          </a:p>
        </p:txBody>
      </p:sp>
      <p:sp>
        <p:nvSpPr>
          <p:cNvPr id="612414" name="Rectangle 62"/>
          <p:cNvSpPr>
            <a:spLocks noChangeArrowheads="1"/>
          </p:cNvSpPr>
          <p:nvPr/>
        </p:nvSpPr>
        <p:spPr bwMode="auto">
          <a:xfrm>
            <a:off x="4849814" y="3711575"/>
            <a:ext cx="185578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zh-TW" altLang="en-US" sz="4100">
                <a:solidFill>
                  <a:schemeClr val="accent1"/>
                </a:solidFill>
                <a:latin typeface="Helvetica" panose="020B0604020202020204" pitchFamily="34" charset="0"/>
                <a:ea typeface="新細明體" charset="-120"/>
              </a:rPr>
              <a:t> </a:t>
            </a:r>
            <a:r>
              <a:rPr lang="en-US" altLang="zh-TW" sz="2800">
                <a:solidFill>
                  <a:schemeClr val="accent1"/>
                </a:solidFill>
                <a:latin typeface="Helvetica" panose="020B0604020202020204" pitchFamily="34" charset="0"/>
                <a:ea typeface="新細明體" charset="-120"/>
              </a:rPr>
              <a:t>11111111</a:t>
            </a:r>
            <a:endParaRPr lang="en-US" altLang="zh-TW" sz="2800">
              <a:solidFill>
                <a:srgbClr val="000000"/>
              </a:solidFill>
              <a:latin typeface="Helvetica" panose="020B0604020202020204" pitchFamily="34" charset="0"/>
              <a:ea typeface="新細明體" charset="-120"/>
            </a:endParaRPr>
          </a:p>
        </p:txBody>
      </p:sp>
      <p:sp>
        <p:nvSpPr>
          <p:cNvPr id="612415" name="Rectangle 63"/>
          <p:cNvSpPr>
            <a:spLocks noChangeArrowheads="1"/>
          </p:cNvSpPr>
          <p:nvPr/>
        </p:nvSpPr>
        <p:spPr bwMode="auto">
          <a:xfrm>
            <a:off x="6678614" y="3711575"/>
            <a:ext cx="185578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zh-TW" altLang="en-US" sz="4100">
                <a:latin typeface="Helvetica" panose="020B0604020202020204" pitchFamily="34" charset="0"/>
                <a:ea typeface="新細明體" charset="-120"/>
              </a:rPr>
              <a:t> </a:t>
            </a:r>
            <a:r>
              <a:rPr lang="en-US" altLang="zh-TW" sz="2800">
                <a:latin typeface="Helvetica" panose="020B0604020202020204" pitchFamily="34" charset="0"/>
                <a:ea typeface="新細明體" charset="-120"/>
              </a:rPr>
              <a:t>11111111</a:t>
            </a:r>
            <a:endParaRPr lang="en-US" altLang="zh-TW" sz="2800">
              <a:solidFill>
                <a:srgbClr val="000000"/>
              </a:solidFill>
              <a:latin typeface="Helvetica" panose="020B0604020202020204" pitchFamily="34" charset="0"/>
              <a:ea typeface="新細明體" charset="-120"/>
            </a:endParaRPr>
          </a:p>
        </p:txBody>
      </p:sp>
      <p:sp>
        <p:nvSpPr>
          <p:cNvPr id="612416" name="Rectangle 64"/>
          <p:cNvSpPr>
            <a:spLocks noChangeArrowheads="1"/>
          </p:cNvSpPr>
          <p:nvPr/>
        </p:nvSpPr>
        <p:spPr bwMode="auto">
          <a:xfrm>
            <a:off x="8431214" y="3711575"/>
            <a:ext cx="185578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zh-TW" altLang="en-US" sz="4100">
                <a:latin typeface="Helvetica" panose="020B0604020202020204" pitchFamily="34" charset="0"/>
                <a:ea typeface="新細明體" charset="-120"/>
              </a:rPr>
              <a:t> </a:t>
            </a:r>
            <a:r>
              <a:rPr lang="en-US" altLang="zh-TW" sz="2800">
                <a:latin typeface="Helvetica" panose="020B0604020202020204" pitchFamily="34" charset="0"/>
                <a:ea typeface="新細明體" charset="-120"/>
              </a:rPr>
              <a:t>11111111</a:t>
            </a:r>
            <a:endParaRPr lang="en-US" altLang="zh-TW" sz="2800">
              <a:solidFill>
                <a:srgbClr val="000000"/>
              </a:solidFill>
              <a:latin typeface="Helvetica" panose="020B0604020202020204" pitchFamily="34" charset="0"/>
              <a:ea typeface="新細明體" charset="-120"/>
            </a:endParaRPr>
          </a:p>
        </p:txBody>
      </p:sp>
      <p:grpSp>
        <p:nvGrpSpPr>
          <p:cNvPr id="612418" name="Group 66"/>
          <p:cNvGrpSpPr>
            <a:grpSpLocks/>
          </p:cNvGrpSpPr>
          <p:nvPr/>
        </p:nvGrpSpPr>
        <p:grpSpPr bwMode="auto">
          <a:xfrm>
            <a:off x="3227389" y="5791200"/>
            <a:ext cx="6973887" cy="609600"/>
            <a:chOff x="893" y="1200"/>
            <a:chExt cx="4460" cy="586"/>
          </a:xfrm>
          <a:solidFill>
            <a:schemeClr val="accent2"/>
          </a:solidFill>
        </p:grpSpPr>
        <p:sp>
          <p:nvSpPr>
            <p:cNvPr id="612419" name="Rectangle 67"/>
            <p:cNvSpPr>
              <a:spLocks noChangeArrowheads="1"/>
            </p:cNvSpPr>
            <p:nvPr/>
          </p:nvSpPr>
          <p:spPr bwMode="auto">
            <a:xfrm>
              <a:off x="893" y="1201"/>
              <a:ext cx="1127" cy="581"/>
            </a:xfrm>
            <a:prstGeom prst="rect">
              <a:avLst/>
            </a:prstGeom>
            <a:grpFill/>
            <a:ln w="12700">
              <a:solidFill>
                <a:schemeClr val="tx1"/>
              </a:solidFill>
              <a:miter lim="800000"/>
              <a:headEnd/>
              <a:tailEnd/>
            </a:ln>
            <a:effectLst>
              <a:outerShdw dist="35921" dir="2700000" algn="ctr" rotWithShape="0">
                <a:schemeClr val="bg2"/>
              </a:outerShdw>
            </a:effectLst>
          </p:spPr>
          <p:txBody>
            <a:bodyPr wrap="none" lIns="48879" tIns="69246" rIns="48879" bIns="69246"/>
            <a:lstStyle/>
            <a:p>
              <a:endParaRPr lang="en-US"/>
            </a:p>
          </p:txBody>
        </p:sp>
        <p:sp>
          <p:nvSpPr>
            <p:cNvPr id="612420" name="Rectangle 68"/>
            <p:cNvSpPr>
              <a:spLocks noChangeArrowheads="1"/>
            </p:cNvSpPr>
            <p:nvPr/>
          </p:nvSpPr>
          <p:spPr bwMode="auto">
            <a:xfrm>
              <a:off x="1999" y="1201"/>
              <a:ext cx="1125" cy="585"/>
            </a:xfrm>
            <a:prstGeom prst="rect">
              <a:avLst/>
            </a:prstGeom>
            <a:grpFill/>
            <a:ln w="12700">
              <a:solidFill>
                <a:schemeClr val="tx1"/>
              </a:solidFill>
              <a:miter lim="800000"/>
              <a:headEnd/>
              <a:tailEnd/>
            </a:ln>
            <a:effectLst>
              <a:outerShdw dist="35921" dir="2700000" algn="ctr" rotWithShape="0">
                <a:schemeClr val="bg2"/>
              </a:outerShdw>
            </a:effectLst>
          </p:spPr>
          <p:txBody>
            <a:bodyPr wrap="none" lIns="48879" tIns="69246" rIns="48879" bIns="69246"/>
            <a:lstStyle/>
            <a:p>
              <a:endParaRPr lang="en-US"/>
            </a:p>
          </p:txBody>
        </p:sp>
        <p:sp>
          <p:nvSpPr>
            <p:cNvPr id="612421" name="Rectangle 69"/>
            <p:cNvSpPr>
              <a:spLocks noChangeArrowheads="1"/>
            </p:cNvSpPr>
            <p:nvPr/>
          </p:nvSpPr>
          <p:spPr bwMode="auto">
            <a:xfrm>
              <a:off x="3123" y="1201"/>
              <a:ext cx="1125" cy="585"/>
            </a:xfrm>
            <a:prstGeom prst="rect">
              <a:avLst/>
            </a:prstGeom>
            <a:grpFill/>
            <a:ln w="12700">
              <a:solidFill>
                <a:schemeClr val="tx1"/>
              </a:solidFill>
              <a:miter lim="800000"/>
              <a:headEnd/>
              <a:tailEnd/>
            </a:ln>
            <a:effectLst>
              <a:outerShdw dist="35921" dir="2700000" algn="ctr" rotWithShape="0">
                <a:schemeClr val="bg2"/>
              </a:outerShdw>
            </a:effectLst>
          </p:spPr>
          <p:txBody>
            <a:bodyPr wrap="none" lIns="48879" tIns="69246" rIns="48879" bIns="69246"/>
            <a:lstStyle/>
            <a:p>
              <a:endParaRPr lang="en-US"/>
            </a:p>
          </p:txBody>
        </p:sp>
        <p:sp>
          <p:nvSpPr>
            <p:cNvPr id="612422" name="Rectangle 70"/>
            <p:cNvSpPr>
              <a:spLocks noChangeArrowheads="1"/>
            </p:cNvSpPr>
            <p:nvPr/>
          </p:nvSpPr>
          <p:spPr bwMode="auto">
            <a:xfrm>
              <a:off x="4228" y="1200"/>
              <a:ext cx="1125" cy="585"/>
            </a:xfrm>
            <a:prstGeom prst="rect">
              <a:avLst/>
            </a:prstGeom>
            <a:grpFill/>
            <a:ln w="12700">
              <a:solidFill>
                <a:schemeClr val="tx1"/>
              </a:solidFill>
              <a:miter lim="800000"/>
              <a:headEnd/>
              <a:tailEnd/>
            </a:ln>
            <a:effectLst>
              <a:outerShdw dist="35921" dir="2700000" algn="ctr" rotWithShape="0">
                <a:schemeClr val="bg2"/>
              </a:outerShdw>
            </a:effectLst>
          </p:spPr>
          <p:txBody>
            <a:bodyPr wrap="none" lIns="48879" tIns="69246" rIns="48879" bIns="69246"/>
            <a:lstStyle/>
            <a:p>
              <a:endParaRPr lang="en-US"/>
            </a:p>
          </p:txBody>
        </p:sp>
      </p:grpSp>
      <p:sp>
        <p:nvSpPr>
          <p:cNvPr id="612423" name="Rectangle 71"/>
          <p:cNvSpPr>
            <a:spLocks noChangeArrowheads="1"/>
          </p:cNvSpPr>
          <p:nvPr/>
        </p:nvSpPr>
        <p:spPr bwMode="auto">
          <a:xfrm>
            <a:off x="3048000" y="5638800"/>
            <a:ext cx="18557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zh-TW" altLang="en-US" sz="4100">
                <a:solidFill>
                  <a:schemeClr val="accent1"/>
                </a:solidFill>
                <a:latin typeface="Helvetica" panose="020B0604020202020204" pitchFamily="34" charset="0"/>
                <a:ea typeface="新細明體" charset="-120"/>
              </a:rPr>
              <a:t> </a:t>
            </a:r>
            <a:r>
              <a:rPr lang="en-US" altLang="zh-TW" sz="2800">
                <a:solidFill>
                  <a:schemeClr val="accent1"/>
                </a:solidFill>
                <a:latin typeface="Helvetica" panose="020B0604020202020204" pitchFamily="34" charset="0"/>
                <a:ea typeface="新細明體" charset="-120"/>
              </a:rPr>
              <a:t>10101100</a:t>
            </a:r>
            <a:endParaRPr lang="en-US" altLang="zh-TW" sz="2800">
              <a:solidFill>
                <a:srgbClr val="000000"/>
              </a:solidFill>
              <a:latin typeface="Helvetica" panose="020B0604020202020204" pitchFamily="34" charset="0"/>
              <a:ea typeface="新細明體" charset="-120"/>
            </a:endParaRPr>
          </a:p>
        </p:txBody>
      </p:sp>
      <p:sp>
        <p:nvSpPr>
          <p:cNvPr id="612424" name="Rectangle 72"/>
          <p:cNvSpPr>
            <a:spLocks noChangeArrowheads="1"/>
          </p:cNvSpPr>
          <p:nvPr/>
        </p:nvSpPr>
        <p:spPr bwMode="auto">
          <a:xfrm>
            <a:off x="4800600" y="5638800"/>
            <a:ext cx="18557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zh-TW" altLang="en-US" sz="4100">
                <a:solidFill>
                  <a:schemeClr val="accent1"/>
                </a:solidFill>
                <a:latin typeface="Helvetica" panose="020B0604020202020204" pitchFamily="34" charset="0"/>
                <a:ea typeface="新細明體" charset="-120"/>
              </a:rPr>
              <a:t> </a:t>
            </a:r>
            <a:r>
              <a:rPr lang="en-US" altLang="zh-TW" sz="2800">
                <a:solidFill>
                  <a:schemeClr val="accent1"/>
                </a:solidFill>
                <a:latin typeface="Helvetica" panose="020B0604020202020204" pitchFamily="34" charset="0"/>
                <a:ea typeface="新細明體" charset="-120"/>
              </a:rPr>
              <a:t>00010000</a:t>
            </a:r>
            <a:endParaRPr lang="en-US" altLang="zh-TW" sz="2800">
              <a:solidFill>
                <a:srgbClr val="000000"/>
              </a:solidFill>
              <a:latin typeface="Helvetica" panose="020B0604020202020204" pitchFamily="34" charset="0"/>
              <a:ea typeface="新細明體" charset="-120"/>
            </a:endParaRPr>
          </a:p>
        </p:txBody>
      </p:sp>
      <p:sp>
        <p:nvSpPr>
          <p:cNvPr id="612425" name="Rectangle 73"/>
          <p:cNvSpPr>
            <a:spLocks noChangeArrowheads="1"/>
          </p:cNvSpPr>
          <p:nvPr/>
        </p:nvSpPr>
        <p:spPr bwMode="auto">
          <a:xfrm>
            <a:off x="6629400" y="5638800"/>
            <a:ext cx="18557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zh-TW" altLang="en-US" sz="4100">
                <a:latin typeface="Helvetica" panose="020B0604020202020204" pitchFamily="34" charset="0"/>
                <a:ea typeface="新細明體" charset="-120"/>
              </a:rPr>
              <a:t> </a:t>
            </a:r>
            <a:r>
              <a:rPr lang="en-US" altLang="zh-TW" sz="2800">
                <a:latin typeface="Helvetica" panose="020B0604020202020204" pitchFamily="34" charset="0"/>
                <a:ea typeface="新細明體" charset="-120"/>
              </a:rPr>
              <a:t>01111010</a:t>
            </a:r>
            <a:endParaRPr lang="en-US" altLang="zh-TW" sz="2800">
              <a:solidFill>
                <a:srgbClr val="000000"/>
              </a:solidFill>
              <a:latin typeface="Helvetica" panose="020B0604020202020204" pitchFamily="34" charset="0"/>
              <a:ea typeface="新細明體" charset="-120"/>
            </a:endParaRPr>
          </a:p>
        </p:txBody>
      </p:sp>
      <p:sp>
        <p:nvSpPr>
          <p:cNvPr id="612426" name="Rectangle 74"/>
          <p:cNvSpPr>
            <a:spLocks noChangeArrowheads="1"/>
          </p:cNvSpPr>
          <p:nvPr/>
        </p:nvSpPr>
        <p:spPr bwMode="auto">
          <a:xfrm>
            <a:off x="8382000" y="5638800"/>
            <a:ext cx="18557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zh-TW" altLang="en-US" sz="4100">
                <a:latin typeface="Helvetica" panose="020B0604020202020204" pitchFamily="34" charset="0"/>
                <a:ea typeface="新細明體" charset="-120"/>
              </a:rPr>
              <a:t> </a:t>
            </a:r>
            <a:r>
              <a:rPr lang="en-US" altLang="zh-TW" sz="2800">
                <a:latin typeface="Helvetica" panose="020B0604020202020204" pitchFamily="34" charset="0"/>
                <a:ea typeface="新細明體" charset="-120"/>
              </a:rPr>
              <a:t>11001100</a:t>
            </a:r>
            <a:endParaRPr lang="en-US" altLang="zh-TW" sz="2800">
              <a:solidFill>
                <a:srgbClr val="000000"/>
              </a:solidFill>
              <a:latin typeface="Helvetica" panose="020B0604020202020204" pitchFamily="34" charset="0"/>
              <a:ea typeface="新細明體" charset="-120"/>
            </a:endParaRPr>
          </a:p>
        </p:txBody>
      </p:sp>
      <p:sp>
        <p:nvSpPr>
          <p:cNvPr id="612432" name="Rectangle 80"/>
          <p:cNvSpPr>
            <a:spLocks noChangeArrowheads="1"/>
          </p:cNvSpPr>
          <p:nvPr/>
        </p:nvSpPr>
        <p:spPr bwMode="auto">
          <a:xfrm>
            <a:off x="2057400" y="3962400"/>
            <a:ext cx="407988"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ctr">
              <a:lnSpc>
                <a:spcPts val="2500"/>
              </a:lnSpc>
            </a:pPr>
            <a:r>
              <a:rPr lang="en-US" altLang="zh-TW">
                <a:latin typeface="Helvetica" panose="020B0604020202020204" pitchFamily="34" charset="0"/>
                <a:ea typeface="新細明體" charset="-120"/>
              </a:rPr>
              <a:t>Binary</a:t>
            </a:r>
            <a:endParaRPr lang="en-US" altLang="zh-TW" sz="2800">
              <a:solidFill>
                <a:srgbClr val="000000"/>
              </a:solidFill>
              <a:latin typeface="Helvetica" panose="020B0604020202020204" pitchFamily="34" charset="0"/>
              <a:ea typeface="新細明體" charset="-120"/>
            </a:endParaRPr>
          </a:p>
        </p:txBody>
      </p:sp>
      <p:sp>
        <p:nvSpPr>
          <p:cNvPr id="612433" name="Rectangle 81"/>
          <p:cNvSpPr>
            <a:spLocks noChangeArrowheads="1"/>
          </p:cNvSpPr>
          <p:nvPr/>
        </p:nvSpPr>
        <p:spPr bwMode="auto">
          <a:xfrm>
            <a:off x="6096000" y="1295400"/>
            <a:ext cx="8651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en-US" altLang="zh-TW">
                <a:latin typeface="Helvetica" panose="020B0604020202020204" pitchFamily="34" charset="0"/>
                <a:ea typeface="新細明體" charset="-120"/>
              </a:rPr>
              <a:t>32 bits</a:t>
            </a:r>
            <a:endParaRPr lang="en-US" altLang="zh-TW" sz="2800">
              <a:solidFill>
                <a:srgbClr val="000000"/>
              </a:solidFill>
              <a:latin typeface="Helvetica" panose="020B0604020202020204" pitchFamily="34" charset="0"/>
              <a:ea typeface="新細明體" charset="-120"/>
            </a:endParaRPr>
          </a:p>
        </p:txBody>
      </p:sp>
      <p:grpSp>
        <p:nvGrpSpPr>
          <p:cNvPr id="612434" name="Group 82"/>
          <p:cNvGrpSpPr>
            <a:grpSpLocks/>
          </p:cNvGrpSpPr>
          <p:nvPr/>
        </p:nvGrpSpPr>
        <p:grpSpPr bwMode="auto">
          <a:xfrm>
            <a:off x="3236914" y="5105400"/>
            <a:ext cx="6973887" cy="609600"/>
            <a:chOff x="893" y="1200"/>
            <a:chExt cx="4460" cy="586"/>
          </a:xfrm>
          <a:solidFill>
            <a:schemeClr val="accent2"/>
          </a:solidFill>
        </p:grpSpPr>
        <p:sp>
          <p:nvSpPr>
            <p:cNvPr id="612435" name="Rectangle 83"/>
            <p:cNvSpPr>
              <a:spLocks noChangeArrowheads="1"/>
            </p:cNvSpPr>
            <p:nvPr/>
          </p:nvSpPr>
          <p:spPr bwMode="auto">
            <a:xfrm>
              <a:off x="893" y="1201"/>
              <a:ext cx="1127" cy="581"/>
            </a:xfrm>
            <a:prstGeom prst="rect">
              <a:avLst/>
            </a:prstGeom>
            <a:grpFill/>
            <a:ln w="12700">
              <a:solidFill>
                <a:schemeClr val="tx1"/>
              </a:solidFill>
              <a:miter lim="800000"/>
              <a:headEnd/>
              <a:tailEnd/>
            </a:ln>
            <a:effectLst>
              <a:outerShdw dist="35921" dir="2700000" algn="ctr" rotWithShape="0">
                <a:schemeClr val="bg2"/>
              </a:outerShdw>
            </a:effectLst>
          </p:spPr>
          <p:txBody>
            <a:bodyPr wrap="none" lIns="48879" tIns="69246" rIns="48879" bIns="69246"/>
            <a:lstStyle/>
            <a:p>
              <a:endParaRPr lang="en-US"/>
            </a:p>
          </p:txBody>
        </p:sp>
        <p:sp>
          <p:nvSpPr>
            <p:cNvPr id="612436" name="Rectangle 84"/>
            <p:cNvSpPr>
              <a:spLocks noChangeArrowheads="1"/>
            </p:cNvSpPr>
            <p:nvPr/>
          </p:nvSpPr>
          <p:spPr bwMode="auto">
            <a:xfrm>
              <a:off x="1999" y="1201"/>
              <a:ext cx="1125" cy="585"/>
            </a:xfrm>
            <a:prstGeom prst="rect">
              <a:avLst/>
            </a:prstGeom>
            <a:grpFill/>
            <a:ln w="12700">
              <a:solidFill>
                <a:schemeClr val="tx1"/>
              </a:solidFill>
              <a:miter lim="800000"/>
              <a:headEnd/>
              <a:tailEnd/>
            </a:ln>
            <a:effectLst>
              <a:outerShdw dist="35921" dir="2700000" algn="ctr" rotWithShape="0">
                <a:schemeClr val="bg2"/>
              </a:outerShdw>
            </a:effectLst>
          </p:spPr>
          <p:txBody>
            <a:bodyPr wrap="none" lIns="48879" tIns="69246" rIns="48879" bIns="69246"/>
            <a:lstStyle/>
            <a:p>
              <a:endParaRPr lang="en-US"/>
            </a:p>
          </p:txBody>
        </p:sp>
        <p:sp>
          <p:nvSpPr>
            <p:cNvPr id="612437" name="Rectangle 85"/>
            <p:cNvSpPr>
              <a:spLocks noChangeArrowheads="1"/>
            </p:cNvSpPr>
            <p:nvPr/>
          </p:nvSpPr>
          <p:spPr bwMode="auto">
            <a:xfrm>
              <a:off x="3123" y="1201"/>
              <a:ext cx="1125" cy="585"/>
            </a:xfrm>
            <a:prstGeom prst="rect">
              <a:avLst/>
            </a:prstGeom>
            <a:grpFill/>
            <a:ln w="12700">
              <a:solidFill>
                <a:schemeClr val="tx1"/>
              </a:solidFill>
              <a:miter lim="800000"/>
              <a:headEnd/>
              <a:tailEnd/>
            </a:ln>
            <a:effectLst>
              <a:outerShdw dist="35921" dir="2700000" algn="ctr" rotWithShape="0">
                <a:schemeClr val="bg2"/>
              </a:outerShdw>
            </a:effectLst>
          </p:spPr>
          <p:txBody>
            <a:bodyPr wrap="none" lIns="48879" tIns="69246" rIns="48879" bIns="69246"/>
            <a:lstStyle/>
            <a:p>
              <a:endParaRPr lang="en-US"/>
            </a:p>
          </p:txBody>
        </p:sp>
        <p:sp>
          <p:nvSpPr>
            <p:cNvPr id="612438" name="Rectangle 86"/>
            <p:cNvSpPr>
              <a:spLocks noChangeArrowheads="1"/>
            </p:cNvSpPr>
            <p:nvPr/>
          </p:nvSpPr>
          <p:spPr bwMode="auto">
            <a:xfrm>
              <a:off x="4228" y="1200"/>
              <a:ext cx="1125" cy="585"/>
            </a:xfrm>
            <a:prstGeom prst="rect">
              <a:avLst/>
            </a:prstGeom>
            <a:grpFill/>
            <a:ln w="12700">
              <a:solidFill>
                <a:schemeClr val="tx1"/>
              </a:solidFill>
              <a:miter lim="800000"/>
              <a:headEnd/>
              <a:tailEnd/>
            </a:ln>
            <a:effectLst>
              <a:outerShdw dist="35921" dir="2700000" algn="ctr" rotWithShape="0">
                <a:schemeClr val="bg2"/>
              </a:outerShdw>
            </a:effectLst>
          </p:spPr>
          <p:txBody>
            <a:bodyPr wrap="none" lIns="48879" tIns="69246" rIns="48879" bIns="69246"/>
            <a:lstStyle/>
            <a:p>
              <a:endParaRPr lang="en-US"/>
            </a:p>
          </p:txBody>
        </p:sp>
      </p:grpSp>
      <p:sp>
        <p:nvSpPr>
          <p:cNvPr id="612439" name="Rectangle 87"/>
          <p:cNvSpPr>
            <a:spLocks noChangeArrowheads="1"/>
          </p:cNvSpPr>
          <p:nvPr/>
        </p:nvSpPr>
        <p:spPr bwMode="auto">
          <a:xfrm>
            <a:off x="3603625" y="4953000"/>
            <a:ext cx="18557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zh-TW" altLang="en-US" sz="4100">
                <a:solidFill>
                  <a:schemeClr val="accent1"/>
                </a:solidFill>
                <a:latin typeface="Helvetica" panose="020B0604020202020204" pitchFamily="34" charset="0"/>
                <a:ea typeface="新細明體" charset="-120"/>
              </a:rPr>
              <a:t> </a:t>
            </a:r>
            <a:r>
              <a:rPr lang="en-US" altLang="zh-TW" sz="2800">
                <a:solidFill>
                  <a:schemeClr val="accent1"/>
                </a:solidFill>
                <a:latin typeface="Helvetica" panose="020B0604020202020204" pitchFamily="34" charset="0"/>
                <a:ea typeface="新細明體" charset="-120"/>
              </a:rPr>
              <a:t>172</a:t>
            </a:r>
            <a:endParaRPr lang="en-US" altLang="zh-TW" sz="2800">
              <a:solidFill>
                <a:srgbClr val="000000"/>
              </a:solidFill>
              <a:latin typeface="Helvetica" panose="020B0604020202020204" pitchFamily="34" charset="0"/>
              <a:ea typeface="新細明體" charset="-120"/>
            </a:endParaRPr>
          </a:p>
        </p:txBody>
      </p:sp>
      <p:sp>
        <p:nvSpPr>
          <p:cNvPr id="612440" name="Rectangle 88"/>
          <p:cNvSpPr>
            <a:spLocks noChangeArrowheads="1"/>
          </p:cNvSpPr>
          <p:nvPr/>
        </p:nvSpPr>
        <p:spPr bwMode="auto">
          <a:xfrm>
            <a:off x="5508625" y="4953000"/>
            <a:ext cx="18557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zh-TW" altLang="en-US" sz="4100">
                <a:solidFill>
                  <a:schemeClr val="accent1"/>
                </a:solidFill>
                <a:latin typeface="Helvetica" panose="020B0604020202020204" pitchFamily="34" charset="0"/>
                <a:ea typeface="新細明體" charset="-120"/>
              </a:rPr>
              <a:t> </a:t>
            </a:r>
            <a:r>
              <a:rPr lang="en-US" altLang="zh-TW" sz="2800">
                <a:solidFill>
                  <a:schemeClr val="accent1"/>
                </a:solidFill>
                <a:latin typeface="Helvetica" panose="020B0604020202020204" pitchFamily="34" charset="0"/>
                <a:ea typeface="新細明體" charset="-120"/>
              </a:rPr>
              <a:t>16</a:t>
            </a:r>
            <a:endParaRPr lang="en-US" altLang="zh-TW" sz="2800">
              <a:solidFill>
                <a:srgbClr val="000000"/>
              </a:solidFill>
              <a:latin typeface="Helvetica" panose="020B0604020202020204" pitchFamily="34" charset="0"/>
              <a:ea typeface="新細明體" charset="-120"/>
            </a:endParaRPr>
          </a:p>
        </p:txBody>
      </p:sp>
      <p:sp>
        <p:nvSpPr>
          <p:cNvPr id="612441" name="Rectangle 89"/>
          <p:cNvSpPr>
            <a:spLocks noChangeArrowheads="1"/>
          </p:cNvSpPr>
          <p:nvPr/>
        </p:nvSpPr>
        <p:spPr bwMode="auto">
          <a:xfrm>
            <a:off x="7086600" y="4953000"/>
            <a:ext cx="18557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zh-TW" altLang="en-US" sz="4100">
                <a:latin typeface="Helvetica" panose="020B0604020202020204" pitchFamily="34" charset="0"/>
                <a:ea typeface="新細明體" charset="-120"/>
              </a:rPr>
              <a:t> </a:t>
            </a:r>
            <a:r>
              <a:rPr lang="en-US" altLang="zh-TW" sz="2800">
                <a:latin typeface="Helvetica" panose="020B0604020202020204" pitchFamily="34" charset="0"/>
                <a:ea typeface="新細明體" charset="-120"/>
              </a:rPr>
              <a:t>122</a:t>
            </a:r>
            <a:endParaRPr lang="en-US" altLang="zh-TW" sz="2800">
              <a:solidFill>
                <a:srgbClr val="000000"/>
              </a:solidFill>
              <a:latin typeface="Helvetica" panose="020B0604020202020204" pitchFamily="34" charset="0"/>
              <a:ea typeface="新細明體" charset="-120"/>
            </a:endParaRPr>
          </a:p>
        </p:txBody>
      </p:sp>
      <p:sp>
        <p:nvSpPr>
          <p:cNvPr id="612443" name="Rectangle 91"/>
          <p:cNvSpPr>
            <a:spLocks noChangeArrowheads="1"/>
          </p:cNvSpPr>
          <p:nvPr/>
        </p:nvSpPr>
        <p:spPr bwMode="auto">
          <a:xfrm>
            <a:off x="7123114" y="5181600"/>
            <a:ext cx="185578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endParaRPr lang="zh-TW" altLang="en-US" sz="2800">
              <a:solidFill>
                <a:srgbClr val="000000"/>
              </a:solidFill>
              <a:latin typeface="Helvetica" panose="020B0604020202020204" pitchFamily="34" charset="0"/>
              <a:ea typeface="新細明體" charset="-120"/>
            </a:endParaRPr>
          </a:p>
        </p:txBody>
      </p:sp>
      <p:sp>
        <p:nvSpPr>
          <p:cNvPr id="612444" name="Rectangle 92"/>
          <p:cNvSpPr>
            <a:spLocks noChangeArrowheads="1"/>
          </p:cNvSpPr>
          <p:nvPr/>
        </p:nvSpPr>
        <p:spPr bwMode="auto">
          <a:xfrm>
            <a:off x="6934200" y="5181600"/>
            <a:ext cx="18557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endParaRPr lang="zh-TW" altLang="en-US" sz="2800">
              <a:solidFill>
                <a:srgbClr val="000000"/>
              </a:solidFill>
              <a:latin typeface="Helvetica" panose="020B0604020202020204" pitchFamily="34" charset="0"/>
              <a:ea typeface="新細明體" charset="-120"/>
            </a:endParaRPr>
          </a:p>
        </p:txBody>
      </p:sp>
      <p:sp>
        <p:nvSpPr>
          <p:cNvPr id="612445" name="Rectangle 93"/>
          <p:cNvSpPr>
            <a:spLocks noChangeArrowheads="1"/>
          </p:cNvSpPr>
          <p:nvPr/>
        </p:nvSpPr>
        <p:spPr bwMode="auto">
          <a:xfrm>
            <a:off x="8812214" y="4953000"/>
            <a:ext cx="162718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zh-TW" altLang="en-US" sz="4100">
                <a:latin typeface="Helvetica" panose="020B0604020202020204" pitchFamily="34" charset="0"/>
                <a:ea typeface="新細明體" charset="-120"/>
              </a:rPr>
              <a:t> </a:t>
            </a:r>
            <a:r>
              <a:rPr lang="en-US" altLang="zh-TW" sz="2800">
                <a:latin typeface="Helvetica" panose="020B0604020202020204" pitchFamily="34" charset="0"/>
                <a:ea typeface="新細明體" charset="-120"/>
              </a:rPr>
              <a:t>204</a:t>
            </a:r>
            <a:endParaRPr lang="en-US" altLang="zh-TW" sz="2800">
              <a:solidFill>
                <a:srgbClr val="000000"/>
              </a:solidFill>
              <a:latin typeface="Helvetica" panose="020B0604020202020204" pitchFamily="34" charset="0"/>
              <a:ea typeface="新細明體" charset="-120"/>
            </a:endParaRPr>
          </a:p>
        </p:txBody>
      </p:sp>
      <p:sp>
        <p:nvSpPr>
          <p:cNvPr id="612446" name="Rectangle 94"/>
          <p:cNvSpPr>
            <a:spLocks noChangeArrowheads="1"/>
          </p:cNvSpPr>
          <p:nvPr/>
        </p:nvSpPr>
        <p:spPr bwMode="auto">
          <a:xfrm>
            <a:off x="1828800" y="5029200"/>
            <a:ext cx="407988"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500"/>
              </a:lnSpc>
            </a:pPr>
            <a:r>
              <a:rPr lang="en-US" altLang="zh-TW">
                <a:latin typeface="Helvetica" panose="020B0604020202020204" pitchFamily="34" charset="0"/>
                <a:ea typeface="新細明體" charset="-120"/>
              </a:rPr>
              <a:t>Example</a:t>
            </a:r>
            <a:br>
              <a:rPr lang="en-US" altLang="zh-TW">
                <a:latin typeface="Helvetica" panose="020B0604020202020204" pitchFamily="34" charset="0"/>
                <a:ea typeface="新細明體" charset="-120"/>
              </a:rPr>
            </a:br>
            <a:r>
              <a:rPr lang="en-US" altLang="zh-TW">
                <a:latin typeface="Helvetica" panose="020B0604020202020204" pitchFamily="34" charset="0"/>
                <a:ea typeface="新細明體" charset="-120"/>
              </a:rPr>
              <a:t>Decimal</a:t>
            </a:r>
            <a:endParaRPr lang="en-US" altLang="zh-TW" sz="2800">
              <a:solidFill>
                <a:srgbClr val="000000"/>
              </a:solidFill>
              <a:latin typeface="Helvetica" panose="020B0604020202020204" pitchFamily="34" charset="0"/>
              <a:ea typeface="新細明體" charset="-120"/>
            </a:endParaRPr>
          </a:p>
        </p:txBody>
      </p:sp>
      <p:sp>
        <p:nvSpPr>
          <p:cNvPr id="612447" name="Rectangle 95"/>
          <p:cNvSpPr>
            <a:spLocks noChangeArrowheads="1"/>
          </p:cNvSpPr>
          <p:nvPr/>
        </p:nvSpPr>
        <p:spPr bwMode="auto">
          <a:xfrm>
            <a:off x="1801814" y="5791200"/>
            <a:ext cx="407987"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500"/>
              </a:lnSpc>
            </a:pPr>
            <a:r>
              <a:rPr lang="en-US" altLang="zh-TW">
                <a:latin typeface="Helvetica" panose="020B0604020202020204" pitchFamily="34" charset="0"/>
                <a:ea typeface="新細明體" charset="-120"/>
              </a:rPr>
              <a:t>Example</a:t>
            </a:r>
            <a:br>
              <a:rPr lang="en-US" altLang="zh-TW">
                <a:latin typeface="Helvetica" panose="020B0604020202020204" pitchFamily="34" charset="0"/>
                <a:ea typeface="新細明體" charset="-120"/>
              </a:rPr>
            </a:br>
            <a:r>
              <a:rPr lang="en-US" altLang="zh-TW">
                <a:latin typeface="Helvetica" panose="020B0604020202020204" pitchFamily="34" charset="0"/>
                <a:ea typeface="新細明體" charset="-120"/>
              </a:rPr>
              <a:t>Binary</a:t>
            </a:r>
            <a:endParaRPr lang="en-US" altLang="zh-TW" sz="2800">
              <a:solidFill>
                <a:srgbClr val="000000"/>
              </a:solidFill>
              <a:latin typeface="Helvetica" panose="020B0604020202020204" pitchFamily="34" charset="0"/>
              <a:ea typeface="新細明體" charset="-120"/>
            </a:endParaRPr>
          </a:p>
        </p:txBody>
      </p:sp>
      <p:sp>
        <p:nvSpPr>
          <p:cNvPr id="612451" name="Rectangle 99"/>
          <p:cNvSpPr>
            <a:spLocks noChangeArrowheads="1"/>
          </p:cNvSpPr>
          <p:nvPr/>
        </p:nvSpPr>
        <p:spPr bwMode="auto">
          <a:xfrm>
            <a:off x="3267076" y="3443288"/>
            <a:ext cx="314325" cy="442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a:t>
            </a:r>
          </a:p>
        </p:txBody>
      </p:sp>
      <p:sp>
        <p:nvSpPr>
          <p:cNvPr id="612452" name="Rectangle 100"/>
          <p:cNvSpPr>
            <a:spLocks noChangeArrowheads="1"/>
          </p:cNvSpPr>
          <p:nvPr/>
        </p:nvSpPr>
        <p:spPr bwMode="auto">
          <a:xfrm>
            <a:off x="4648201" y="3443288"/>
            <a:ext cx="314325" cy="442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8</a:t>
            </a:r>
          </a:p>
        </p:txBody>
      </p:sp>
      <p:sp>
        <p:nvSpPr>
          <p:cNvPr id="612453" name="Rectangle 101"/>
          <p:cNvSpPr>
            <a:spLocks noChangeArrowheads="1"/>
          </p:cNvSpPr>
          <p:nvPr/>
        </p:nvSpPr>
        <p:spPr bwMode="auto">
          <a:xfrm>
            <a:off x="4953001" y="3443288"/>
            <a:ext cx="314325" cy="442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9</a:t>
            </a:r>
          </a:p>
        </p:txBody>
      </p:sp>
      <p:sp>
        <p:nvSpPr>
          <p:cNvPr id="612454" name="Rectangle 102"/>
          <p:cNvSpPr>
            <a:spLocks noChangeArrowheads="1"/>
          </p:cNvSpPr>
          <p:nvPr/>
        </p:nvSpPr>
        <p:spPr bwMode="auto">
          <a:xfrm>
            <a:off x="6324601" y="3443288"/>
            <a:ext cx="314325" cy="442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16</a:t>
            </a:r>
          </a:p>
        </p:txBody>
      </p:sp>
      <p:sp>
        <p:nvSpPr>
          <p:cNvPr id="612455" name="Rectangle 103"/>
          <p:cNvSpPr>
            <a:spLocks noChangeArrowheads="1"/>
          </p:cNvSpPr>
          <p:nvPr/>
        </p:nvSpPr>
        <p:spPr bwMode="auto">
          <a:xfrm>
            <a:off x="6772276" y="3429001"/>
            <a:ext cx="314325"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17</a:t>
            </a:r>
          </a:p>
        </p:txBody>
      </p:sp>
      <p:sp>
        <p:nvSpPr>
          <p:cNvPr id="612456" name="Rectangle 104"/>
          <p:cNvSpPr>
            <a:spLocks noChangeArrowheads="1"/>
          </p:cNvSpPr>
          <p:nvPr/>
        </p:nvSpPr>
        <p:spPr bwMode="auto">
          <a:xfrm>
            <a:off x="8129589" y="3443288"/>
            <a:ext cx="314325" cy="442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24</a:t>
            </a:r>
          </a:p>
        </p:txBody>
      </p:sp>
      <p:sp>
        <p:nvSpPr>
          <p:cNvPr id="612457" name="Rectangle 105"/>
          <p:cNvSpPr>
            <a:spLocks noChangeArrowheads="1"/>
          </p:cNvSpPr>
          <p:nvPr/>
        </p:nvSpPr>
        <p:spPr bwMode="auto">
          <a:xfrm>
            <a:off x="8501064" y="3443288"/>
            <a:ext cx="314325" cy="442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25</a:t>
            </a:r>
          </a:p>
        </p:txBody>
      </p:sp>
      <p:sp>
        <p:nvSpPr>
          <p:cNvPr id="612458" name="Rectangle 106"/>
          <p:cNvSpPr>
            <a:spLocks noChangeArrowheads="1"/>
          </p:cNvSpPr>
          <p:nvPr/>
        </p:nvSpPr>
        <p:spPr bwMode="auto">
          <a:xfrm>
            <a:off x="9896476" y="3443288"/>
            <a:ext cx="314325" cy="442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32</a:t>
            </a:r>
          </a:p>
        </p:txBody>
      </p:sp>
      <p:sp>
        <p:nvSpPr>
          <p:cNvPr id="612459" name="Rectangle 107"/>
          <p:cNvSpPr>
            <a:spLocks noChangeArrowheads="1"/>
          </p:cNvSpPr>
          <p:nvPr/>
        </p:nvSpPr>
        <p:spPr bwMode="auto">
          <a:xfrm rot="16200000">
            <a:off x="6920707" y="4329907"/>
            <a:ext cx="48418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1600"/>
              </a:lnSpc>
            </a:pPr>
            <a:r>
              <a:rPr lang="en-US" altLang="zh-TW" sz="1800">
                <a:latin typeface="Helvetica" panose="020B0604020202020204" pitchFamily="34" charset="0"/>
                <a:ea typeface="新細明體" charset="-120"/>
              </a:rPr>
              <a:t>128</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64</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32</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16</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8</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4</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2</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1</a:t>
            </a:r>
            <a:br>
              <a:rPr lang="en-US" altLang="zh-TW" sz="1800">
                <a:latin typeface="Helvetica" panose="020B0604020202020204" pitchFamily="34" charset="0"/>
                <a:ea typeface="新細明體" charset="-120"/>
              </a:rPr>
            </a:br>
            <a:endParaRPr lang="en-US" altLang="zh-TW" sz="2800">
              <a:solidFill>
                <a:srgbClr val="000000"/>
              </a:solidFill>
              <a:latin typeface="Helvetica" panose="020B0604020202020204" pitchFamily="34" charset="0"/>
              <a:ea typeface="新細明體" charset="-120"/>
            </a:endParaRPr>
          </a:p>
        </p:txBody>
      </p:sp>
      <p:sp>
        <p:nvSpPr>
          <p:cNvPr id="612460" name="Rectangle 108"/>
          <p:cNvSpPr>
            <a:spLocks noChangeArrowheads="1"/>
          </p:cNvSpPr>
          <p:nvPr/>
        </p:nvSpPr>
        <p:spPr bwMode="auto">
          <a:xfrm rot="16200000">
            <a:off x="5091906" y="4356894"/>
            <a:ext cx="4841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1600"/>
              </a:lnSpc>
            </a:pPr>
            <a:r>
              <a:rPr lang="en-US" altLang="zh-TW" sz="1800">
                <a:latin typeface="Helvetica" panose="020B0604020202020204" pitchFamily="34" charset="0"/>
                <a:ea typeface="新細明體" charset="-120"/>
              </a:rPr>
              <a:t>128</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64</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32</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16</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8</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4</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2</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1</a:t>
            </a:r>
            <a:br>
              <a:rPr lang="en-US" altLang="zh-TW" sz="1800">
                <a:latin typeface="Helvetica" panose="020B0604020202020204" pitchFamily="34" charset="0"/>
                <a:ea typeface="新細明體" charset="-120"/>
              </a:rPr>
            </a:br>
            <a:endParaRPr lang="en-US" altLang="zh-TW" sz="2800">
              <a:solidFill>
                <a:srgbClr val="000000"/>
              </a:solidFill>
              <a:latin typeface="Helvetica" panose="020B0604020202020204" pitchFamily="34" charset="0"/>
              <a:ea typeface="新細明體" charset="-120"/>
            </a:endParaRPr>
          </a:p>
        </p:txBody>
      </p:sp>
      <p:sp>
        <p:nvSpPr>
          <p:cNvPr id="612461" name="Rectangle 109"/>
          <p:cNvSpPr>
            <a:spLocks noChangeArrowheads="1"/>
          </p:cNvSpPr>
          <p:nvPr/>
        </p:nvSpPr>
        <p:spPr bwMode="auto">
          <a:xfrm rot="16200000">
            <a:off x="3339306" y="4356894"/>
            <a:ext cx="4841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1600"/>
              </a:lnSpc>
            </a:pPr>
            <a:r>
              <a:rPr lang="en-US" altLang="zh-TW" sz="1800">
                <a:latin typeface="Helvetica" panose="020B0604020202020204" pitchFamily="34" charset="0"/>
                <a:ea typeface="新細明體" charset="-120"/>
              </a:rPr>
              <a:t>128</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64</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32</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16</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8</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4</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2</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1</a:t>
            </a:r>
            <a:br>
              <a:rPr lang="en-US" altLang="zh-TW" sz="1800">
                <a:latin typeface="Helvetica" panose="020B0604020202020204" pitchFamily="34" charset="0"/>
                <a:ea typeface="新細明體" charset="-120"/>
              </a:rPr>
            </a:br>
            <a:endParaRPr lang="en-US" altLang="zh-TW" sz="2800">
              <a:solidFill>
                <a:srgbClr val="000000"/>
              </a:solidFill>
              <a:latin typeface="Helvetica" panose="020B0604020202020204" pitchFamily="34" charset="0"/>
              <a:ea typeface="新細明體" charset="-120"/>
            </a:endParaRPr>
          </a:p>
        </p:txBody>
      </p:sp>
    </p:spTree>
    <p:extLst>
      <p:ext uri="{BB962C8B-B14F-4D97-AF65-F5344CB8AC3E}">
        <p14:creationId xmlns:p14="http://schemas.microsoft.com/office/powerpoint/2010/main" val="1060869341"/>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02" name="Rectangle 2"/>
          <p:cNvSpPr>
            <a:spLocks noGrp="1" noChangeArrowheads="1"/>
          </p:cNvSpPr>
          <p:nvPr>
            <p:ph type="body" sz="half" idx="2"/>
          </p:nvPr>
        </p:nvSpPr>
        <p:spPr>
          <a:xfrm>
            <a:off x="2103438" y="2238376"/>
            <a:ext cx="5313362" cy="3857625"/>
          </a:xfrm>
          <a:noFill/>
          <a:ln/>
        </p:spPr>
        <p:txBody>
          <a:bodyPr vert="horz" lIns="82153" tIns="41076" rIns="82153" bIns="41076" rtlCol="0">
            <a:normAutofit/>
          </a:bodyPr>
          <a:lstStyle/>
          <a:p>
            <a:pPr>
              <a:spcBef>
                <a:spcPct val="60000"/>
              </a:spcBef>
            </a:pPr>
            <a:r>
              <a:rPr lang="en-US" altLang="zh-TW" sz="3100">
                <a:ea typeface="新細明體" charset="-120"/>
              </a:rPr>
              <a:t>Class A:  </a:t>
            </a:r>
          </a:p>
          <a:p>
            <a:pPr>
              <a:spcBef>
                <a:spcPct val="60000"/>
              </a:spcBef>
            </a:pPr>
            <a:r>
              <a:rPr lang="en-US" altLang="zh-TW" sz="3100">
                <a:ea typeface="新細明體" charset="-120"/>
              </a:rPr>
              <a:t>Class B:  </a:t>
            </a:r>
          </a:p>
          <a:p>
            <a:pPr>
              <a:spcBef>
                <a:spcPct val="60000"/>
              </a:spcBef>
            </a:pPr>
            <a:r>
              <a:rPr lang="en-US" altLang="zh-TW" sz="3100">
                <a:ea typeface="新細明體" charset="-120"/>
              </a:rPr>
              <a:t>Class C:   </a:t>
            </a:r>
          </a:p>
          <a:p>
            <a:pPr>
              <a:spcBef>
                <a:spcPct val="60000"/>
              </a:spcBef>
            </a:pPr>
            <a:r>
              <a:rPr lang="en-US" altLang="zh-TW" sz="3100">
                <a:ea typeface="新細明體" charset="-120"/>
              </a:rPr>
              <a:t>Class D:  	     Multicast    </a:t>
            </a:r>
          </a:p>
          <a:p>
            <a:pPr>
              <a:spcBef>
                <a:spcPct val="60000"/>
              </a:spcBef>
            </a:pPr>
            <a:r>
              <a:rPr lang="en-US" altLang="zh-TW" sz="3100">
                <a:ea typeface="新細明體" charset="-120"/>
              </a:rPr>
              <a:t>Class E:       Research</a:t>
            </a:r>
          </a:p>
        </p:txBody>
      </p:sp>
      <p:sp>
        <p:nvSpPr>
          <p:cNvPr id="614404" name="Rectangle 4"/>
          <p:cNvSpPr>
            <a:spLocks noGrp="1" noChangeArrowheads="1"/>
          </p:cNvSpPr>
          <p:nvPr>
            <p:ph type="title"/>
          </p:nvPr>
        </p:nvSpPr>
        <p:spPr>
          <a:xfrm>
            <a:off x="261409" y="311863"/>
            <a:ext cx="10164233" cy="1143000"/>
          </a:xfrm>
          <a:noFill/>
          <a:ln/>
        </p:spPr>
        <p:txBody>
          <a:bodyPr vert="horz" lIns="82153" tIns="41076" rIns="82153" bIns="41076" rtlCol="0" anchor="ctr" anchorCtr="0">
            <a:normAutofit/>
          </a:bodyPr>
          <a:lstStyle/>
          <a:p>
            <a:r>
              <a:rPr lang="en-US" altLang="zh-TW" dirty="0">
                <a:solidFill>
                  <a:srgbClr val="00B0F0"/>
                </a:solidFill>
                <a:ea typeface="新細明體" charset="-120"/>
              </a:rPr>
              <a:t>IP Address Classes</a:t>
            </a:r>
          </a:p>
        </p:txBody>
      </p:sp>
      <p:grpSp>
        <p:nvGrpSpPr>
          <p:cNvPr id="614405" name="Group 5"/>
          <p:cNvGrpSpPr>
            <a:grpSpLocks/>
          </p:cNvGrpSpPr>
          <p:nvPr/>
        </p:nvGrpSpPr>
        <p:grpSpPr bwMode="auto">
          <a:xfrm>
            <a:off x="4510088" y="2246313"/>
            <a:ext cx="4786312" cy="500062"/>
            <a:chOff x="1604" y="820"/>
            <a:chExt cx="2680" cy="280"/>
          </a:xfrm>
          <a:solidFill>
            <a:schemeClr val="accent2"/>
          </a:solidFill>
        </p:grpSpPr>
        <p:sp>
          <p:nvSpPr>
            <p:cNvPr id="614406" name="Rectangle 6"/>
            <p:cNvSpPr>
              <a:spLocks noChangeArrowheads="1"/>
            </p:cNvSpPr>
            <p:nvPr/>
          </p:nvSpPr>
          <p:spPr bwMode="auto">
            <a:xfrm>
              <a:off x="1604" y="820"/>
              <a:ext cx="664" cy="280"/>
            </a:xfrm>
            <a:prstGeom prst="rect">
              <a:avLst/>
            </a:prstGeom>
            <a:grpFill/>
            <a:ln w="12700">
              <a:solidFill>
                <a:schemeClr val="tx1"/>
              </a:solidFill>
              <a:miter lim="800000"/>
              <a:headEnd/>
              <a:tailEnd/>
            </a:ln>
            <a:effectLst>
              <a:outerShdw dist="35921" dir="2700000" algn="ctr" rotWithShape="0">
                <a:schemeClr val="bg2"/>
              </a:outerShdw>
            </a:effectLst>
          </p:spPr>
          <p:txBody>
            <a:bodyPr wrap="none" lIns="147486" tIns="73744" rIns="147486" bIns="73744"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2000">
                  <a:solidFill>
                    <a:schemeClr val="accent1"/>
                  </a:solidFill>
                  <a:latin typeface="Helvetica" panose="020B0604020202020204" pitchFamily="34" charset="0"/>
                  <a:ea typeface="新細明體" charset="-120"/>
                </a:rPr>
                <a:t>Network</a:t>
              </a:r>
              <a:endParaRPr lang="en-US" altLang="zh-TW" sz="2000">
                <a:latin typeface="Helvetica" panose="020B0604020202020204" pitchFamily="34" charset="0"/>
                <a:ea typeface="新細明體" charset="-120"/>
              </a:endParaRPr>
            </a:p>
          </p:txBody>
        </p:sp>
        <p:sp>
          <p:nvSpPr>
            <p:cNvPr id="614407" name="Rectangle 7"/>
            <p:cNvSpPr>
              <a:spLocks noChangeArrowheads="1"/>
            </p:cNvSpPr>
            <p:nvPr/>
          </p:nvSpPr>
          <p:spPr bwMode="auto">
            <a:xfrm>
              <a:off x="2276" y="820"/>
              <a:ext cx="664" cy="280"/>
            </a:xfrm>
            <a:prstGeom prst="rect">
              <a:avLst/>
            </a:prstGeom>
            <a:grpFill/>
            <a:ln w="12700">
              <a:solidFill>
                <a:schemeClr val="tx1"/>
              </a:solidFill>
              <a:miter lim="800000"/>
              <a:headEnd/>
              <a:tailEnd/>
            </a:ln>
            <a:effectLst>
              <a:outerShdw dist="35921" dir="2700000" algn="ctr" rotWithShape="0">
                <a:schemeClr val="bg2"/>
              </a:outerShdw>
            </a:effectLst>
          </p:spPr>
          <p:txBody>
            <a:bodyPr wrap="none" lIns="147486" tIns="73744" rIns="147486" bIns="73744"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2000">
                  <a:latin typeface="Helvetica" panose="020B0604020202020204" pitchFamily="34" charset="0"/>
                  <a:ea typeface="新細明體" charset="-120"/>
                </a:rPr>
                <a:t>Host</a:t>
              </a:r>
            </a:p>
          </p:txBody>
        </p:sp>
        <p:sp>
          <p:nvSpPr>
            <p:cNvPr id="614408" name="Rectangle 8"/>
            <p:cNvSpPr>
              <a:spLocks noChangeArrowheads="1"/>
            </p:cNvSpPr>
            <p:nvPr/>
          </p:nvSpPr>
          <p:spPr bwMode="auto">
            <a:xfrm>
              <a:off x="2948" y="820"/>
              <a:ext cx="664" cy="280"/>
            </a:xfrm>
            <a:prstGeom prst="rect">
              <a:avLst/>
            </a:prstGeom>
            <a:grpFill/>
            <a:ln w="12700">
              <a:solidFill>
                <a:schemeClr val="tx1"/>
              </a:solidFill>
              <a:miter lim="800000"/>
              <a:headEnd/>
              <a:tailEnd/>
            </a:ln>
            <a:effectLst>
              <a:outerShdw dist="35921" dir="2700000" algn="ctr" rotWithShape="0">
                <a:schemeClr val="bg2"/>
              </a:outerShdw>
            </a:effectLst>
          </p:spPr>
          <p:txBody>
            <a:bodyPr wrap="none" lIns="147486" tIns="73744" rIns="147486" bIns="73744"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2000">
                  <a:latin typeface="Helvetica" panose="020B0604020202020204" pitchFamily="34" charset="0"/>
                  <a:ea typeface="新細明體" charset="-120"/>
                </a:rPr>
                <a:t>Host</a:t>
              </a:r>
            </a:p>
          </p:txBody>
        </p:sp>
        <p:sp>
          <p:nvSpPr>
            <p:cNvPr id="614409" name="Rectangle 9"/>
            <p:cNvSpPr>
              <a:spLocks noChangeArrowheads="1"/>
            </p:cNvSpPr>
            <p:nvPr/>
          </p:nvSpPr>
          <p:spPr bwMode="auto">
            <a:xfrm>
              <a:off x="3620" y="820"/>
              <a:ext cx="664" cy="280"/>
            </a:xfrm>
            <a:prstGeom prst="rect">
              <a:avLst/>
            </a:prstGeom>
            <a:grpFill/>
            <a:ln w="12700">
              <a:solidFill>
                <a:schemeClr val="tx1"/>
              </a:solidFill>
              <a:miter lim="800000"/>
              <a:headEnd/>
              <a:tailEnd/>
            </a:ln>
            <a:effectLst>
              <a:outerShdw dist="35921" dir="2700000" algn="ctr" rotWithShape="0">
                <a:schemeClr val="bg2"/>
              </a:outerShdw>
            </a:effectLst>
          </p:spPr>
          <p:txBody>
            <a:bodyPr wrap="none" lIns="147486" tIns="73744" rIns="147486" bIns="73744"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2000">
                  <a:latin typeface="Helvetica" panose="020B0604020202020204" pitchFamily="34" charset="0"/>
                  <a:ea typeface="新細明體" charset="-120"/>
                </a:rPr>
                <a:t>Host</a:t>
              </a:r>
            </a:p>
          </p:txBody>
        </p:sp>
      </p:grpSp>
      <p:grpSp>
        <p:nvGrpSpPr>
          <p:cNvPr id="614410" name="Group 10"/>
          <p:cNvGrpSpPr>
            <a:grpSpLocks/>
          </p:cNvGrpSpPr>
          <p:nvPr/>
        </p:nvGrpSpPr>
        <p:grpSpPr bwMode="auto">
          <a:xfrm>
            <a:off x="4510088" y="2981326"/>
            <a:ext cx="4786312" cy="500063"/>
            <a:chOff x="1604" y="1232"/>
            <a:chExt cx="2680" cy="280"/>
          </a:xfrm>
          <a:solidFill>
            <a:schemeClr val="accent2"/>
          </a:solidFill>
        </p:grpSpPr>
        <p:sp>
          <p:nvSpPr>
            <p:cNvPr id="614411" name="Rectangle 11"/>
            <p:cNvSpPr>
              <a:spLocks noChangeArrowheads="1"/>
            </p:cNvSpPr>
            <p:nvPr/>
          </p:nvSpPr>
          <p:spPr bwMode="auto">
            <a:xfrm>
              <a:off x="1604" y="1232"/>
              <a:ext cx="664" cy="280"/>
            </a:xfrm>
            <a:prstGeom prst="rect">
              <a:avLst/>
            </a:prstGeom>
            <a:grpFill/>
            <a:ln w="12700">
              <a:solidFill>
                <a:schemeClr val="tx1"/>
              </a:solidFill>
              <a:miter lim="800000"/>
              <a:headEnd/>
              <a:tailEnd/>
            </a:ln>
            <a:effectLst>
              <a:outerShdw dist="35921" dir="2700000" algn="ctr" rotWithShape="0">
                <a:schemeClr val="bg2"/>
              </a:outerShdw>
            </a:effectLst>
          </p:spPr>
          <p:txBody>
            <a:bodyPr wrap="none" lIns="147486" tIns="73744" rIns="147486" bIns="73744"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2000">
                  <a:solidFill>
                    <a:schemeClr val="accent1"/>
                  </a:solidFill>
                  <a:latin typeface="Helvetica" panose="020B0604020202020204" pitchFamily="34" charset="0"/>
                  <a:ea typeface="新細明體" charset="-120"/>
                </a:rPr>
                <a:t>Network</a:t>
              </a:r>
              <a:endParaRPr lang="en-US" altLang="zh-TW" sz="2000">
                <a:latin typeface="Helvetica" panose="020B0604020202020204" pitchFamily="34" charset="0"/>
                <a:ea typeface="新細明體" charset="-120"/>
              </a:endParaRPr>
            </a:p>
          </p:txBody>
        </p:sp>
        <p:sp>
          <p:nvSpPr>
            <p:cNvPr id="614412" name="Rectangle 12"/>
            <p:cNvSpPr>
              <a:spLocks noChangeArrowheads="1"/>
            </p:cNvSpPr>
            <p:nvPr/>
          </p:nvSpPr>
          <p:spPr bwMode="auto">
            <a:xfrm>
              <a:off x="2276" y="1232"/>
              <a:ext cx="664" cy="280"/>
            </a:xfrm>
            <a:prstGeom prst="rect">
              <a:avLst/>
            </a:prstGeom>
            <a:grpFill/>
            <a:ln w="12700">
              <a:solidFill>
                <a:schemeClr val="tx1"/>
              </a:solidFill>
              <a:miter lim="800000"/>
              <a:headEnd/>
              <a:tailEnd/>
            </a:ln>
            <a:effectLst>
              <a:outerShdw dist="35921" dir="2700000" algn="ctr" rotWithShape="0">
                <a:schemeClr val="bg2"/>
              </a:outerShdw>
            </a:effectLst>
          </p:spPr>
          <p:txBody>
            <a:bodyPr wrap="none" lIns="147486" tIns="73744" rIns="147486" bIns="73744"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2000">
                  <a:solidFill>
                    <a:schemeClr val="accent1"/>
                  </a:solidFill>
                  <a:latin typeface="Helvetica" panose="020B0604020202020204" pitchFamily="34" charset="0"/>
                  <a:ea typeface="新細明體" charset="-120"/>
                </a:rPr>
                <a:t>Network</a:t>
              </a:r>
            </a:p>
          </p:txBody>
        </p:sp>
        <p:sp>
          <p:nvSpPr>
            <p:cNvPr id="614413" name="Rectangle 13"/>
            <p:cNvSpPr>
              <a:spLocks noChangeArrowheads="1"/>
            </p:cNvSpPr>
            <p:nvPr/>
          </p:nvSpPr>
          <p:spPr bwMode="auto">
            <a:xfrm>
              <a:off x="2948" y="1232"/>
              <a:ext cx="664" cy="280"/>
            </a:xfrm>
            <a:prstGeom prst="rect">
              <a:avLst/>
            </a:prstGeom>
            <a:grpFill/>
            <a:ln w="12700">
              <a:solidFill>
                <a:schemeClr val="tx1"/>
              </a:solidFill>
              <a:miter lim="800000"/>
              <a:headEnd/>
              <a:tailEnd/>
            </a:ln>
            <a:effectLst>
              <a:outerShdw dist="35921" dir="2700000" algn="ctr" rotWithShape="0">
                <a:schemeClr val="bg2"/>
              </a:outerShdw>
            </a:effectLst>
          </p:spPr>
          <p:txBody>
            <a:bodyPr wrap="none" lIns="147486" tIns="73744" rIns="147486" bIns="73744"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2000">
                  <a:latin typeface="Helvetica" panose="020B0604020202020204" pitchFamily="34" charset="0"/>
                  <a:ea typeface="新細明體" charset="-120"/>
                </a:rPr>
                <a:t>Host</a:t>
              </a:r>
            </a:p>
          </p:txBody>
        </p:sp>
        <p:sp>
          <p:nvSpPr>
            <p:cNvPr id="614414" name="Rectangle 14"/>
            <p:cNvSpPr>
              <a:spLocks noChangeArrowheads="1"/>
            </p:cNvSpPr>
            <p:nvPr/>
          </p:nvSpPr>
          <p:spPr bwMode="auto">
            <a:xfrm>
              <a:off x="3620" y="1232"/>
              <a:ext cx="664" cy="280"/>
            </a:xfrm>
            <a:prstGeom prst="rect">
              <a:avLst/>
            </a:prstGeom>
            <a:grpFill/>
            <a:ln w="12700">
              <a:solidFill>
                <a:schemeClr val="tx1"/>
              </a:solidFill>
              <a:miter lim="800000"/>
              <a:headEnd/>
              <a:tailEnd/>
            </a:ln>
            <a:effectLst>
              <a:outerShdw dist="35921" dir="2700000" algn="ctr" rotWithShape="0">
                <a:schemeClr val="bg2"/>
              </a:outerShdw>
            </a:effectLst>
          </p:spPr>
          <p:txBody>
            <a:bodyPr wrap="none" lIns="147486" tIns="73744" rIns="147486" bIns="73744"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2000">
                  <a:latin typeface="Helvetica" panose="020B0604020202020204" pitchFamily="34" charset="0"/>
                  <a:ea typeface="新細明體" charset="-120"/>
                </a:rPr>
                <a:t>Host</a:t>
              </a:r>
            </a:p>
          </p:txBody>
        </p:sp>
      </p:grpSp>
      <p:grpSp>
        <p:nvGrpSpPr>
          <p:cNvPr id="614415" name="Group 15"/>
          <p:cNvGrpSpPr>
            <a:grpSpLocks/>
          </p:cNvGrpSpPr>
          <p:nvPr/>
        </p:nvGrpSpPr>
        <p:grpSpPr bwMode="auto">
          <a:xfrm>
            <a:off x="4510088" y="3703638"/>
            <a:ext cx="4786312" cy="500062"/>
            <a:chOff x="1604" y="1636"/>
            <a:chExt cx="2680" cy="280"/>
          </a:xfrm>
          <a:solidFill>
            <a:schemeClr val="accent2"/>
          </a:solidFill>
        </p:grpSpPr>
        <p:sp>
          <p:nvSpPr>
            <p:cNvPr id="614416" name="Rectangle 16"/>
            <p:cNvSpPr>
              <a:spLocks noChangeArrowheads="1"/>
            </p:cNvSpPr>
            <p:nvPr/>
          </p:nvSpPr>
          <p:spPr bwMode="auto">
            <a:xfrm>
              <a:off x="1604" y="1636"/>
              <a:ext cx="664" cy="280"/>
            </a:xfrm>
            <a:prstGeom prst="rect">
              <a:avLst/>
            </a:prstGeom>
            <a:grpFill/>
            <a:ln w="12700">
              <a:solidFill>
                <a:schemeClr val="tx1"/>
              </a:solidFill>
              <a:miter lim="800000"/>
              <a:headEnd/>
              <a:tailEnd/>
            </a:ln>
            <a:effectLst>
              <a:outerShdw dist="35921" dir="2700000" algn="ctr" rotWithShape="0">
                <a:schemeClr val="bg2"/>
              </a:outerShdw>
            </a:effectLst>
          </p:spPr>
          <p:txBody>
            <a:bodyPr wrap="none" lIns="147486" tIns="73744" rIns="147486" bIns="73744"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2000">
                  <a:solidFill>
                    <a:schemeClr val="accent1"/>
                  </a:solidFill>
                  <a:latin typeface="Helvetica" panose="020B0604020202020204" pitchFamily="34" charset="0"/>
                  <a:ea typeface="新細明體" charset="-120"/>
                </a:rPr>
                <a:t>Network</a:t>
              </a:r>
              <a:endParaRPr lang="en-US" altLang="zh-TW" sz="2000">
                <a:latin typeface="Helvetica" panose="020B0604020202020204" pitchFamily="34" charset="0"/>
                <a:ea typeface="新細明體" charset="-120"/>
              </a:endParaRPr>
            </a:p>
          </p:txBody>
        </p:sp>
        <p:sp>
          <p:nvSpPr>
            <p:cNvPr id="614417" name="Rectangle 17"/>
            <p:cNvSpPr>
              <a:spLocks noChangeArrowheads="1"/>
            </p:cNvSpPr>
            <p:nvPr/>
          </p:nvSpPr>
          <p:spPr bwMode="auto">
            <a:xfrm>
              <a:off x="2276" y="1636"/>
              <a:ext cx="664" cy="280"/>
            </a:xfrm>
            <a:prstGeom prst="rect">
              <a:avLst/>
            </a:prstGeom>
            <a:grpFill/>
            <a:ln w="12700">
              <a:solidFill>
                <a:schemeClr val="tx1"/>
              </a:solidFill>
              <a:miter lim="800000"/>
              <a:headEnd/>
              <a:tailEnd/>
            </a:ln>
            <a:effectLst>
              <a:outerShdw dist="35921" dir="2700000" algn="ctr" rotWithShape="0">
                <a:schemeClr val="bg2"/>
              </a:outerShdw>
            </a:effectLst>
          </p:spPr>
          <p:txBody>
            <a:bodyPr wrap="none" lIns="147486" tIns="73744" rIns="147486" bIns="73744"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2000">
                  <a:solidFill>
                    <a:schemeClr val="accent1"/>
                  </a:solidFill>
                  <a:latin typeface="Helvetica" panose="020B0604020202020204" pitchFamily="34" charset="0"/>
                  <a:ea typeface="新細明體" charset="-120"/>
                </a:rPr>
                <a:t>Network</a:t>
              </a:r>
              <a:endParaRPr lang="en-US" altLang="zh-TW" sz="2000">
                <a:latin typeface="Helvetica" panose="020B0604020202020204" pitchFamily="34" charset="0"/>
                <a:ea typeface="新細明體" charset="-120"/>
              </a:endParaRPr>
            </a:p>
          </p:txBody>
        </p:sp>
        <p:sp>
          <p:nvSpPr>
            <p:cNvPr id="614418" name="Rectangle 18"/>
            <p:cNvSpPr>
              <a:spLocks noChangeArrowheads="1"/>
            </p:cNvSpPr>
            <p:nvPr/>
          </p:nvSpPr>
          <p:spPr bwMode="auto">
            <a:xfrm>
              <a:off x="2948" y="1636"/>
              <a:ext cx="664" cy="280"/>
            </a:xfrm>
            <a:prstGeom prst="rect">
              <a:avLst/>
            </a:prstGeom>
            <a:grpFill/>
            <a:ln w="12700">
              <a:solidFill>
                <a:schemeClr val="tx1"/>
              </a:solidFill>
              <a:miter lim="800000"/>
              <a:headEnd/>
              <a:tailEnd/>
            </a:ln>
            <a:effectLst>
              <a:outerShdw dist="35921" dir="2700000" algn="ctr" rotWithShape="0">
                <a:schemeClr val="bg2"/>
              </a:outerShdw>
            </a:effectLst>
          </p:spPr>
          <p:txBody>
            <a:bodyPr wrap="none" lIns="147486" tIns="73744" rIns="147486" bIns="73744"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2000">
                  <a:solidFill>
                    <a:schemeClr val="accent1"/>
                  </a:solidFill>
                  <a:latin typeface="Helvetica" panose="020B0604020202020204" pitchFamily="34" charset="0"/>
                  <a:ea typeface="新細明體" charset="-120"/>
                </a:rPr>
                <a:t>Network</a:t>
              </a:r>
              <a:endParaRPr lang="en-US" altLang="zh-TW" sz="2000">
                <a:latin typeface="Helvetica" panose="020B0604020202020204" pitchFamily="34" charset="0"/>
                <a:ea typeface="新細明體" charset="-120"/>
              </a:endParaRPr>
            </a:p>
          </p:txBody>
        </p:sp>
        <p:sp>
          <p:nvSpPr>
            <p:cNvPr id="614419" name="Rectangle 19"/>
            <p:cNvSpPr>
              <a:spLocks noChangeArrowheads="1"/>
            </p:cNvSpPr>
            <p:nvPr/>
          </p:nvSpPr>
          <p:spPr bwMode="auto">
            <a:xfrm>
              <a:off x="3620" y="1636"/>
              <a:ext cx="664" cy="280"/>
            </a:xfrm>
            <a:prstGeom prst="rect">
              <a:avLst/>
            </a:prstGeom>
            <a:grpFill/>
            <a:ln w="12700">
              <a:solidFill>
                <a:schemeClr val="tx1"/>
              </a:solidFill>
              <a:miter lim="800000"/>
              <a:headEnd/>
              <a:tailEnd/>
            </a:ln>
            <a:effectLst>
              <a:outerShdw dist="35921" dir="2700000" algn="ctr" rotWithShape="0">
                <a:schemeClr val="bg2"/>
              </a:outerShdw>
            </a:effectLst>
          </p:spPr>
          <p:txBody>
            <a:bodyPr wrap="none" lIns="147486" tIns="73744" rIns="147486" bIns="73744"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2000">
                  <a:latin typeface="Helvetica" panose="020B0604020202020204" pitchFamily="34" charset="0"/>
                  <a:ea typeface="新細明體" charset="-120"/>
                </a:rPr>
                <a:t>Host</a:t>
              </a:r>
            </a:p>
          </p:txBody>
        </p:sp>
      </p:grpSp>
      <p:sp>
        <p:nvSpPr>
          <p:cNvPr id="614420" name="Rectangle 20"/>
          <p:cNvSpPr>
            <a:spLocks noChangeArrowheads="1"/>
          </p:cNvSpPr>
          <p:nvPr/>
        </p:nvSpPr>
        <p:spPr bwMode="auto">
          <a:xfrm>
            <a:off x="5029201" y="1795463"/>
            <a:ext cx="314325" cy="442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8 bits</a:t>
            </a:r>
          </a:p>
        </p:txBody>
      </p:sp>
      <p:sp>
        <p:nvSpPr>
          <p:cNvPr id="614421" name="Rectangle 21"/>
          <p:cNvSpPr>
            <a:spLocks noChangeArrowheads="1"/>
          </p:cNvSpPr>
          <p:nvPr/>
        </p:nvSpPr>
        <p:spPr bwMode="auto">
          <a:xfrm>
            <a:off x="6162676" y="1766888"/>
            <a:ext cx="314325" cy="442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8 bits</a:t>
            </a:r>
          </a:p>
        </p:txBody>
      </p:sp>
      <p:sp>
        <p:nvSpPr>
          <p:cNvPr id="614422" name="Rectangle 22"/>
          <p:cNvSpPr>
            <a:spLocks noChangeArrowheads="1"/>
          </p:cNvSpPr>
          <p:nvPr/>
        </p:nvSpPr>
        <p:spPr bwMode="auto">
          <a:xfrm>
            <a:off x="7416801" y="1752601"/>
            <a:ext cx="314325"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8 bits</a:t>
            </a:r>
          </a:p>
        </p:txBody>
      </p:sp>
      <p:sp>
        <p:nvSpPr>
          <p:cNvPr id="614423" name="Rectangle 23"/>
          <p:cNvSpPr>
            <a:spLocks noChangeArrowheads="1"/>
          </p:cNvSpPr>
          <p:nvPr/>
        </p:nvSpPr>
        <p:spPr bwMode="auto">
          <a:xfrm>
            <a:off x="8601076" y="1752601"/>
            <a:ext cx="314325"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8 bits</a:t>
            </a:r>
          </a:p>
        </p:txBody>
      </p:sp>
    </p:spTree>
    <p:extLst>
      <p:ext uri="{BB962C8B-B14F-4D97-AF65-F5344CB8AC3E}">
        <p14:creationId xmlns:p14="http://schemas.microsoft.com/office/powerpoint/2010/main" val="3340348549"/>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0546" name="Rectangle 2"/>
          <p:cNvSpPr>
            <a:spLocks noGrp="1" noChangeArrowheads="1"/>
          </p:cNvSpPr>
          <p:nvPr>
            <p:ph type="title"/>
          </p:nvPr>
        </p:nvSpPr>
        <p:spPr>
          <a:noFill/>
          <a:ln/>
        </p:spPr>
        <p:txBody>
          <a:bodyPr vert="horz" lIns="82153" tIns="41076" rIns="82153" bIns="41076" rtlCol="0" anchor="ctr" anchorCtr="0">
            <a:normAutofit/>
          </a:bodyPr>
          <a:lstStyle/>
          <a:p>
            <a:r>
              <a:rPr lang="en-US" altLang="zh-TW" dirty="0">
                <a:solidFill>
                  <a:srgbClr val="00B0F0"/>
                </a:solidFill>
                <a:ea typeface="新細明體" charset="-120"/>
              </a:rPr>
              <a:t>IP Address Classes</a:t>
            </a:r>
          </a:p>
        </p:txBody>
      </p:sp>
      <p:sp>
        <p:nvSpPr>
          <p:cNvPr id="620547" name="Rectangle 3"/>
          <p:cNvSpPr>
            <a:spLocks noChangeArrowheads="1"/>
          </p:cNvSpPr>
          <p:nvPr/>
        </p:nvSpPr>
        <p:spPr bwMode="auto">
          <a:xfrm>
            <a:off x="3581401" y="1600201"/>
            <a:ext cx="314325"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a:t>
            </a:r>
          </a:p>
        </p:txBody>
      </p:sp>
      <p:sp>
        <p:nvSpPr>
          <p:cNvPr id="620550" name="Rectangle 6"/>
          <p:cNvSpPr>
            <a:spLocks noChangeArrowheads="1"/>
          </p:cNvSpPr>
          <p:nvPr/>
        </p:nvSpPr>
        <p:spPr bwMode="auto">
          <a:xfrm>
            <a:off x="1677988" y="2209801"/>
            <a:ext cx="1598612" cy="42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2700">
                <a:solidFill>
                  <a:srgbClr val="000000"/>
                </a:solidFill>
                <a:latin typeface="Helvetica" panose="020B0604020202020204" pitchFamily="34" charset="0"/>
                <a:ea typeface="新細明體" charset="-120"/>
              </a:rPr>
              <a:t>Class A:</a:t>
            </a:r>
          </a:p>
        </p:txBody>
      </p:sp>
      <p:sp>
        <p:nvSpPr>
          <p:cNvPr id="620551" name="Rectangle 7"/>
          <p:cNvSpPr>
            <a:spLocks noChangeArrowheads="1"/>
          </p:cNvSpPr>
          <p:nvPr/>
        </p:nvSpPr>
        <p:spPr bwMode="auto">
          <a:xfrm>
            <a:off x="2490788" y="1773239"/>
            <a:ext cx="812800" cy="269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Bits:</a:t>
            </a:r>
          </a:p>
        </p:txBody>
      </p:sp>
      <p:sp>
        <p:nvSpPr>
          <p:cNvPr id="620579" name="Rectangle 35"/>
          <p:cNvSpPr>
            <a:spLocks noChangeArrowheads="1"/>
          </p:cNvSpPr>
          <p:nvPr/>
        </p:nvSpPr>
        <p:spPr bwMode="auto">
          <a:xfrm>
            <a:off x="3595688" y="1981200"/>
            <a:ext cx="1714500" cy="533400"/>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147486" tIns="73744" rIns="147486" bIns="73744"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2000">
                <a:solidFill>
                  <a:schemeClr val="accent2"/>
                </a:solidFill>
                <a:latin typeface="Helvetica" panose="020B0604020202020204" pitchFamily="34" charset="0"/>
                <a:ea typeface="新細明體" charset="-120"/>
              </a:rPr>
              <a:t>0</a:t>
            </a:r>
            <a:r>
              <a:rPr lang="en-US" altLang="zh-TW" sz="2000">
                <a:solidFill>
                  <a:schemeClr val="accent1"/>
                </a:solidFill>
                <a:latin typeface="Helvetica" panose="020B0604020202020204" pitchFamily="34" charset="0"/>
                <a:ea typeface="新細明體" charset="-120"/>
              </a:rPr>
              <a:t>NNNNNNN</a:t>
            </a:r>
            <a:endParaRPr lang="en-US" altLang="zh-TW" sz="2000">
              <a:latin typeface="Helvetica" panose="020B0604020202020204" pitchFamily="34" charset="0"/>
              <a:ea typeface="新細明體" charset="-120"/>
            </a:endParaRPr>
          </a:p>
        </p:txBody>
      </p:sp>
      <p:sp>
        <p:nvSpPr>
          <p:cNvPr id="620580" name="Rectangle 36"/>
          <p:cNvSpPr>
            <a:spLocks noChangeArrowheads="1"/>
          </p:cNvSpPr>
          <p:nvPr/>
        </p:nvSpPr>
        <p:spPr bwMode="auto">
          <a:xfrm>
            <a:off x="5272088" y="1981200"/>
            <a:ext cx="1714500" cy="533400"/>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147486" tIns="73744" rIns="147486" bIns="73744"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2000">
                <a:latin typeface="Helvetica" panose="020B0604020202020204" pitchFamily="34" charset="0"/>
                <a:ea typeface="新細明體" charset="-120"/>
              </a:rPr>
              <a:t>Host</a:t>
            </a:r>
          </a:p>
        </p:txBody>
      </p:sp>
      <p:sp>
        <p:nvSpPr>
          <p:cNvPr id="620581" name="Rectangle 37"/>
          <p:cNvSpPr>
            <a:spLocks noChangeArrowheads="1"/>
          </p:cNvSpPr>
          <p:nvPr/>
        </p:nvSpPr>
        <p:spPr bwMode="auto">
          <a:xfrm>
            <a:off x="6948488" y="1981200"/>
            <a:ext cx="1714500" cy="533400"/>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147486" tIns="73744" rIns="147486" bIns="73744"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2000">
                <a:latin typeface="Helvetica" panose="020B0604020202020204" pitchFamily="34" charset="0"/>
                <a:ea typeface="新細明體" charset="-120"/>
              </a:rPr>
              <a:t>Host</a:t>
            </a:r>
          </a:p>
        </p:txBody>
      </p:sp>
      <p:sp>
        <p:nvSpPr>
          <p:cNvPr id="620582" name="Rectangle 38"/>
          <p:cNvSpPr>
            <a:spLocks noChangeArrowheads="1"/>
          </p:cNvSpPr>
          <p:nvPr/>
        </p:nvSpPr>
        <p:spPr bwMode="auto">
          <a:xfrm>
            <a:off x="8610600" y="1981200"/>
            <a:ext cx="1714500" cy="533400"/>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147486" tIns="73744" rIns="147486" bIns="73744"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2000">
                <a:latin typeface="Helvetica" panose="020B0604020202020204" pitchFamily="34" charset="0"/>
                <a:ea typeface="新細明體" charset="-120"/>
              </a:rPr>
              <a:t>Host</a:t>
            </a:r>
          </a:p>
        </p:txBody>
      </p:sp>
      <p:sp>
        <p:nvSpPr>
          <p:cNvPr id="620588" name="Rectangle 44"/>
          <p:cNvSpPr>
            <a:spLocks noChangeArrowheads="1"/>
          </p:cNvSpPr>
          <p:nvPr/>
        </p:nvSpPr>
        <p:spPr bwMode="auto">
          <a:xfrm>
            <a:off x="4995864" y="1600201"/>
            <a:ext cx="314325"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8</a:t>
            </a:r>
          </a:p>
        </p:txBody>
      </p:sp>
      <p:sp>
        <p:nvSpPr>
          <p:cNvPr id="620589" name="Rectangle 45"/>
          <p:cNvSpPr>
            <a:spLocks noChangeArrowheads="1"/>
          </p:cNvSpPr>
          <p:nvPr/>
        </p:nvSpPr>
        <p:spPr bwMode="auto">
          <a:xfrm>
            <a:off x="5300664" y="1600201"/>
            <a:ext cx="314325"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9</a:t>
            </a:r>
          </a:p>
        </p:txBody>
      </p:sp>
      <p:sp>
        <p:nvSpPr>
          <p:cNvPr id="620590" name="Rectangle 46"/>
          <p:cNvSpPr>
            <a:spLocks noChangeArrowheads="1"/>
          </p:cNvSpPr>
          <p:nvPr/>
        </p:nvSpPr>
        <p:spPr bwMode="auto">
          <a:xfrm>
            <a:off x="6605589" y="1600201"/>
            <a:ext cx="314325"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16</a:t>
            </a:r>
          </a:p>
        </p:txBody>
      </p:sp>
      <p:sp>
        <p:nvSpPr>
          <p:cNvPr id="620591" name="Rectangle 47"/>
          <p:cNvSpPr>
            <a:spLocks noChangeArrowheads="1"/>
          </p:cNvSpPr>
          <p:nvPr/>
        </p:nvSpPr>
        <p:spPr bwMode="auto">
          <a:xfrm>
            <a:off x="6977064" y="1600201"/>
            <a:ext cx="314325"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17</a:t>
            </a:r>
          </a:p>
        </p:txBody>
      </p:sp>
      <p:sp>
        <p:nvSpPr>
          <p:cNvPr id="620592" name="Rectangle 48"/>
          <p:cNvSpPr>
            <a:spLocks noChangeArrowheads="1"/>
          </p:cNvSpPr>
          <p:nvPr/>
        </p:nvSpPr>
        <p:spPr bwMode="auto">
          <a:xfrm>
            <a:off x="8281989" y="1600201"/>
            <a:ext cx="314325"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24</a:t>
            </a:r>
          </a:p>
        </p:txBody>
      </p:sp>
      <p:sp>
        <p:nvSpPr>
          <p:cNvPr id="620593" name="Rectangle 49"/>
          <p:cNvSpPr>
            <a:spLocks noChangeArrowheads="1"/>
          </p:cNvSpPr>
          <p:nvPr/>
        </p:nvSpPr>
        <p:spPr bwMode="auto">
          <a:xfrm>
            <a:off x="8653464" y="1600201"/>
            <a:ext cx="314325"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25</a:t>
            </a:r>
          </a:p>
        </p:txBody>
      </p:sp>
      <p:sp>
        <p:nvSpPr>
          <p:cNvPr id="620594" name="Rectangle 50"/>
          <p:cNvSpPr>
            <a:spLocks noChangeArrowheads="1"/>
          </p:cNvSpPr>
          <p:nvPr/>
        </p:nvSpPr>
        <p:spPr bwMode="auto">
          <a:xfrm>
            <a:off x="9958389" y="1600201"/>
            <a:ext cx="314325"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32</a:t>
            </a:r>
          </a:p>
        </p:txBody>
      </p:sp>
      <p:sp>
        <p:nvSpPr>
          <p:cNvPr id="620595" name="Rectangle 51"/>
          <p:cNvSpPr>
            <a:spLocks noChangeArrowheads="1"/>
          </p:cNvSpPr>
          <p:nvPr/>
        </p:nvSpPr>
        <p:spPr bwMode="auto">
          <a:xfrm>
            <a:off x="4064000" y="2520951"/>
            <a:ext cx="812800" cy="269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Range (1-126)</a:t>
            </a:r>
          </a:p>
        </p:txBody>
      </p:sp>
      <p:sp>
        <p:nvSpPr>
          <p:cNvPr id="620596" name="Rectangle 52"/>
          <p:cNvSpPr>
            <a:spLocks noChangeArrowheads="1"/>
          </p:cNvSpPr>
          <p:nvPr/>
        </p:nvSpPr>
        <p:spPr bwMode="auto">
          <a:xfrm>
            <a:off x="3556001" y="2867026"/>
            <a:ext cx="314325"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a:t>
            </a:r>
          </a:p>
        </p:txBody>
      </p:sp>
      <p:sp>
        <p:nvSpPr>
          <p:cNvPr id="620597" name="Rectangle 53"/>
          <p:cNvSpPr>
            <a:spLocks noChangeArrowheads="1"/>
          </p:cNvSpPr>
          <p:nvPr/>
        </p:nvSpPr>
        <p:spPr bwMode="auto">
          <a:xfrm>
            <a:off x="1676401" y="3476626"/>
            <a:ext cx="1598613" cy="42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2700">
                <a:solidFill>
                  <a:srgbClr val="000000"/>
                </a:solidFill>
                <a:latin typeface="Helvetica" panose="020B0604020202020204" pitchFamily="34" charset="0"/>
                <a:ea typeface="新細明體" charset="-120"/>
              </a:rPr>
              <a:t>Class B:</a:t>
            </a:r>
          </a:p>
        </p:txBody>
      </p:sp>
      <p:sp>
        <p:nvSpPr>
          <p:cNvPr id="620598" name="Rectangle 54"/>
          <p:cNvSpPr>
            <a:spLocks noChangeArrowheads="1"/>
          </p:cNvSpPr>
          <p:nvPr/>
        </p:nvSpPr>
        <p:spPr bwMode="auto">
          <a:xfrm>
            <a:off x="2489200" y="3040064"/>
            <a:ext cx="812800" cy="269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Bits:</a:t>
            </a:r>
          </a:p>
        </p:txBody>
      </p:sp>
      <p:sp>
        <p:nvSpPr>
          <p:cNvPr id="620599" name="Rectangle 55"/>
          <p:cNvSpPr>
            <a:spLocks noChangeArrowheads="1"/>
          </p:cNvSpPr>
          <p:nvPr/>
        </p:nvSpPr>
        <p:spPr bwMode="auto">
          <a:xfrm>
            <a:off x="3594100" y="3248025"/>
            <a:ext cx="1714500" cy="533400"/>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147486" tIns="73744" rIns="147486" bIns="73744"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2000">
                <a:solidFill>
                  <a:schemeClr val="accent2"/>
                </a:solidFill>
                <a:latin typeface="Helvetica" panose="020B0604020202020204" pitchFamily="34" charset="0"/>
                <a:ea typeface="新細明體" charset="-120"/>
              </a:rPr>
              <a:t>10</a:t>
            </a:r>
            <a:r>
              <a:rPr lang="en-US" altLang="zh-TW" sz="2000">
                <a:solidFill>
                  <a:schemeClr val="accent1"/>
                </a:solidFill>
                <a:latin typeface="Helvetica" panose="020B0604020202020204" pitchFamily="34" charset="0"/>
                <a:ea typeface="新細明體" charset="-120"/>
              </a:rPr>
              <a:t>NNNNNN</a:t>
            </a:r>
            <a:endParaRPr lang="en-US" altLang="zh-TW" sz="2000">
              <a:latin typeface="Helvetica" panose="020B0604020202020204" pitchFamily="34" charset="0"/>
              <a:ea typeface="新細明體" charset="-120"/>
            </a:endParaRPr>
          </a:p>
        </p:txBody>
      </p:sp>
      <p:sp>
        <p:nvSpPr>
          <p:cNvPr id="620600" name="Rectangle 56"/>
          <p:cNvSpPr>
            <a:spLocks noChangeArrowheads="1"/>
          </p:cNvSpPr>
          <p:nvPr/>
        </p:nvSpPr>
        <p:spPr bwMode="auto">
          <a:xfrm>
            <a:off x="5270500" y="3248025"/>
            <a:ext cx="1714500" cy="533400"/>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147486" tIns="73744" rIns="147486" bIns="73744"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2000">
                <a:solidFill>
                  <a:schemeClr val="accent1"/>
                </a:solidFill>
                <a:latin typeface="Helvetica" panose="020B0604020202020204" pitchFamily="34" charset="0"/>
                <a:ea typeface="新細明體" charset="-120"/>
              </a:rPr>
              <a:t>Network</a:t>
            </a:r>
            <a:endParaRPr lang="en-US" altLang="zh-TW" sz="2000">
              <a:latin typeface="Helvetica" panose="020B0604020202020204" pitchFamily="34" charset="0"/>
              <a:ea typeface="新細明體" charset="-120"/>
            </a:endParaRPr>
          </a:p>
        </p:txBody>
      </p:sp>
      <p:sp>
        <p:nvSpPr>
          <p:cNvPr id="620601" name="Rectangle 57"/>
          <p:cNvSpPr>
            <a:spLocks noChangeArrowheads="1"/>
          </p:cNvSpPr>
          <p:nvPr/>
        </p:nvSpPr>
        <p:spPr bwMode="auto">
          <a:xfrm>
            <a:off x="6946900" y="3248025"/>
            <a:ext cx="1714500" cy="533400"/>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147486" tIns="73744" rIns="147486" bIns="73744"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2000">
                <a:latin typeface="Helvetica" panose="020B0604020202020204" pitchFamily="34" charset="0"/>
                <a:ea typeface="新細明體" charset="-120"/>
              </a:rPr>
              <a:t>Host</a:t>
            </a:r>
          </a:p>
        </p:txBody>
      </p:sp>
      <p:sp>
        <p:nvSpPr>
          <p:cNvPr id="620602" name="Rectangle 58"/>
          <p:cNvSpPr>
            <a:spLocks noChangeArrowheads="1"/>
          </p:cNvSpPr>
          <p:nvPr/>
        </p:nvSpPr>
        <p:spPr bwMode="auto">
          <a:xfrm>
            <a:off x="8609013" y="3248025"/>
            <a:ext cx="1714500" cy="533400"/>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147486" tIns="73744" rIns="147486" bIns="73744"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2000">
                <a:latin typeface="Helvetica" panose="020B0604020202020204" pitchFamily="34" charset="0"/>
                <a:ea typeface="新細明體" charset="-120"/>
              </a:rPr>
              <a:t>Host</a:t>
            </a:r>
          </a:p>
        </p:txBody>
      </p:sp>
      <p:sp>
        <p:nvSpPr>
          <p:cNvPr id="620603" name="Rectangle 59"/>
          <p:cNvSpPr>
            <a:spLocks noChangeArrowheads="1"/>
          </p:cNvSpPr>
          <p:nvPr/>
        </p:nvSpPr>
        <p:spPr bwMode="auto">
          <a:xfrm>
            <a:off x="4994276" y="2867026"/>
            <a:ext cx="314325"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8</a:t>
            </a:r>
          </a:p>
        </p:txBody>
      </p:sp>
      <p:sp>
        <p:nvSpPr>
          <p:cNvPr id="620604" name="Rectangle 60"/>
          <p:cNvSpPr>
            <a:spLocks noChangeArrowheads="1"/>
          </p:cNvSpPr>
          <p:nvPr/>
        </p:nvSpPr>
        <p:spPr bwMode="auto">
          <a:xfrm>
            <a:off x="5299076" y="2867026"/>
            <a:ext cx="314325"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9</a:t>
            </a:r>
          </a:p>
        </p:txBody>
      </p:sp>
      <p:sp>
        <p:nvSpPr>
          <p:cNvPr id="620605" name="Rectangle 61"/>
          <p:cNvSpPr>
            <a:spLocks noChangeArrowheads="1"/>
          </p:cNvSpPr>
          <p:nvPr/>
        </p:nvSpPr>
        <p:spPr bwMode="auto">
          <a:xfrm>
            <a:off x="6604001" y="2867026"/>
            <a:ext cx="314325"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16</a:t>
            </a:r>
          </a:p>
        </p:txBody>
      </p:sp>
      <p:sp>
        <p:nvSpPr>
          <p:cNvPr id="620606" name="Rectangle 62"/>
          <p:cNvSpPr>
            <a:spLocks noChangeArrowheads="1"/>
          </p:cNvSpPr>
          <p:nvPr/>
        </p:nvSpPr>
        <p:spPr bwMode="auto">
          <a:xfrm>
            <a:off x="6975476" y="2867026"/>
            <a:ext cx="314325"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17</a:t>
            </a:r>
          </a:p>
        </p:txBody>
      </p:sp>
      <p:sp>
        <p:nvSpPr>
          <p:cNvPr id="620607" name="Rectangle 63"/>
          <p:cNvSpPr>
            <a:spLocks noChangeArrowheads="1"/>
          </p:cNvSpPr>
          <p:nvPr/>
        </p:nvSpPr>
        <p:spPr bwMode="auto">
          <a:xfrm>
            <a:off x="8280401" y="2867026"/>
            <a:ext cx="314325"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24</a:t>
            </a:r>
          </a:p>
        </p:txBody>
      </p:sp>
      <p:sp>
        <p:nvSpPr>
          <p:cNvPr id="620608" name="Rectangle 64"/>
          <p:cNvSpPr>
            <a:spLocks noChangeArrowheads="1"/>
          </p:cNvSpPr>
          <p:nvPr/>
        </p:nvSpPr>
        <p:spPr bwMode="auto">
          <a:xfrm>
            <a:off x="8651876" y="2867026"/>
            <a:ext cx="314325"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25</a:t>
            </a:r>
          </a:p>
        </p:txBody>
      </p:sp>
      <p:sp>
        <p:nvSpPr>
          <p:cNvPr id="620609" name="Rectangle 65"/>
          <p:cNvSpPr>
            <a:spLocks noChangeArrowheads="1"/>
          </p:cNvSpPr>
          <p:nvPr/>
        </p:nvSpPr>
        <p:spPr bwMode="auto">
          <a:xfrm>
            <a:off x="9956801" y="2867026"/>
            <a:ext cx="314325"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32</a:t>
            </a:r>
          </a:p>
        </p:txBody>
      </p:sp>
      <p:sp>
        <p:nvSpPr>
          <p:cNvPr id="620610" name="Rectangle 66"/>
          <p:cNvSpPr>
            <a:spLocks noChangeArrowheads="1"/>
          </p:cNvSpPr>
          <p:nvPr/>
        </p:nvSpPr>
        <p:spPr bwMode="auto">
          <a:xfrm>
            <a:off x="4062413" y="3787776"/>
            <a:ext cx="812800" cy="269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Range (128-191)</a:t>
            </a:r>
          </a:p>
        </p:txBody>
      </p:sp>
      <p:sp>
        <p:nvSpPr>
          <p:cNvPr id="620611" name="Rectangle 67"/>
          <p:cNvSpPr>
            <a:spLocks noChangeArrowheads="1"/>
          </p:cNvSpPr>
          <p:nvPr/>
        </p:nvSpPr>
        <p:spPr bwMode="auto">
          <a:xfrm>
            <a:off x="3632201" y="4038601"/>
            <a:ext cx="314325"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a:t>
            </a:r>
          </a:p>
        </p:txBody>
      </p:sp>
      <p:sp>
        <p:nvSpPr>
          <p:cNvPr id="620612" name="Rectangle 68"/>
          <p:cNvSpPr>
            <a:spLocks noChangeArrowheads="1"/>
          </p:cNvSpPr>
          <p:nvPr/>
        </p:nvSpPr>
        <p:spPr bwMode="auto">
          <a:xfrm>
            <a:off x="1676401" y="4724401"/>
            <a:ext cx="1598613" cy="42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2700">
                <a:solidFill>
                  <a:srgbClr val="000000"/>
                </a:solidFill>
                <a:latin typeface="Helvetica" panose="020B0604020202020204" pitchFamily="34" charset="0"/>
                <a:ea typeface="新細明體" charset="-120"/>
              </a:rPr>
              <a:t>Class C:</a:t>
            </a:r>
          </a:p>
        </p:txBody>
      </p:sp>
      <p:sp>
        <p:nvSpPr>
          <p:cNvPr id="620613" name="Rectangle 69"/>
          <p:cNvSpPr>
            <a:spLocks noChangeArrowheads="1"/>
          </p:cNvSpPr>
          <p:nvPr/>
        </p:nvSpPr>
        <p:spPr bwMode="auto">
          <a:xfrm>
            <a:off x="2489200" y="4287839"/>
            <a:ext cx="812800" cy="269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Bits:</a:t>
            </a:r>
          </a:p>
        </p:txBody>
      </p:sp>
      <p:sp>
        <p:nvSpPr>
          <p:cNvPr id="620614" name="Rectangle 70"/>
          <p:cNvSpPr>
            <a:spLocks noChangeArrowheads="1"/>
          </p:cNvSpPr>
          <p:nvPr/>
        </p:nvSpPr>
        <p:spPr bwMode="auto">
          <a:xfrm>
            <a:off x="3594100" y="4495800"/>
            <a:ext cx="1714500" cy="533400"/>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147486" tIns="73744" rIns="147486" bIns="73744"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2000">
                <a:solidFill>
                  <a:schemeClr val="accent2"/>
                </a:solidFill>
                <a:latin typeface="Helvetica" panose="020B0604020202020204" pitchFamily="34" charset="0"/>
                <a:ea typeface="新細明體" charset="-120"/>
              </a:rPr>
              <a:t>110</a:t>
            </a:r>
            <a:r>
              <a:rPr lang="en-US" altLang="zh-TW" sz="2000">
                <a:solidFill>
                  <a:schemeClr val="accent1"/>
                </a:solidFill>
                <a:latin typeface="Helvetica" panose="020B0604020202020204" pitchFamily="34" charset="0"/>
                <a:ea typeface="新細明體" charset="-120"/>
              </a:rPr>
              <a:t>NNNNN</a:t>
            </a:r>
            <a:endParaRPr lang="en-US" altLang="zh-TW" sz="2000">
              <a:latin typeface="Helvetica" panose="020B0604020202020204" pitchFamily="34" charset="0"/>
              <a:ea typeface="新細明體" charset="-120"/>
            </a:endParaRPr>
          </a:p>
        </p:txBody>
      </p:sp>
      <p:sp>
        <p:nvSpPr>
          <p:cNvPr id="620615" name="Rectangle 71"/>
          <p:cNvSpPr>
            <a:spLocks noChangeArrowheads="1"/>
          </p:cNvSpPr>
          <p:nvPr/>
        </p:nvSpPr>
        <p:spPr bwMode="auto">
          <a:xfrm>
            <a:off x="5270500" y="4495800"/>
            <a:ext cx="1714500" cy="533400"/>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147486" tIns="73744" rIns="147486" bIns="73744"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2000">
                <a:solidFill>
                  <a:schemeClr val="accent1"/>
                </a:solidFill>
                <a:latin typeface="Helvetica" panose="020B0604020202020204" pitchFamily="34" charset="0"/>
                <a:ea typeface="新細明體" charset="-120"/>
              </a:rPr>
              <a:t>Network</a:t>
            </a:r>
            <a:endParaRPr lang="en-US" altLang="zh-TW" sz="2000">
              <a:latin typeface="Helvetica" panose="020B0604020202020204" pitchFamily="34" charset="0"/>
              <a:ea typeface="新細明體" charset="-120"/>
            </a:endParaRPr>
          </a:p>
        </p:txBody>
      </p:sp>
      <p:sp>
        <p:nvSpPr>
          <p:cNvPr id="620616" name="Rectangle 72"/>
          <p:cNvSpPr>
            <a:spLocks noChangeArrowheads="1"/>
          </p:cNvSpPr>
          <p:nvPr/>
        </p:nvSpPr>
        <p:spPr bwMode="auto">
          <a:xfrm>
            <a:off x="6946900" y="4495800"/>
            <a:ext cx="1714500" cy="533400"/>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147486" tIns="73744" rIns="147486" bIns="73744"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2000">
                <a:solidFill>
                  <a:schemeClr val="accent1"/>
                </a:solidFill>
                <a:latin typeface="Helvetica" panose="020B0604020202020204" pitchFamily="34" charset="0"/>
                <a:ea typeface="新細明體" charset="-120"/>
              </a:rPr>
              <a:t>Network</a:t>
            </a:r>
          </a:p>
        </p:txBody>
      </p:sp>
      <p:sp>
        <p:nvSpPr>
          <p:cNvPr id="620617" name="Rectangle 73"/>
          <p:cNvSpPr>
            <a:spLocks noChangeArrowheads="1"/>
          </p:cNvSpPr>
          <p:nvPr/>
        </p:nvSpPr>
        <p:spPr bwMode="auto">
          <a:xfrm>
            <a:off x="8609013" y="4495800"/>
            <a:ext cx="1714500" cy="533400"/>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147486" tIns="73744" rIns="147486" bIns="73744"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2000">
                <a:latin typeface="Helvetica" panose="020B0604020202020204" pitchFamily="34" charset="0"/>
                <a:ea typeface="新細明體" charset="-120"/>
              </a:rPr>
              <a:t>Host</a:t>
            </a:r>
          </a:p>
        </p:txBody>
      </p:sp>
      <p:sp>
        <p:nvSpPr>
          <p:cNvPr id="620618" name="Rectangle 74"/>
          <p:cNvSpPr>
            <a:spLocks noChangeArrowheads="1"/>
          </p:cNvSpPr>
          <p:nvPr/>
        </p:nvSpPr>
        <p:spPr bwMode="auto">
          <a:xfrm>
            <a:off x="5070476" y="4038601"/>
            <a:ext cx="314325"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8</a:t>
            </a:r>
          </a:p>
        </p:txBody>
      </p:sp>
      <p:sp>
        <p:nvSpPr>
          <p:cNvPr id="620619" name="Rectangle 75"/>
          <p:cNvSpPr>
            <a:spLocks noChangeArrowheads="1"/>
          </p:cNvSpPr>
          <p:nvPr/>
        </p:nvSpPr>
        <p:spPr bwMode="auto">
          <a:xfrm>
            <a:off x="5375276" y="4038601"/>
            <a:ext cx="314325"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9</a:t>
            </a:r>
          </a:p>
        </p:txBody>
      </p:sp>
      <p:sp>
        <p:nvSpPr>
          <p:cNvPr id="620620" name="Rectangle 76"/>
          <p:cNvSpPr>
            <a:spLocks noChangeArrowheads="1"/>
          </p:cNvSpPr>
          <p:nvPr/>
        </p:nvSpPr>
        <p:spPr bwMode="auto">
          <a:xfrm>
            <a:off x="6680201" y="4038601"/>
            <a:ext cx="314325"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16</a:t>
            </a:r>
          </a:p>
        </p:txBody>
      </p:sp>
      <p:sp>
        <p:nvSpPr>
          <p:cNvPr id="620621" name="Rectangle 77"/>
          <p:cNvSpPr>
            <a:spLocks noChangeArrowheads="1"/>
          </p:cNvSpPr>
          <p:nvPr/>
        </p:nvSpPr>
        <p:spPr bwMode="auto">
          <a:xfrm>
            <a:off x="7051676" y="4038601"/>
            <a:ext cx="314325"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17</a:t>
            </a:r>
          </a:p>
        </p:txBody>
      </p:sp>
      <p:sp>
        <p:nvSpPr>
          <p:cNvPr id="620622" name="Rectangle 78"/>
          <p:cNvSpPr>
            <a:spLocks noChangeArrowheads="1"/>
          </p:cNvSpPr>
          <p:nvPr/>
        </p:nvSpPr>
        <p:spPr bwMode="auto">
          <a:xfrm>
            <a:off x="8356601" y="4038601"/>
            <a:ext cx="314325"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24</a:t>
            </a:r>
          </a:p>
        </p:txBody>
      </p:sp>
      <p:sp>
        <p:nvSpPr>
          <p:cNvPr id="620623" name="Rectangle 79"/>
          <p:cNvSpPr>
            <a:spLocks noChangeArrowheads="1"/>
          </p:cNvSpPr>
          <p:nvPr/>
        </p:nvSpPr>
        <p:spPr bwMode="auto">
          <a:xfrm>
            <a:off x="8686801" y="4038601"/>
            <a:ext cx="314325"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25</a:t>
            </a:r>
          </a:p>
        </p:txBody>
      </p:sp>
      <p:sp>
        <p:nvSpPr>
          <p:cNvPr id="620624" name="Rectangle 80"/>
          <p:cNvSpPr>
            <a:spLocks noChangeArrowheads="1"/>
          </p:cNvSpPr>
          <p:nvPr/>
        </p:nvSpPr>
        <p:spPr bwMode="auto">
          <a:xfrm>
            <a:off x="10033001" y="4038601"/>
            <a:ext cx="314325"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32</a:t>
            </a:r>
          </a:p>
        </p:txBody>
      </p:sp>
      <p:sp>
        <p:nvSpPr>
          <p:cNvPr id="620625" name="Rectangle 81"/>
          <p:cNvSpPr>
            <a:spLocks noChangeArrowheads="1"/>
          </p:cNvSpPr>
          <p:nvPr/>
        </p:nvSpPr>
        <p:spPr bwMode="auto">
          <a:xfrm>
            <a:off x="4062413" y="5035551"/>
            <a:ext cx="812800" cy="269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Range (192-223)</a:t>
            </a:r>
          </a:p>
        </p:txBody>
      </p:sp>
      <p:sp>
        <p:nvSpPr>
          <p:cNvPr id="620626" name="Rectangle 82"/>
          <p:cNvSpPr>
            <a:spLocks noChangeArrowheads="1"/>
          </p:cNvSpPr>
          <p:nvPr/>
        </p:nvSpPr>
        <p:spPr bwMode="auto">
          <a:xfrm>
            <a:off x="3648076" y="5257801"/>
            <a:ext cx="314325"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a:t>
            </a:r>
          </a:p>
        </p:txBody>
      </p:sp>
      <p:sp>
        <p:nvSpPr>
          <p:cNvPr id="620627" name="Rectangle 83"/>
          <p:cNvSpPr>
            <a:spLocks noChangeArrowheads="1"/>
          </p:cNvSpPr>
          <p:nvPr/>
        </p:nvSpPr>
        <p:spPr bwMode="auto">
          <a:xfrm>
            <a:off x="1692276" y="5943601"/>
            <a:ext cx="1598613" cy="42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2700">
                <a:solidFill>
                  <a:srgbClr val="000000"/>
                </a:solidFill>
                <a:latin typeface="Helvetica" panose="020B0604020202020204" pitchFamily="34" charset="0"/>
                <a:ea typeface="新細明體" charset="-120"/>
              </a:rPr>
              <a:t>Class D:</a:t>
            </a:r>
          </a:p>
        </p:txBody>
      </p:sp>
      <p:sp>
        <p:nvSpPr>
          <p:cNvPr id="620628" name="Rectangle 84"/>
          <p:cNvSpPr>
            <a:spLocks noChangeArrowheads="1"/>
          </p:cNvSpPr>
          <p:nvPr/>
        </p:nvSpPr>
        <p:spPr bwMode="auto">
          <a:xfrm>
            <a:off x="2505075" y="5507039"/>
            <a:ext cx="812800" cy="269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Bits:</a:t>
            </a:r>
          </a:p>
        </p:txBody>
      </p:sp>
      <p:sp>
        <p:nvSpPr>
          <p:cNvPr id="620629" name="Rectangle 85"/>
          <p:cNvSpPr>
            <a:spLocks noChangeArrowheads="1"/>
          </p:cNvSpPr>
          <p:nvPr/>
        </p:nvSpPr>
        <p:spPr bwMode="auto">
          <a:xfrm>
            <a:off x="3609975" y="5715000"/>
            <a:ext cx="1714500" cy="533400"/>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147486" tIns="73744" rIns="147486" bIns="73744"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2000">
                <a:solidFill>
                  <a:schemeClr val="accent2"/>
                </a:solidFill>
                <a:latin typeface="Helvetica" panose="020B0604020202020204" pitchFamily="34" charset="0"/>
                <a:ea typeface="新細明體" charset="-120"/>
              </a:rPr>
              <a:t>1110</a:t>
            </a:r>
            <a:r>
              <a:rPr lang="en-US" altLang="zh-TW" sz="2000">
                <a:latin typeface="Helvetica" panose="020B0604020202020204" pitchFamily="34" charset="0"/>
                <a:ea typeface="新細明體" charset="-120"/>
              </a:rPr>
              <a:t>MMMM</a:t>
            </a:r>
          </a:p>
        </p:txBody>
      </p:sp>
      <p:sp>
        <p:nvSpPr>
          <p:cNvPr id="620630" name="Rectangle 86"/>
          <p:cNvSpPr>
            <a:spLocks noChangeArrowheads="1"/>
          </p:cNvSpPr>
          <p:nvPr/>
        </p:nvSpPr>
        <p:spPr bwMode="auto">
          <a:xfrm>
            <a:off x="5286375" y="5715000"/>
            <a:ext cx="1714500" cy="533400"/>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147486" tIns="73744" rIns="147486" bIns="73744"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1600">
                <a:latin typeface="Helvetica" panose="020B0604020202020204" pitchFamily="34" charset="0"/>
                <a:ea typeface="新細明體" charset="-120"/>
              </a:rPr>
              <a:t>Multicast Group</a:t>
            </a:r>
            <a:endParaRPr lang="en-US" altLang="zh-TW" sz="2000">
              <a:latin typeface="Helvetica" panose="020B0604020202020204" pitchFamily="34" charset="0"/>
              <a:ea typeface="新細明體" charset="-120"/>
            </a:endParaRPr>
          </a:p>
        </p:txBody>
      </p:sp>
      <p:sp>
        <p:nvSpPr>
          <p:cNvPr id="620631" name="Rectangle 87"/>
          <p:cNvSpPr>
            <a:spLocks noChangeArrowheads="1"/>
          </p:cNvSpPr>
          <p:nvPr/>
        </p:nvSpPr>
        <p:spPr bwMode="auto">
          <a:xfrm>
            <a:off x="6962775" y="5715000"/>
            <a:ext cx="1714500" cy="533400"/>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147486" tIns="73744" rIns="147486" bIns="73744"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1600">
                <a:latin typeface="Helvetica" panose="020B0604020202020204" pitchFamily="34" charset="0"/>
                <a:ea typeface="新細明體" charset="-120"/>
              </a:rPr>
              <a:t>Multicast Group</a:t>
            </a:r>
            <a:endParaRPr lang="en-US" altLang="zh-TW" sz="1600">
              <a:solidFill>
                <a:schemeClr val="accent1"/>
              </a:solidFill>
              <a:latin typeface="Helvetica" panose="020B0604020202020204" pitchFamily="34" charset="0"/>
              <a:ea typeface="新細明體" charset="-120"/>
            </a:endParaRPr>
          </a:p>
        </p:txBody>
      </p:sp>
      <p:sp>
        <p:nvSpPr>
          <p:cNvPr id="620632" name="Rectangle 88"/>
          <p:cNvSpPr>
            <a:spLocks noChangeArrowheads="1"/>
          </p:cNvSpPr>
          <p:nvPr/>
        </p:nvSpPr>
        <p:spPr bwMode="auto">
          <a:xfrm>
            <a:off x="8624888" y="5715000"/>
            <a:ext cx="1714500" cy="533400"/>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147486" tIns="73744" rIns="147486" bIns="73744"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1600">
                <a:latin typeface="Helvetica" panose="020B0604020202020204" pitchFamily="34" charset="0"/>
                <a:ea typeface="新細明體" charset="-120"/>
              </a:rPr>
              <a:t>Multicast Group</a:t>
            </a:r>
            <a:endParaRPr lang="en-US" altLang="zh-TW" sz="1600">
              <a:solidFill>
                <a:schemeClr val="accent1"/>
              </a:solidFill>
              <a:latin typeface="Helvetica" panose="020B0604020202020204" pitchFamily="34" charset="0"/>
              <a:ea typeface="新細明體" charset="-120"/>
            </a:endParaRPr>
          </a:p>
        </p:txBody>
      </p:sp>
      <p:sp>
        <p:nvSpPr>
          <p:cNvPr id="620633" name="Rectangle 89"/>
          <p:cNvSpPr>
            <a:spLocks noChangeArrowheads="1"/>
          </p:cNvSpPr>
          <p:nvPr/>
        </p:nvSpPr>
        <p:spPr bwMode="auto">
          <a:xfrm>
            <a:off x="5086351" y="5257801"/>
            <a:ext cx="314325"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8</a:t>
            </a:r>
          </a:p>
        </p:txBody>
      </p:sp>
      <p:sp>
        <p:nvSpPr>
          <p:cNvPr id="620634" name="Rectangle 90"/>
          <p:cNvSpPr>
            <a:spLocks noChangeArrowheads="1"/>
          </p:cNvSpPr>
          <p:nvPr/>
        </p:nvSpPr>
        <p:spPr bwMode="auto">
          <a:xfrm>
            <a:off x="5391151" y="5257801"/>
            <a:ext cx="314325"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9</a:t>
            </a:r>
          </a:p>
        </p:txBody>
      </p:sp>
      <p:sp>
        <p:nvSpPr>
          <p:cNvPr id="620635" name="Rectangle 91"/>
          <p:cNvSpPr>
            <a:spLocks noChangeArrowheads="1"/>
          </p:cNvSpPr>
          <p:nvPr/>
        </p:nvSpPr>
        <p:spPr bwMode="auto">
          <a:xfrm>
            <a:off x="6696076" y="5257801"/>
            <a:ext cx="314325"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16</a:t>
            </a:r>
          </a:p>
        </p:txBody>
      </p:sp>
      <p:sp>
        <p:nvSpPr>
          <p:cNvPr id="620636" name="Rectangle 92"/>
          <p:cNvSpPr>
            <a:spLocks noChangeArrowheads="1"/>
          </p:cNvSpPr>
          <p:nvPr/>
        </p:nvSpPr>
        <p:spPr bwMode="auto">
          <a:xfrm>
            <a:off x="7067551" y="5257801"/>
            <a:ext cx="314325"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17</a:t>
            </a:r>
          </a:p>
        </p:txBody>
      </p:sp>
      <p:sp>
        <p:nvSpPr>
          <p:cNvPr id="620637" name="Rectangle 93"/>
          <p:cNvSpPr>
            <a:spLocks noChangeArrowheads="1"/>
          </p:cNvSpPr>
          <p:nvPr/>
        </p:nvSpPr>
        <p:spPr bwMode="auto">
          <a:xfrm>
            <a:off x="8372476" y="5257801"/>
            <a:ext cx="314325"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24</a:t>
            </a:r>
          </a:p>
        </p:txBody>
      </p:sp>
      <p:sp>
        <p:nvSpPr>
          <p:cNvPr id="620638" name="Rectangle 94"/>
          <p:cNvSpPr>
            <a:spLocks noChangeArrowheads="1"/>
          </p:cNvSpPr>
          <p:nvPr/>
        </p:nvSpPr>
        <p:spPr bwMode="auto">
          <a:xfrm>
            <a:off x="8686801" y="5257801"/>
            <a:ext cx="314325"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25</a:t>
            </a:r>
          </a:p>
        </p:txBody>
      </p:sp>
      <p:sp>
        <p:nvSpPr>
          <p:cNvPr id="620639" name="Rectangle 95"/>
          <p:cNvSpPr>
            <a:spLocks noChangeArrowheads="1"/>
          </p:cNvSpPr>
          <p:nvPr/>
        </p:nvSpPr>
        <p:spPr bwMode="auto">
          <a:xfrm>
            <a:off x="10048876" y="5257801"/>
            <a:ext cx="314325"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32</a:t>
            </a:r>
          </a:p>
        </p:txBody>
      </p:sp>
      <p:sp>
        <p:nvSpPr>
          <p:cNvPr id="620640" name="Rectangle 96"/>
          <p:cNvSpPr>
            <a:spLocks noChangeArrowheads="1"/>
          </p:cNvSpPr>
          <p:nvPr/>
        </p:nvSpPr>
        <p:spPr bwMode="auto">
          <a:xfrm>
            <a:off x="4078288" y="6254751"/>
            <a:ext cx="812800" cy="269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52359" tIns="0" rIns="652359" bIns="0" anchor="ctr" anchorCtr="1"/>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Range (224-239)</a:t>
            </a:r>
          </a:p>
        </p:txBody>
      </p:sp>
    </p:spTree>
    <p:extLst>
      <p:ext uri="{BB962C8B-B14F-4D97-AF65-F5344CB8AC3E}">
        <p14:creationId xmlns:p14="http://schemas.microsoft.com/office/powerpoint/2010/main" val="1640614884"/>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1506" name="Rectangle 2050"/>
          <p:cNvSpPr>
            <a:spLocks noChangeArrowheads="1"/>
          </p:cNvSpPr>
          <p:nvPr/>
        </p:nvSpPr>
        <p:spPr bwMode="auto">
          <a:xfrm>
            <a:off x="5602288" y="5094289"/>
            <a:ext cx="2900362" cy="1443037"/>
          </a:xfrm>
          <a:prstGeom prst="rect">
            <a:avLst/>
          </a:prstGeom>
          <a:solidFill>
            <a:schemeClr val="accent2"/>
          </a:solidFill>
          <a:ln w="12700">
            <a:solidFill>
              <a:srgbClr val="000000"/>
            </a:solidFill>
            <a:miter lim="800000"/>
            <a:headEnd/>
            <a:tailEnd/>
          </a:ln>
          <a:effectLst/>
        </p:spPr>
        <p:txBody>
          <a:bodyPr wrap="none" anchor="ctr"/>
          <a:lstStyle/>
          <a:p>
            <a:endParaRPr lang="en-US">
              <a:solidFill>
                <a:schemeClr val="accent2"/>
              </a:solidFill>
            </a:endParaRPr>
          </a:p>
        </p:txBody>
      </p:sp>
      <p:sp>
        <p:nvSpPr>
          <p:cNvPr id="661507" name="Rectangle 2051"/>
          <p:cNvSpPr>
            <a:spLocks noChangeArrowheads="1"/>
          </p:cNvSpPr>
          <p:nvPr/>
        </p:nvSpPr>
        <p:spPr bwMode="auto">
          <a:xfrm>
            <a:off x="5602288" y="5080001"/>
            <a:ext cx="2900362" cy="671513"/>
          </a:xfrm>
          <a:prstGeom prst="rect">
            <a:avLst/>
          </a:prstGeom>
          <a:solidFill>
            <a:schemeClr val="folHlink"/>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61508" name="Rectangle 2052"/>
          <p:cNvSpPr>
            <a:spLocks noGrp="1" noChangeArrowheads="1"/>
          </p:cNvSpPr>
          <p:nvPr>
            <p:ph type="title"/>
          </p:nvPr>
        </p:nvSpPr>
        <p:spPr>
          <a:xfrm>
            <a:off x="392907" y="85968"/>
            <a:ext cx="10515600" cy="1325563"/>
          </a:xfrm>
          <a:noFill/>
          <a:ln/>
        </p:spPr>
        <p:txBody>
          <a:bodyPr vert="horz" lIns="82153" tIns="41076" rIns="82153" bIns="41076" rtlCol="0" anchor="ctr" anchorCtr="0">
            <a:normAutofit/>
          </a:bodyPr>
          <a:lstStyle/>
          <a:p>
            <a:r>
              <a:rPr lang="en-US" altLang="zh-TW" dirty="0">
                <a:solidFill>
                  <a:srgbClr val="00B0F0"/>
                </a:solidFill>
                <a:ea typeface="新細明體" charset="-120"/>
              </a:rPr>
              <a:t>Host Addresses</a:t>
            </a:r>
          </a:p>
        </p:txBody>
      </p:sp>
      <p:sp>
        <p:nvSpPr>
          <p:cNvPr id="661509" name="Rectangle 2053"/>
          <p:cNvSpPr>
            <a:spLocks noChangeArrowheads="1"/>
          </p:cNvSpPr>
          <p:nvPr/>
        </p:nvSpPr>
        <p:spPr bwMode="auto">
          <a:xfrm>
            <a:off x="2495550" y="1744663"/>
            <a:ext cx="1658938" cy="341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solidFill>
                  <a:srgbClr val="000000"/>
                </a:solidFill>
                <a:latin typeface="Helvetica" panose="020B0604020202020204" pitchFamily="34" charset="0"/>
                <a:ea typeface="新細明體" charset="-120"/>
              </a:rPr>
              <a:t>172.16.2.1</a:t>
            </a:r>
          </a:p>
        </p:txBody>
      </p:sp>
      <p:sp>
        <p:nvSpPr>
          <p:cNvPr id="661510" name="Rectangle 2054"/>
          <p:cNvSpPr>
            <a:spLocks noChangeArrowheads="1"/>
          </p:cNvSpPr>
          <p:nvPr/>
        </p:nvSpPr>
        <p:spPr bwMode="auto">
          <a:xfrm>
            <a:off x="2282826" y="2644776"/>
            <a:ext cx="1871663"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solidFill>
                  <a:srgbClr val="000000"/>
                </a:solidFill>
                <a:latin typeface="Helvetica" panose="020B0604020202020204" pitchFamily="34" charset="0"/>
                <a:ea typeface="新細明體" charset="-120"/>
              </a:rPr>
              <a:t>172.16.3.10</a:t>
            </a:r>
          </a:p>
        </p:txBody>
      </p:sp>
      <p:sp>
        <p:nvSpPr>
          <p:cNvPr id="661511" name="Rectangle 2055"/>
          <p:cNvSpPr>
            <a:spLocks noChangeArrowheads="1"/>
          </p:cNvSpPr>
          <p:nvPr/>
        </p:nvSpPr>
        <p:spPr bwMode="auto">
          <a:xfrm>
            <a:off x="2495550" y="3559176"/>
            <a:ext cx="1658938" cy="32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solidFill>
                  <a:srgbClr val="000000"/>
                </a:solidFill>
                <a:latin typeface="Helvetica" panose="020B0604020202020204" pitchFamily="34" charset="0"/>
                <a:ea typeface="新細明體" charset="-120"/>
              </a:rPr>
              <a:t>172.16.12.12</a:t>
            </a:r>
          </a:p>
        </p:txBody>
      </p:sp>
      <p:sp>
        <p:nvSpPr>
          <p:cNvPr id="661513" name="Rectangle 2057"/>
          <p:cNvSpPr>
            <a:spLocks noChangeArrowheads="1"/>
          </p:cNvSpPr>
          <p:nvPr/>
        </p:nvSpPr>
        <p:spPr bwMode="auto">
          <a:xfrm>
            <a:off x="8212138" y="1744663"/>
            <a:ext cx="1314450" cy="398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10.1.1.1</a:t>
            </a:r>
          </a:p>
        </p:txBody>
      </p:sp>
      <p:sp>
        <p:nvSpPr>
          <p:cNvPr id="661514" name="Rectangle 2058"/>
          <p:cNvSpPr>
            <a:spLocks noChangeArrowheads="1"/>
          </p:cNvSpPr>
          <p:nvPr/>
        </p:nvSpPr>
        <p:spPr bwMode="auto">
          <a:xfrm>
            <a:off x="8212139" y="2644776"/>
            <a:ext cx="1728787"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10.250.8.11</a:t>
            </a:r>
          </a:p>
        </p:txBody>
      </p:sp>
      <p:sp>
        <p:nvSpPr>
          <p:cNvPr id="661515" name="Rectangle 2059"/>
          <p:cNvSpPr>
            <a:spLocks noChangeArrowheads="1"/>
          </p:cNvSpPr>
          <p:nvPr/>
        </p:nvSpPr>
        <p:spPr bwMode="auto">
          <a:xfrm>
            <a:off x="8212139" y="3559176"/>
            <a:ext cx="2014537" cy="32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10.180.30.118</a:t>
            </a:r>
          </a:p>
        </p:txBody>
      </p:sp>
      <p:sp>
        <p:nvSpPr>
          <p:cNvPr id="661519" name="Line 2063"/>
          <p:cNvSpPr>
            <a:spLocks noChangeShapeType="1"/>
          </p:cNvSpPr>
          <p:nvPr/>
        </p:nvSpPr>
        <p:spPr bwMode="auto">
          <a:xfrm>
            <a:off x="4681538" y="2143125"/>
            <a:ext cx="285750" cy="0"/>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61520" name="Line 2064"/>
          <p:cNvSpPr>
            <a:spLocks noChangeShapeType="1"/>
          </p:cNvSpPr>
          <p:nvPr/>
        </p:nvSpPr>
        <p:spPr bwMode="auto">
          <a:xfrm>
            <a:off x="4667250" y="3057525"/>
            <a:ext cx="300038" cy="0"/>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61521" name="Line 2065"/>
          <p:cNvSpPr>
            <a:spLocks noChangeShapeType="1"/>
          </p:cNvSpPr>
          <p:nvPr/>
        </p:nvSpPr>
        <p:spPr bwMode="auto">
          <a:xfrm>
            <a:off x="4652963" y="4014788"/>
            <a:ext cx="328612" cy="0"/>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61522" name="Line 2066"/>
          <p:cNvSpPr>
            <a:spLocks noChangeShapeType="1"/>
          </p:cNvSpPr>
          <p:nvPr/>
        </p:nvSpPr>
        <p:spPr bwMode="auto">
          <a:xfrm>
            <a:off x="7367589" y="3986213"/>
            <a:ext cx="528637" cy="0"/>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61523" name="Line 2067"/>
          <p:cNvSpPr>
            <a:spLocks noChangeShapeType="1"/>
          </p:cNvSpPr>
          <p:nvPr/>
        </p:nvSpPr>
        <p:spPr bwMode="auto">
          <a:xfrm>
            <a:off x="7367589" y="3143250"/>
            <a:ext cx="314325" cy="0"/>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61524" name="Line 2068"/>
          <p:cNvSpPr>
            <a:spLocks noChangeShapeType="1"/>
          </p:cNvSpPr>
          <p:nvPr/>
        </p:nvSpPr>
        <p:spPr bwMode="auto">
          <a:xfrm>
            <a:off x="7381875" y="2157413"/>
            <a:ext cx="514350" cy="0"/>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61525" name="Line 2069"/>
          <p:cNvSpPr>
            <a:spLocks noChangeShapeType="1"/>
          </p:cNvSpPr>
          <p:nvPr/>
        </p:nvSpPr>
        <p:spPr bwMode="auto">
          <a:xfrm>
            <a:off x="4981576" y="2614613"/>
            <a:ext cx="2386013" cy="0"/>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61527" name="Rectangle 2071"/>
          <p:cNvSpPr>
            <a:spLocks noChangeArrowheads="1"/>
          </p:cNvSpPr>
          <p:nvPr/>
        </p:nvSpPr>
        <p:spPr bwMode="auto">
          <a:xfrm>
            <a:off x="6611939" y="2290764"/>
            <a:ext cx="600075"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E1</a:t>
            </a:r>
          </a:p>
        </p:txBody>
      </p:sp>
      <p:sp>
        <p:nvSpPr>
          <p:cNvPr id="661530" name="Rectangle 2074"/>
          <p:cNvSpPr>
            <a:spLocks noChangeArrowheads="1"/>
          </p:cNvSpPr>
          <p:nvPr/>
        </p:nvSpPr>
        <p:spPr bwMode="auto">
          <a:xfrm>
            <a:off x="2082801" y="5430839"/>
            <a:ext cx="1457325"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172.16</a:t>
            </a:r>
          </a:p>
        </p:txBody>
      </p:sp>
      <p:sp>
        <p:nvSpPr>
          <p:cNvPr id="661531" name="Rectangle 2075"/>
          <p:cNvSpPr>
            <a:spLocks noChangeArrowheads="1"/>
          </p:cNvSpPr>
          <p:nvPr/>
        </p:nvSpPr>
        <p:spPr bwMode="auto">
          <a:xfrm>
            <a:off x="3697288" y="5430839"/>
            <a:ext cx="785812"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12</a:t>
            </a:r>
          </a:p>
        </p:txBody>
      </p:sp>
      <p:sp>
        <p:nvSpPr>
          <p:cNvPr id="661532" name="Rectangle 2076"/>
          <p:cNvSpPr>
            <a:spLocks noChangeArrowheads="1"/>
          </p:cNvSpPr>
          <p:nvPr/>
        </p:nvSpPr>
        <p:spPr bwMode="auto">
          <a:xfrm>
            <a:off x="4411663" y="5430839"/>
            <a:ext cx="62865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12</a:t>
            </a:r>
          </a:p>
        </p:txBody>
      </p:sp>
      <p:sp>
        <p:nvSpPr>
          <p:cNvPr id="661533" name="Rectangle 2077"/>
          <p:cNvSpPr>
            <a:spLocks noChangeArrowheads="1"/>
          </p:cNvSpPr>
          <p:nvPr/>
        </p:nvSpPr>
        <p:spPr bwMode="auto">
          <a:xfrm>
            <a:off x="1968500" y="5816600"/>
            <a:ext cx="1371600"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Network</a:t>
            </a:r>
          </a:p>
        </p:txBody>
      </p:sp>
      <p:sp>
        <p:nvSpPr>
          <p:cNvPr id="661534" name="Rectangle 2078"/>
          <p:cNvSpPr>
            <a:spLocks noChangeArrowheads="1"/>
          </p:cNvSpPr>
          <p:nvPr/>
        </p:nvSpPr>
        <p:spPr bwMode="auto">
          <a:xfrm>
            <a:off x="3797300" y="5816600"/>
            <a:ext cx="857250"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Host</a:t>
            </a:r>
          </a:p>
        </p:txBody>
      </p:sp>
      <p:sp>
        <p:nvSpPr>
          <p:cNvPr id="661535" name="Rectangle 2079"/>
          <p:cNvSpPr>
            <a:spLocks noChangeArrowheads="1"/>
          </p:cNvSpPr>
          <p:nvPr/>
        </p:nvSpPr>
        <p:spPr bwMode="auto">
          <a:xfrm>
            <a:off x="3340100" y="5430839"/>
            <a:ext cx="18415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a:t>
            </a:r>
          </a:p>
        </p:txBody>
      </p:sp>
      <p:sp>
        <p:nvSpPr>
          <p:cNvPr id="661536" name="Rectangle 2080"/>
          <p:cNvSpPr>
            <a:spLocks noChangeArrowheads="1"/>
          </p:cNvSpPr>
          <p:nvPr/>
        </p:nvSpPr>
        <p:spPr bwMode="auto">
          <a:xfrm>
            <a:off x="4197350" y="5430839"/>
            <a:ext cx="22860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a:t>
            </a:r>
          </a:p>
        </p:txBody>
      </p:sp>
      <p:sp>
        <p:nvSpPr>
          <p:cNvPr id="661537" name="Line 2081"/>
          <p:cNvSpPr>
            <a:spLocks noChangeShapeType="1"/>
          </p:cNvSpPr>
          <p:nvPr/>
        </p:nvSpPr>
        <p:spPr bwMode="auto">
          <a:xfrm>
            <a:off x="2809875" y="3914776"/>
            <a:ext cx="0" cy="1471613"/>
          </a:xfrm>
          <a:prstGeom prst="line">
            <a:avLst/>
          </a:prstGeom>
          <a:ln>
            <a:headEnd/>
            <a:tailEnd type="triangle" w="med" len="med"/>
          </a:ln>
        </p:spPr>
        <p:style>
          <a:lnRef idx="3">
            <a:schemeClr val="accent6"/>
          </a:lnRef>
          <a:fillRef idx="0">
            <a:schemeClr val="accent6"/>
          </a:fillRef>
          <a:effectRef idx="2">
            <a:schemeClr val="accent6"/>
          </a:effectRef>
          <a:fontRef idx="minor">
            <a:schemeClr val="tx1"/>
          </a:fontRef>
        </p:style>
        <p:txBody>
          <a:bodyPr wrap="none" anchor="ctr"/>
          <a:lstStyle/>
          <a:p>
            <a:endParaRPr lang="en-US"/>
          </a:p>
        </p:txBody>
      </p:sp>
      <p:pic>
        <p:nvPicPr>
          <p:cNvPr id="661538" name="Picture 208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64013" y="1857375"/>
            <a:ext cx="646112"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61539" name="Picture 208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64013" y="2800350"/>
            <a:ext cx="646112"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61540" name="Picture 208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64013" y="3743325"/>
            <a:ext cx="646112"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61541" name="Picture 208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93013" y="1857375"/>
            <a:ext cx="646112"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61542" name="Picture 208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93013" y="2800350"/>
            <a:ext cx="646112"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61543" name="Picture 208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93013" y="3743325"/>
            <a:ext cx="646112"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61544" name="Picture 208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38814" y="2387600"/>
            <a:ext cx="809625"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1545" name="Freeform 2089"/>
          <p:cNvSpPr>
            <a:spLocks/>
          </p:cNvSpPr>
          <p:nvPr/>
        </p:nvSpPr>
        <p:spPr bwMode="auto">
          <a:xfrm>
            <a:off x="1981200" y="5514976"/>
            <a:ext cx="1201738" cy="258763"/>
          </a:xfrm>
          <a:custGeom>
            <a:avLst/>
            <a:gdLst>
              <a:gd name="T0" fmla="*/ 0 w 673"/>
              <a:gd name="T1" fmla="*/ 0 h 145"/>
              <a:gd name="T2" fmla="*/ 0 w 673"/>
              <a:gd name="T3" fmla="*/ 144 h 145"/>
              <a:gd name="T4" fmla="*/ 672 w 673"/>
              <a:gd name="T5" fmla="*/ 144 h 145"/>
              <a:gd name="T6" fmla="*/ 672 w 673"/>
              <a:gd name="T7" fmla="*/ 0 h 145"/>
            </a:gdLst>
            <a:ahLst/>
            <a:cxnLst>
              <a:cxn ang="0">
                <a:pos x="T0" y="T1"/>
              </a:cxn>
              <a:cxn ang="0">
                <a:pos x="T2" y="T3"/>
              </a:cxn>
              <a:cxn ang="0">
                <a:pos x="T4" y="T5"/>
              </a:cxn>
              <a:cxn ang="0">
                <a:pos x="T6" y="T7"/>
              </a:cxn>
            </a:cxnLst>
            <a:rect l="0" t="0" r="r" b="b"/>
            <a:pathLst>
              <a:path w="673" h="145">
                <a:moveTo>
                  <a:pt x="0" y="0"/>
                </a:moveTo>
                <a:lnTo>
                  <a:pt x="0" y="144"/>
                </a:lnTo>
                <a:lnTo>
                  <a:pt x="672" y="144"/>
                </a:lnTo>
                <a:lnTo>
                  <a:pt x="672" y="0"/>
                </a:lnTo>
              </a:path>
            </a:pathLst>
          </a:custGeom>
          <a:ln>
            <a:headEnd type="none" w="sm" len="sm"/>
            <a:tailEnd type="none" w="sm" len="sm"/>
          </a:ln>
        </p:spPr>
        <p:style>
          <a:lnRef idx="3">
            <a:schemeClr val="accent1"/>
          </a:lnRef>
          <a:fillRef idx="0">
            <a:schemeClr val="accent1"/>
          </a:fillRef>
          <a:effectRef idx="2">
            <a:schemeClr val="accent1"/>
          </a:effectRef>
          <a:fontRef idx="minor">
            <a:schemeClr val="tx1"/>
          </a:fontRef>
        </p:style>
        <p:txBody>
          <a:bodyPr/>
          <a:lstStyle/>
          <a:p>
            <a:endParaRPr lang="en-US"/>
          </a:p>
        </p:txBody>
      </p:sp>
      <p:sp>
        <p:nvSpPr>
          <p:cNvPr id="661546" name="Freeform 2090"/>
          <p:cNvSpPr>
            <a:spLocks/>
          </p:cNvSpPr>
          <p:nvPr/>
        </p:nvSpPr>
        <p:spPr bwMode="auto">
          <a:xfrm>
            <a:off x="3609975" y="5514976"/>
            <a:ext cx="1201738" cy="258763"/>
          </a:xfrm>
          <a:custGeom>
            <a:avLst/>
            <a:gdLst>
              <a:gd name="T0" fmla="*/ 0 w 673"/>
              <a:gd name="T1" fmla="*/ 0 h 145"/>
              <a:gd name="T2" fmla="*/ 0 w 673"/>
              <a:gd name="T3" fmla="*/ 144 h 145"/>
              <a:gd name="T4" fmla="*/ 672 w 673"/>
              <a:gd name="T5" fmla="*/ 144 h 145"/>
              <a:gd name="T6" fmla="*/ 672 w 673"/>
              <a:gd name="T7" fmla="*/ 0 h 145"/>
            </a:gdLst>
            <a:ahLst/>
            <a:cxnLst>
              <a:cxn ang="0">
                <a:pos x="T0" y="T1"/>
              </a:cxn>
              <a:cxn ang="0">
                <a:pos x="T2" y="T3"/>
              </a:cxn>
              <a:cxn ang="0">
                <a:pos x="T4" y="T5"/>
              </a:cxn>
              <a:cxn ang="0">
                <a:pos x="T6" y="T7"/>
              </a:cxn>
            </a:cxnLst>
            <a:rect l="0" t="0" r="r" b="b"/>
            <a:pathLst>
              <a:path w="673" h="145">
                <a:moveTo>
                  <a:pt x="0" y="0"/>
                </a:moveTo>
                <a:lnTo>
                  <a:pt x="0" y="144"/>
                </a:lnTo>
                <a:lnTo>
                  <a:pt x="672" y="144"/>
                </a:lnTo>
                <a:lnTo>
                  <a:pt x="672" y="0"/>
                </a:lnTo>
              </a:path>
            </a:pathLst>
          </a:custGeom>
          <a:ln>
            <a:headEnd type="none" w="sm" len="sm"/>
            <a:tailEnd type="none" w="sm" len="sm"/>
          </a:ln>
        </p:spPr>
        <p:style>
          <a:lnRef idx="2">
            <a:schemeClr val="accent5"/>
          </a:lnRef>
          <a:fillRef idx="0">
            <a:schemeClr val="accent5"/>
          </a:fillRef>
          <a:effectRef idx="1">
            <a:schemeClr val="accent5"/>
          </a:effectRef>
          <a:fontRef idx="minor">
            <a:schemeClr val="tx1"/>
          </a:fontRef>
        </p:style>
        <p:txBody>
          <a:bodyPr/>
          <a:lstStyle/>
          <a:p>
            <a:endParaRPr lang="en-US"/>
          </a:p>
        </p:txBody>
      </p:sp>
      <p:sp>
        <p:nvSpPr>
          <p:cNvPr id="661547" name="Freeform 2091"/>
          <p:cNvSpPr>
            <a:spLocks/>
          </p:cNvSpPr>
          <p:nvPr/>
        </p:nvSpPr>
        <p:spPr bwMode="auto">
          <a:xfrm>
            <a:off x="8509000" y="4914901"/>
            <a:ext cx="173038" cy="1630363"/>
          </a:xfrm>
          <a:custGeom>
            <a:avLst/>
            <a:gdLst>
              <a:gd name="T0" fmla="*/ 96 w 97"/>
              <a:gd name="T1" fmla="*/ 0 h 913"/>
              <a:gd name="T2" fmla="*/ 96 w 97"/>
              <a:gd name="T3" fmla="*/ 0 h 913"/>
              <a:gd name="T4" fmla="*/ 0 w 97"/>
              <a:gd name="T5" fmla="*/ 96 h 913"/>
              <a:gd name="T6" fmla="*/ 0 w 97"/>
              <a:gd name="T7" fmla="*/ 912 h 913"/>
              <a:gd name="T8" fmla="*/ 96 w 97"/>
              <a:gd name="T9" fmla="*/ 816 h 913"/>
              <a:gd name="T10" fmla="*/ 96 w 97"/>
              <a:gd name="T11" fmla="*/ 0 h 913"/>
            </a:gdLst>
            <a:ahLst/>
            <a:cxnLst>
              <a:cxn ang="0">
                <a:pos x="T0" y="T1"/>
              </a:cxn>
              <a:cxn ang="0">
                <a:pos x="T2" y="T3"/>
              </a:cxn>
              <a:cxn ang="0">
                <a:pos x="T4" y="T5"/>
              </a:cxn>
              <a:cxn ang="0">
                <a:pos x="T6" y="T7"/>
              </a:cxn>
              <a:cxn ang="0">
                <a:pos x="T8" y="T9"/>
              </a:cxn>
              <a:cxn ang="0">
                <a:pos x="T10" y="T11"/>
              </a:cxn>
            </a:cxnLst>
            <a:rect l="0" t="0" r="r" b="b"/>
            <a:pathLst>
              <a:path w="97" h="913">
                <a:moveTo>
                  <a:pt x="96" y="0"/>
                </a:moveTo>
                <a:lnTo>
                  <a:pt x="96" y="0"/>
                </a:lnTo>
                <a:lnTo>
                  <a:pt x="0" y="96"/>
                </a:lnTo>
                <a:lnTo>
                  <a:pt x="0" y="912"/>
                </a:lnTo>
                <a:lnTo>
                  <a:pt x="96" y="816"/>
                </a:lnTo>
                <a:lnTo>
                  <a:pt x="96" y="0"/>
                </a:lnTo>
              </a:path>
            </a:pathLst>
          </a:custGeom>
          <a:solidFill>
            <a:schemeClr val="accent2"/>
          </a:solidFill>
          <a:ln w="12700" cap="rnd" cmpd="sng">
            <a:solidFill>
              <a:schemeClr val="tx1"/>
            </a:solidFill>
            <a:prstDash val="solid"/>
            <a:round/>
            <a:headEnd/>
            <a:tailEnd/>
          </a:ln>
          <a:effectLst/>
        </p:spPr>
        <p:txBody>
          <a:bodyPr/>
          <a:lstStyle/>
          <a:p>
            <a:endParaRPr lang="en-US">
              <a:solidFill>
                <a:schemeClr val="accent2"/>
              </a:solidFill>
            </a:endParaRPr>
          </a:p>
        </p:txBody>
      </p:sp>
      <p:sp>
        <p:nvSpPr>
          <p:cNvPr id="661548" name="Freeform 2092"/>
          <p:cNvSpPr>
            <a:spLocks/>
          </p:cNvSpPr>
          <p:nvPr/>
        </p:nvSpPr>
        <p:spPr bwMode="auto">
          <a:xfrm>
            <a:off x="5594350" y="4914900"/>
            <a:ext cx="3087688" cy="173038"/>
          </a:xfrm>
          <a:custGeom>
            <a:avLst/>
            <a:gdLst>
              <a:gd name="T0" fmla="*/ 0 w 1729"/>
              <a:gd name="T1" fmla="*/ 96 h 97"/>
              <a:gd name="T2" fmla="*/ 96 w 1729"/>
              <a:gd name="T3" fmla="*/ 0 h 97"/>
              <a:gd name="T4" fmla="*/ 1728 w 1729"/>
              <a:gd name="T5" fmla="*/ 0 h 97"/>
              <a:gd name="T6" fmla="*/ 1632 w 1729"/>
              <a:gd name="T7" fmla="*/ 96 h 97"/>
              <a:gd name="T8" fmla="*/ 0 w 1729"/>
              <a:gd name="T9" fmla="*/ 96 h 97"/>
            </a:gdLst>
            <a:ahLst/>
            <a:cxnLst>
              <a:cxn ang="0">
                <a:pos x="T0" y="T1"/>
              </a:cxn>
              <a:cxn ang="0">
                <a:pos x="T2" y="T3"/>
              </a:cxn>
              <a:cxn ang="0">
                <a:pos x="T4" y="T5"/>
              </a:cxn>
              <a:cxn ang="0">
                <a:pos x="T6" y="T7"/>
              </a:cxn>
              <a:cxn ang="0">
                <a:pos x="T8" y="T9"/>
              </a:cxn>
            </a:cxnLst>
            <a:rect l="0" t="0" r="r" b="b"/>
            <a:pathLst>
              <a:path w="1729" h="97">
                <a:moveTo>
                  <a:pt x="0" y="96"/>
                </a:moveTo>
                <a:lnTo>
                  <a:pt x="96" y="0"/>
                </a:lnTo>
                <a:lnTo>
                  <a:pt x="1728" y="0"/>
                </a:lnTo>
                <a:lnTo>
                  <a:pt x="1632" y="96"/>
                </a:lnTo>
                <a:lnTo>
                  <a:pt x="0" y="96"/>
                </a:lnTo>
              </a:path>
            </a:pathLst>
          </a:custGeom>
          <a:solidFill>
            <a:schemeClr val="accent2"/>
          </a:solidFill>
          <a:ln w="12700" cap="rnd" cmpd="sng">
            <a:solidFill>
              <a:schemeClr val="tx1"/>
            </a:solidFill>
            <a:prstDash val="solid"/>
            <a:round/>
            <a:headEnd/>
            <a:tailEnd/>
          </a:ln>
          <a:effectLst/>
        </p:spPr>
        <p:txBody>
          <a:bodyPr/>
          <a:lstStyle/>
          <a:p>
            <a:endParaRPr lang="en-US">
              <a:solidFill>
                <a:schemeClr val="accent2"/>
              </a:solidFill>
            </a:endParaRPr>
          </a:p>
        </p:txBody>
      </p:sp>
      <p:sp>
        <p:nvSpPr>
          <p:cNvPr id="661549" name="Rectangle 2093"/>
          <p:cNvSpPr>
            <a:spLocks noChangeArrowheads="1"/>
          </p:cNvSpPr>
          <p:nvPr/>
        </p:nvSpPr>
        <p:spPr bwMode="auto">
          <a:xfrm>
            <a:off x="5562601" y="5386389"/>
            <a:ext cx="14573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5000"/>
              </a:lnSpc>
              <a:spcBef>
                <a:spcPct val="50000"/>
              </a:spcBef>
            </a:pPr>
            <a:r>
              <a:rPr lang="en-US" altLang="zh-TW" sz="1800">
                <a:solidFill>
                  <a:schemeClr val="bg2"/>
                </a:solidFill>
                <a:latin typeface="Helvetica" panose="020B0604020202020204" pitchFamily="34" charset="0"/>
                <a:ea typeface="新細明體" charset="-120"/>
              </a:rPr>
              <a:t>Network</a:t>
            </a:r>
          </a:p>
        </p:txBody>
      </p:sp>
      <p:sp>
        <p:nvSpPr>
          <p:cNvPr id="661550" name="Rectangle 2094"/>
          <p:cNvSpPr>
            <a:spLocks noChangeArrowheads="1"/>
          </p:cNvSpPr>
          <p:nvPr/>
        </p:nvSpPr>
        <p:spPr bwMode="auto">
          <a:xfrm>
            <a:off x="7223126" y="5386389"/>
            <a:ext cx="12858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5000"/>
              </a:lnSpc>
              <a:spcBef>
                <a:spcPct val="50000"/>
              </a:spcBef>
            </a:pPr>
            <a:r>
              <a:rPr lang="en-US" altLang="zh-TW" sz="1800">
                <a:solidFill>
                  <a:schemeClr val="bg2"/>
                </a:solidFill>
                <a:latin typeface="Helvetica" panose="020B0604020202020204" pitchFamily="34" charset="0"/>
                <a:ea typeface="新細明體" charset="-120"/>
              </a:rPr>
              <a:t>Interface</a:t>
            </a:r>
          </a:p>
        </p:txBody>
      </p:sp>
      <p:sp>
        <p:nvSpPr>
          <p:cNvPr id="661551" name="Rectangle 2095"/>
          <p:cNvSpPr>
            <a:spLocks noChangeArrowheads="1"/>
          </p:cNvSpPr>
          <p:nvPr/>
        </p:nvSpPr>
        <p:spPr bwMode="auto">
          <a:xfrm>
            <a:off x="5734051" y="5815014"/>
            <a:ext cx="1457325" cy="763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172.16.0.0</a:t>
            </a:r>
          </a:p>
          <a:p>
            <a:pPr>
              <a:lnSpc>
                <a:spcPct val="95000"/>
              </a:lnSpc>
              <a:spcBef>
                <a:spcPct val="50000"/>
              </a:spcBef>
            </a:pPr>
            <a:r>
              <a:rPr lang="en-US" altLang="zh-TW" sz="1800">
                <a:solidFill>
                  <a:schemeClr val="tx2"/>
                </a:solidFill>
                <a:latin typeface="Helvetica" panose="020B0604020202020204" pitchFamily="34" charset="0"/>
                <a:ea typeface="新細明體" charset="-120"/>
              </a:rPr>
              <a:t>10.0.0.0</a:t>
            </a:r>
          </a:p>
        </p:txBody>
      </p:sp>
      <p:sp>
        <p:nvSpPr>
          <p:cNvPr id="661552" name="Rectangle 2096"/>
          <p:cNvSpPr>
            <a:spLocks noChangeArrowheads="1"/>
          </p:cNvSpPr>
          <p:nvPr/>
        </p:nvSpPr>
        <p:spPr bwMode="auto">
          <a:xfrm>
            <a:off x="7080251" y="5815014"/>
            <a:ext cx="1457325" cy="763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5000"/>
              </a:lnSpc>
              <a:spcBef>
                <a:spcPct val="50000"/>
              </a:spcBef>
            </a:pPr>
            <a:r>
              <a:rPr lang="en-US" altLang="zh-TW" sz="1800">
                <a:solidFill>
                  <a:schemeClr val="tx2"/>
                </a:solidFill>
                <a:latin typeface="Helvetica" panose="020B0604020202020204" pitchFamily="34" charset="0"/>
                <a:ea typeface="新細明體" charset="-120"/>
              </a:rPr>
              <a:t>E0</a:t>
            </a:r>
          </a:p>
          <a:p>
            <a:pPr algn="ctr">
              <a:lnSpc>
                <a:spcPct val="95000"/>
              </a:lnSpc>
              <a:spcBef>
                <a:spcPct val="50000"/>
              </a:spcBef>
            </a:pPr>
            <a:r>
              <a:rPr lang="en-US" altLang="zh-TW" sz="1800">
                <a:solidFill>
                  <a:schemeClr val="tx2"/>
                </a:solidFill>
                <a:latin typeface="Helvetica" panose="020B0604020202020204" pitchFamily="34" charset="0"/>
                <a:ea typeface="新細明體" charset="-120"/>
              </a:rPr>
              <a:t>E1</a:t>
            </a:r>
          </a:p>
        </p:txBody>
      </p:sp>
      <p:sp>
        <p:nvSpPr>
          <p:cNvPr id="661553" name="Rectangle 2097"/>
          <p:cNvSpPr>
            <a:spLocks noChangeArrowheads="1"/>
          </p:cNvSpPr>
          <p:nvPr/>
        </p:nvSpPr>
        <p:spPr bwMode="auto">
          <a:xfrm>
            <a:off x="5765800" y="5129214"/>
            <a:ext cx="24003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5000"/>
              </a:lnSpc>
              <a:spcBef>
                <a:spcPct val="50000"/>
              </a:spcBef>
            </a:pPr>
            <a:r>
              <a:rPr lang="en-US" altLang="zh-TW" sz="1800">
                <a:solidFill>
                  <a:schemeClr val="bg2"/>
                </a:solidFill>
                <a:latin typeface="Helvetica" panose="020B0604020202020204" pitchFamily="34" charset="0"/>
                <a:ea typeface="新細明體" charset="-120"/>
              </a:rPr>
              <a:t>Routing Table</a:t>
            </a:r>
          </a:p>
        </p:txBody>
      </p:sp>
      <p:sp>
        <p:nvSpPr>
          <p:cNvPr id="661554" name="Rectangle 2098"/>
          <p:cNvSpPr>
            <a:spLocks noChangeArrowheads="1"/>
          </p:cNvSpPr>
          <p:nvPr/>
        </p:nvSpPr>
        <p:spPr bwMode="auto">
          <a:xfrm>
            <a:off x="5053014" y="2900364"/>
            <a:ext cx="2185987"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172.16.2.1</a:t>
            </a:r>
          </a:p>
        </p:txBody>
      </p:sp>
      <p:sp>
        <p:nvSpPr>
          <p:cNvPr id="661555" name="Rectangle 2099"/>
          <p:cNvSpPr>
            <a:spLocks noChangeArrowheads="1"/>
          </p:cNvSpPr>
          <p:nvPr/>
        </p:nvSpPr>
        <p:spPr bwMode="auto">
          <a:xfrm>
            <a:off x="6253164" y="1985964"/>
            <a:ext cx="1900237"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10.6.24.2</a:t>
            </a:r>
          </a:p>
        </p:txBody>
      </p:sp>
      <p:sp>
        <p:nvSpPr>
          <p:cNvPr id="661556" name="Rectangle 2100"/>
          <p:cNvSpPr>
            <a:spLocks noChangeArrowheads="1"/>
          </p:cNvSpPr>
          <p:nvPr/>
        </p:nvSpPr>
        <p:spPr bwMode="auto">
          <a:xfrm>
            <a:off x="5357814" y="2620964"/>
            <a:ext cx="585787"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E0</a:t>
            </a:r>
          </a:p>
        </p:txBody>
      </p:sp>
      <p:sp>
        <p:nvSpPr>
          <p:cNvPr id="661518" name="Line 2062"/>
          <p:cNvSpPr>
            <a:spLocks noChangeShapeType="1"/>
          </p:cNvSpPr>
          <p:nvPr/>
        </p:nvSpPr>
        <p:spPr bwMode="auto">
          <a:xfrm>
            <a:off x="7367588" y="1614489"/>
            <a:ext cx="0" cy="2657475"/>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61517" name="Line 2061"/>
          <p:cNvSpPr>
            <a:spLocks noChangeShapeType="1"/>
          </p:cNvSpPr>
          <p:nvPr/>
        </p:nvSpPr>
        <p:spPr bwMode="auto">
          <a:xfrm>
            <a:off x="4981575" y="1600201"/>
            <a:ext cx="0" cy="2657475"/>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1604548672"/>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97" name="Rectangle 77"/>
          <p:cNvSpPr>
            <a:spLocks noChangeArrowheads="1"/>
          </p:cNvSpPr>
          <p:nvPr/>
        </p:nvSpPr>
        <p:spPr bwMode="auto">
          <a:xfrm>
            <a:off x="5105400" y="5968873"/>
            <a:ext cx="3657600" cy="369332"/>
          </a:xfrm>
          <a:prstGeom prst="rect">
            <a:avLst/>
          </a:prstGeom>
          <a:solidFill>
            <a:srgbClr val="FFFFFF"/>
          </a:solidFill>
          <a:ln w="381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endParaRPr lang="en-US"/>
          </a:p>
        </p:txBody>
      </p:sp>
      <p:sp>
        <p:nvSpPr>
          <p:cNvPr id="798794" name="Rectangle 74"/>
          <p:cNvSpPr>
            <a:spLocks noChangeArrowheads="1"/>
          </p:cNvSpPr>
          <p:nvPr/>
        </p:nvSpPr>
        <p:spPr bwMode="auto">
          <a:xfrm>
            <a:off x="8915400" y="4937126"/>
            <a:ext cx="1371600" cy="1477328"/>
          </a:xfrm>
          <a:prstGeom prst="rect">
            <a:avLst/>
          </a:prstGeom>
          <a:solidFill>
            <a:srgbClr val="FFFFFF"/>
          </a:solidFill>
          <a:ln w="381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endParaRPr lang="en-US" dirty="0" smtClean="0"/>
          </a:p>
          <a:p>
            <a:endParaRPr lang="en-US" dirty="0"/>
          </a:p>
          <a:p>
            <a:endParaRPr lang="en-US" dirty="0" smtClean="0"/>
          </a:p>
          <a:p>
            <a:endParaRPr lang="en-US" dirty="0"/>
          </a:p>
          <a:p>
            <a:endParaRPr lang="en-US" dirty="0"/>
          </a:p>
        </p:txBody>
      </p:sp>
      <p:sp>
        <p:nvSpPr>
          <p:cNvPr id="798781" name="Rectangle 61"/>
          <p:cNvSpPr>
            <a:spLocks noChangeArrowheads="1"/>
          </p:cNvSpPr>
          <p:nvPr/>
        </p:nvSpPr>
        <p:spPr bwMode="auto">
          <a:xfrm>
            <a:off x="5230814" y="4038600"/>
            <a:ext cx="185578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zh-TW" altLang="en-US" sz="4100">
                <a:latin typeface="Helvetica" panose="020B0604020202020204" pitchFamily="34" charset="0"/>
                <a:ea typeface="新細明體" charset="-120"/>
              </a:rPr>
              <a:t> </a:t>
            </a:r>
            <a:r>
              <a:rPr lang="en-US" altLang="zh-TW" sz="2800">
                <a:latin typeface="Helvetica" panose="020B0604020202020204" pitchFamily="34" charset="0"/>
                <a:ea typeface="新細明體" charset="-120"/>
              </a:rPr>
              <a:t>11111111</a:t>
            </a:r>
            <a:endParaRPr lang="en-US" altLang="zh-TW" sz="2800">
              <a:solidFill>
                <a:srgbClr val="000000"/>
              </a:solidFill>
              <a:latin typeface="Helvetica" panose="020B0604020202020204" pitchFamily="34" charset="0"/>
              <a:ea typeface="新細明體" charset="-120"/>
            </a:endParaRPr>
          </a:p>
        </p:txBody>
      </p:sp>
      <p:sp>
        <p:nvSpPr>
          <p:cNvPr id="798726" name="Rectangle 6"/>
          <p:cNvSpPr>
            <a:spLocks noGrp="1" noChangeArrowheads="1"/>
          </p:cNvSpPr>
          <p:nvPr>
            <p:ph type="title"/>
          </p:nvPr>
        </p:nvSpPr>
        <p:spPr>
          <a:xfrm>
            <a:off x="190500" y="-26065"/>
            <a:ext cx="10515600" cy="1325563"/>
          </a:xfrm>
          <a:noFill/>
          <a:ln/>
        </p:spPr>
        <p:txBody>
          <a:bodyPr vert="horz" lIns="82153" tIns="41076" rIns="82153" bIns="41076" rtlCol="0" anchor="ctr" anchorCtr="0">
            <a:normAutofit/>
          </a:bodyPr>
          <a:lstStyle/>
          <a:p>
            <a:r>
              <a:rPr lang="en-US" altLang="zh-TW" dirty="0">
                <a:solidFill>
                  <a:srgbClr val="00B0F0"/>
                </a:solidFill>
                <a:ea typeface="新細明體" charset="-120"/>
              </a:rPr>
              <a:t>Determining Available Host Addresses</a:t>
            </a:r>
          </a:p>
        </p:txBody>
      </p:sp>
      <p:grpSp>
        <p:nvGrpSpPr>
          <p:cNvPr id="798727" name="Group 7"/>
          <p:cNvGrpSpPr>
            <a:grpSpLocks/>
          </p:cNvGrpSpPr>
          <p:nvPr/>
        </p:nvGrpSpPr>
        <p:grpSpPr bwMode="auto">
          <a:xfrm>
            <a:off x="1828800" y="1828800"/>
            <a:ext cx="6973888" cy="609600"/>
            <a:chOff x="893" y="1200"/>
            <a:chExt cx="4460" cy="586"/>
          </a:xfrm>
          <a:solidFill>
            <a:schemeClr val="accent2"/>
          </a:solidFill>
        </p:grpSpPr>
        <p:sp>
          <p:nvSpPr>
            <p:cNvPr id="798728" name="Rectangle 8"/>
            <p:cNvSpPr>
              <a:spLocks noChangeArrowheads="1"/>
            </p:cNvSpPr>
            <p:nvPr/>
          </p:nvSpPr>
          <p:spPr bwMode="auto">
            <a:xfrm>
              <a:off x="893" y="1201"/>
              <a:ext cx="1127" cy="581"/>
            </a:xfrm>
            <a:prstGeom prst="rect">
              <a:avLst/>
            </a:prstGeom>
            <a:grpFill/>
            <a:ln w="12700">
              <a:solidFill>
                <a:schemeClr val="tx1"/>
              </a:solidFill>
              <a:miter lim="800000"/>
              <a:headEnd/>
              <a:tailEnd/>
            </a:ln>
            <a:effectLst>
              <a:outerShdw dist="35921" dir="2700000" algn="ctr" rotWithShape="0">
                <a:schemeClr val="bg2"/>
              </a:outerShdw>
            </a:effectLst>
          </p:spPr>
          <p:txBody>
            <a:bodyPr wrap="none" lIns="48879" tIns="69246" rIns="48879" bIns="69246"/>
            <a:lstStyle/>
            <a:p>
              <a:endParaRPr lang="en-US"/>
            </a:p>
          </p:txBody>
        </p:sp>
        <p:sp>
          <p:nvSpPr>
            <p:cNvPr id="798729" name="Rectangle 9"/>
            <p:cNvSpPr>
              <a:spLocks noChangeArrowheads="1"/>
            </p:cNvSpPr>
            <p:nvPr/>
          </p:nvSpPr>
          <p:spPr bwMode="auto">
            <a:xfrm>
              <a:off x="1999" y="1201"/>
              <a:ext cx="1125" cy="585"/>
            </a:xfrm>
            <a:prstGeom prst="rect">
              <a:avLst/>
            </a:prstGeom>
            <a:grpFill/>
            <a:ln w="12700">
              <a:solidFill>
                <a:schemeClr val="tx1"/>
              </a:solidFill>
              <a:miter lim="800000"/>
              <a:headEnd/>
              <a:tailEnd/>
            </a:ln>
            <a:effectLst>
              <a:outerShdw dist="35921" dir="2700000" algn="ctr" rotWithShape="0">
                <a:schemeClr val="bg2"/>
              </a:outerShdw>
            </a:effectLst>
          </p:spPr>
          <p:txBody>
            <a:bodyPr wrap="none" lIns="48879" tIns="69246" rIns="48879" bIns="69246"/>
            <a:lstStyle/>
            <a:p>
              <a:endParaRPr lang="en-US"/>
            </a:p>
          </p:txBody>
        </p:sp>
        <p:sp>
          <p:nvSpPr>
            <p:cNvPr id="798730" name="Rectangle 10"/>
            <p:cNvSpPr>
              <a:spLocks noChangeArrowheads="1"/>
            </p:cNvSpPr>
            <p:nvPr/>
          </p:nvSpPr>
          <p:spPr bwMode="auto">
            <a:xfrm>
              <a:off x="3123" y="1201"/>
              <a:ext cx="1125" cy="585"/>
            </a:xfrm>
            <a:prstGeom prst="rect">
              <a:avLst/>
            </a:prstGeom>
            <a:grpFill/>
            <a:ln w="12700">
              <a:solidFill>
                <a:schemeClr val="tx1"/>
              </a:solidFill>
              <a:miter lim="800000"/>
              <a:headEnd/>
              <a:tailEnd/>
            </a:ln>
            <a:effectLst>
              <a:outerShdw dist="35921" dir="2700000" algn="ctr" rotWithShape="0">
                <a:schemeClr val="bg2"/>
              </a:outerShdw>
            </a:effectLst>
          </p:spPr>
          <p:txBody>
            <a:bodyPr wrap="none" lIns="48879" tIns="69246" rIns="48879" bIns="69246"/>
            <a:lstStyle/>
            <a:p>
              <a:endParaRPr lang="en-US"/>
            </a:p>
          </p:txBody>
        </p:sp>
        <p:sp>
          <p:nvSpPr>
            <p:cNvPr id="798731" name="Rectangle 11"/>
            <p:cNvSpPr>
              <a:spLocks noChangeArrowheads="1"/>
            </p:cNvSpPr>
            <p:nvPr/>
          </p:nvSpPr>
          <p:spPr bwMode="auto">
            <a:xfrm>
              <a:off x="4228" y="1200"/>
              <a:ext cx="1125" cy="585"/>
            </a:xfrm>
            <a:prstGeom prst="rect">
              <a:avLst/>
            </a:prstGeom>
            <a:grpFill/>
            <a:ln w="12700">
              <a:solidFill>
                <a:schemeClr val="tx1"/>
              </a:solidFill>
              <a:miter lim="800000"/>
              <a:headEnd/>
              <a:tailEnd/>
            </a:ln>
            <a:effectLst>
              <a:outerShdw dist="35921" dir="2700000" algn="ctr" rotWithShape="0">
                <a:schemeClr val="bg2"/>
              </a:outerShdw>
            </a:effectLst>
          </p:spPr>
          <p:txBody>
            <a:bodyPr wrap="none" lIns="48879" tIns="69246" rIns="48879" bIns="69246"/>
            <a:lstStyle/>
            <a:p>
              <a:endParaRPr lang="en-US"/>
            </a:p>
          </p:txBody>
        </p:sp>
      </p:grpSp>
      <p:sp>
        <p:nvSpPr>
          <p:cNvPr id="798732" name="Rectangle 12"/>
          <p:cNvSpPr>
            <a:spLocks noChangeArrowheads="1"/>
          </p:cNvSpPr>
          <p:nvPr/>
        </p:nvSpPr>
        <p:spPr bwMode="auto">
          <a:xfrm>
            <a:off x="2120900" y="1752601"/>
            <a:ext cx="6870700" cy="836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zh-TW" altLang="en-US" sz="4100">
                <a:solidFill>
                  <a:schemeClr val="accent1"/>
                </a:solidFill>
                <a:latin typeface="Helvetica" panose="020B0604020202020204" pitchFamily="34" charset="0"/>
                <a:ea typeface="新細明體" charset="-120"/>
              </a:rPr>
              <a:t> </a:t>
            </a:r>
            <a:r>
              <a:rPr lang="en-US" altLang="zh-TW" sz="4100">
                <a:solidFill>
                  <a:schemeClr val="accent1"/>
                </a:solidFill>
                <a:latin typeface="Helvetica" panose="020B0604020202020204" pitchFamily="34" charset="0"/>
                <a:ea typeface="新細明體" charset="-120"/>
              </a:rPr>
              <a:t>172     </a:t>
            </a:r>
            <a:r>
              <a:rPr lang="en-US" altLang="zh-TW" sz="4100">
                <a:solidFill>
                  <a:srgbClr val="000000"/>
                </a:solidFill>
                <a:latin typeface="Helvetica" panose="020B0604020202020204" pitchFamily="34" charset="0"/>
                <a:ea typeface="新細明體" charset="-120"/>
              </a:rPr>
              <a:t>	 </a:t>
            </a:r>
            <a:r>
              <a:rPr lang="en-US" altLang="zh-TW" sz="4100">
                <a:solidFill>
                  <a:schemeClr val="accent1"/>
                </a:solidFill>
                <a:latin typeface="Helvetica" panose="020B0604020202020204" pitchFamily="34" charset="0"/>
                <a:ea typeface="新細明體" charset="-120"/>
              </a:rPr>
              <a:t>16</a:t>
            </a:r>
            <a:r>
              <a:rPr lang="en-US" altLang="zh-TW" sz="4100">
                <a:solidFill>
                  <a:srgbClr val="000000"/>
                </a:solidFill>
                <a:latin typeface="Helvetica" panose="020B0604020202020204" pitchFamily="34" charset="0"/>
                <a:ea typeface="新細明體" charset="-120"/>
              </a:rPr>
              <a:t>         0           0</a:t>
            </a:r>
          </a:p>
        </p:txBody>
      </p:sp>
      <p:sp>
        <p:nvSpPr>
          <p:cNvPr id="798733" name="Rectangle 13"/>
          <p:cNvSpPr>
            <a:spLocks noChangeArrowheads="1"/>
          </p:cNvSpPr>
          <p:nvPr/>
        </p:nvSpPr>
        <p:spPr bwMode="auto">
          <a:xfrm>
            <a:off x="1649414" y="2792413"/>
            <a:ext cx="185578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zh-TW" altLang="en-US" sz="4100">
                <a:solidFill>
                  <a:schemeClr val="accent1"/>
                </a:solidFill>
                <a:latin typeface="Helvetica" panose="020B0604020202020204" pitchFamily="34" charset="0"/>
                <a:ea typeface="新細明體" charset="-120"/>
              </a:rPr>
              <a:t> </a:t>
            </a:r>
            <a:r>
              <a:rPr lang="en-US" altLang="zh-TW" sz="2800">
                <a:solidFill>
                  <a:schemeClr val="accent1"/>
                </a:solidFill>
                <a:latin typeface="Helvetica" panose="020B0604020202020204" pitchFamily="34" charset="0"/>
                <a:ea typeface="新細明體" charset="-120"/>
              </a:rPr>
              <a:t>10101100</a:t>
            </a:r>
            <a:endParaRPr lang="en-US" altLang="zh-TW" sz="2800">
              <a:solidFill>
                <a:srgbClr val="000000"/>
              </a:solidFill>
              <a:latin typeface="Helvetica" panose="020B0604020202020204" pitchFamily="34" charset="0"/>
              <a:ea typeface="新細明體" charset="-120"/>
            </a:endParaRPr>
          </a:p>
        </p:txBody>
      </p:sp>
      <p:sp>
        <p:nvSpPr>
          <p:cNvPr id="798734" name="Rectangle 14"/>
          <p:cNvSpPr>
            <a:spLocks noChangeArrowheads="1"/>
          </p:cNvSpPr>
          <p:nvPr/>
        </p:nvSpPr>
        <p:spPr bwMode="auto">
          <a:xfrm>
            <a:off x="3402014" y="2792413"/>
            <a:ext cx="185578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zh-TW" altLang="en-US" sz="4100">
                <a:solidFill>
                  <a:schemeClr val="accent1"/>
                </a:solidFill>
                <a:latin typeface="Helvetica" panose="020B0604020202020204" pitchFamily="34" charset="0"/>
                <a:ea typeface="新細明體" charset="-120"/>
              </a:rPr>
              <a:t> </a:t>
            </a:r>
            <a:r>
              <a:rPr lang="en-US" altLang="zh-TW" sz="2800">
                <a:solidFill>
                  <a:schemeClr val="accent1"/>
                </a:solidFill>
                <a:latin typeface="Helvetica" panose="020B0604020202020204" pitchFamily="34" charset="0"/>
                <a:ea typeface="新細明體" charset="-120"/>
              </a:rPr>
              <a:t>00010000</a:t>
            </a:r>
            <a:endParaRPr lang="en-US" altLang="zh-TW" sz="2800">
              <a:solidFill>
                <a:srgbClr val="000000"/>
              </a:solidFill>
              <a:latin typeface="Helvetica" panose="020B0604020202020204" pitchFamily="34" charset="0"/>
              <a:ea typeface="新細明體" charset="-120"/>
            </a:endParaRPr>
          </a:p>
        </p:txBody>
      </p:sp>
      <p:sp>
        <p:nvSpPr>
          <p:cNvPr id="798735" name="Rectangle 15"/>
          <p:cNvSpPr>
            <a:spLocks noChangeArrowheads="1"/>
          </p:cNvSpPr>
          <p:nvPr/>
        </p:nvSpPr>
        <p:spPr bwMode="auto">
          <a:xfrm>
            <a:off x="5230814" y="2792413"/>
            <a:ext cx="185578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zh-TW" altLang="en-US" sz="4100">
                <a:latin typeface="Helvetica" panose="020B0604020202020204" pitchFamily="34" charset="0"/>
                <a:ea typeface="新細明體" charset="-120"/>
              </a:rPr>
              <a:t> </a:t>
            </a:r>
            <a:r>
              <a:rPr lang="en-US" altLang="zh-TW" sz="2800">
                <a:latin typeface="Helvetica" panose="020B0604020202020204" pitchFamily="34" charset="0"/>
                <a:ea typeface="新細明體" charset="-120"/>
              </a:rPr>
              <a:t>00000000</a:t>
            </a:r>
            <a:endParaRPr lang="en-US" altLang="zh-TW" sz="2800">
              <a:solidFill>
                <a:srgbClr val="000000"/>
              </a:solidFill>
              <a:latin typeface="Helvetica" panose="020B0604020202020204" pitchFamily="34" charset="0"/>
              <a:ea typeface="新細明體" charset="-120"/>
            </a:endParaRPr>
          </a:p>
        </p:txBody>
      </p:sp>
      <p:sp>
        <p:nvSpPr>
          <p:cNvPr id="798736" name="Rectangle 16"/>
          <p:cNvSpPr>
            <a:spLocks noChangeArrowheads="1"/>
          </p:cNvSpPr>
          <p:nvPr/>
        </p:nvSpPr>
        <p:spPr bwMode="auto">
          <a:xfrm>
            <a:off x="6934200" y="2819400"/>
            <a:ext cx="18557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zh-TW" altLang="en-US" sz="4100">
                <a:latin typeface="Helvetica" panose="020B0604020202020204" pitchFamily="34" charset="0"/>
                <a:ea typeface="新細明體" charset="-120"/>
              </a:rPr>
              <a:t> </a:t>
            </a:r>
            <a:r>
              <a:rPr lang="en-US" altLang="zh-TW" sz="2800">
                <a:latin typeface="Helvetica" panose="020B0604020202020204" pitchFamily="34" charset="0"/>
                <a:ea typeface="新細明體" charset="-120"/>
              </a:rPr>
              <a:t>00000000</a:t>
            </a:r>
            <a:endParaRPr lang="en-US" altLang="zh-TW" sz="2800">
              <a:solidFill>
                <a:srgbClr val="000000"/>
              </a:solidFill>
              <a:latin typeface="Helvetica" panose="020B0604020202020204" pitchFamily="34" charset="0"/>
              <a:ea typeface="新細明體" charset="-120"/>
            </a:endParaRPr>
          </a:p>
        </p:txBody>
      </p:sp>
      <p:sp>
        <p:nvSpPr>
          <p:cNvPr id="798741" name="Rectangle 21"/>
          <p:cNvSpPr>
            <a:spLocks noChangeArrowheads="1"/>
          </p:cNvSpPr>
          <p:nvPr/>
        </p:nvSpPr>
        <p:spPr bwMode="auto">
          <a:xfrm rot="16200000">
            <a:off x="4787107" y="3110707"/>
            <a:ext cx="185578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1600"/>
              </a:lnSpc>
            </a:pPr>
            <a:r>
              <a:rPr lang="en-US" altLang="zh-TW" sz="1800">
                <a:solidFill>
                  <a:schemeClr val="accent2"/>
                </a:solidFill>
                <a:latin typeface="Helvetica" panose="020B0604020202020204" pitchFamily="34" charset="0"/>
                <a:ea typeface="新細明體" charset="-120"/>
              </a:rPr>
              <a:t>16</a:t>
            </a:r>
            <a:r>
              <a:rPr lang="en-US" altLang="zh-TW" sz="1800">
                <a:latin typeface="Helvetica" panose="020B0604020202020204" pitchFamily="34" charset="0"/>
                <a:ea typeface="新細明體" charset="-120"/>
              </a:rPr>
              <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15</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14</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13</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12</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11</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10</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  9</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
            </a:r>
            <a:br>
              <a:rPr lang="en-US" altLang="zh-TW" sz="1800">
                <a:latin typeface="Helvetica" panose="020B0604020202020204" pitchFamily="34" charset="0"/>
                <a:ea typeface="新細明體" charset="-120"/>
              </a:rPr>
            </a:br>
            <a:endParaRPr lang="en-US" altLang="zh-TW" sz="2800">
              <a:solidFill>
                <a:srgbClr val="000000"/>
              </a:solidFill>
              <a:latin typeface="Helvetica" panose="020B0604020202020204" pitchFamily="34" charset="0"/>
              <a:ea typeface="新細明體" charset="-120"/>
            </a:endParaRPr>
          </a:p>
        </p:txBody>
      </p:sp>
      <p:sp>
        <p:nvSpPr>
          <p:cNvPr id="798742" name="Rectangle 22"/>
          <p:cNvSpPr>
            <a:spLocks noChangeArrowheads="1"/>
          </p:cNvSpPr>
          <p:nvPr/>
        </p:nvSpPr>
        <p:spPr bwMode="auto">
          <a:xfrm rot="16200000">
            <a:off x="6539707" y="3110707"/>
            <a:ext cx="185578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1600"/>
              </a:lnSpc>
            </a:pPr>
            <a:r>
              <a:rPr lang="en-US" altLang="zh-TW" sz="1800">
                <a:latin typeface="Helvetica" panose="020B0604020202020204" pitchFamily="34" charset="0"/>
                <a:ea typeface="新細明體" charset="-120"/>
              </a:rPr>
              <a:t>8</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7</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6</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5</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4</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3</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2</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1</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
            </a:r>
            <a:br>
              <a:rPr lang="en-US" altLang="zh-TW" sz="1800">
                <a:latin typeface="Helvetica" panose="020B0604020202020204" pitchFamily="34" charset="0"/>
                <a:ea typeface="新細明體" charset="-120"/>
              </a:rPr>
            </a:br>
            <a:endParaRPr lang="en-US" altLang="zh-TW" sz="2800">
              <a:solidFill>
                <a:srgbClr val="000000"/>
              </a:solidFill>
              <a:latin typeface="Helvetica" panose="020B0604020202020204" pitchFamily="34" charset="0"/>
              <a:ea typeface="新細明體" charset="-120"/>
            </a:endParaRPr>
          </a:p>
        </p:txBody>
      </p:sp>
      <p:sp>
        <p:nvSpPr>
          <p:cNvPr id="798743" name="Text Box 23"/>
          <p:cNvSpPr txBox="1">
            <a:spLocks noChangeArrowheads="1"/>
          </p:cNvSpPr>
          <p:nvPr/>
        </p:nvSpPr>
        <p:spPr bwMode="auto">
          <a:xfrm>
            <a:off x="2744788" y="1369369"/>
            <a:ext cx="1263744"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spcBef>
                <a:spcPct val="50000"/>
              </a:spcBef>
            </a:pPr>
            <a:r>
              <a:rPr lang="en-US" altLang="zh-TW" sz="2400">
                <a:solidFill>
                  <a:schemeClr val="accent1"/>
                </a:solidFill>
                <a:ea typeface="新細明體" charset="-120"/>
              </a:rPr>
              <a:t>Network</a:t>
            </a:r>
            <a:endParaRPr lang="en-US" altLang="zh-TW">
              <a:solidFill>
                <a:schemeClr val="accent1"/>
              </a:solidFill>
              <a:ea typeface="新細明體" charset="-120"/>
            </a:endParaRPr>
          </a:p>
        </p:txBody>
      </p:sp>
      <p:sp>
        <p:nvSpPr>
          <p:cNvPr id="798744" name="Text Box 24"/>
          <p:cNvSpPr txBox="1">
            <a:spLocks noChangeArrowheads="1"/>
          </p:cNvSpPr>
          <p:nvPr/>
        </p:nvSpPr>
        <p:spPr bwMode="auto">
          <a:xfrm>
            <a:off x="6572251" y="1445569"/>
            <a:ext cx="758285"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spcBef>
                <a:spcPct val="50000"/>
              </a:spcBef>
            </a:pPr>
            <a:r>
              <a:rPr lang="en-US" altLang="zh-TW" sz="2400">
                <a:ea typeface="新細明體" charset="-120"/>
              </a:rPr>
              <a:t>Host</a:t>
            </a:r>
            <a:endParaRPr lang="en-US" altLang="zh-TW">
              <a:solidFill>
                <a:schemeClr val="accent1"/>
              </a:solidFill>
              <a:ea typeface="新細明體" charset="-120"/>
            </a:endParaRPr>
          </a:p>
        </p:txBody>
      </p:sp>
      <p:sp>
        <p:nvSpPr>
          <p:cNvPr id="798754" name="Rectangle 34"/>
          <p:cNvSpPr>
            <a:spLocks noChangeArrowheads="1"/>
          </p:cNvSpPr>
          <p:nvPr/>
        </p:nvSpPr>
        <p:spPr bwMode="auto">
          <a:xfrm>
            <a:off x="5257800" y="3124200"/>
            <a:ext cx="18557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zh-TW" altLang="en-US" sz="4100">
                <a:latin typeface="Helvetica" panose="020B0604020202020204" pitchFamily="34" charset="0"/>
                <a:ea typeface="新細明體" charset="-120"/>
              </a:rPr>
              <a:t> </a:t>
            </a:r>
            <a:r>
              <a:rPr lang="en-US" altLang="zh-TW" sz="2800">
                <a:latin typeface="Helvetica" panose="020B0604020202020204" pitchFamily="34" charset="0"/>
                <a:ea typeface="新細明體" charset="-120"/>
              </a:rPr>
              <a:t>00000000</a:t>
            </a:r>
            <a:endParaRPr lang="en-US" altLang="zh-TW" sz="2800">
              <a:solidFill>
                <a:srgbClr val="000000"/>
              </a:solidFill>
              <a:latin typeface="Helvetica" panose="020B0604020202020204" pitchFamily="34" charset="0"/>
              <a:ea typeface="新細明體" charset="-120"/>
            </a:endParaRPr>
          </a:p>
        </p:txBody>
      </p:sp>
      <p:sp>
        <p:nvSpPr>
          <p:cNvPr id="798755" name="Rectangle 35"/>
          <p:cNvSpPr>
            <a:spLocks noChangeArrowheads="1"/>
          </p:cNvSpPr>
          <p:nvPr/>
        </p:nvSpPr>
        <p:spPr bwMode="auto">
          <a:xfrm>
            <a:off x="6983414" y="3124200"/>
            <a:ext cx="185578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zh-TW" altLang="en-US" sz="4100">
                <a:latin typeface="Helvetica" panose="020B0604020202020204" pitchFamily="34" charset="0"/>
                <a:ea typeface="新細明體" charset="-120"/>
              </a:rPr>
              <a:t> </a:t>
            </a:r>
            <a:r>
              <a:rPr lang="en-US" altLang="zh-TW" sz="2800">
                <a:latin typeface="Helvetica" panose="020B0604020202020204" pitchFamily="34" charset="0"/>
                <a:ea typeface="新細明體" charset="-120"/>
              </a:rPr>
              <a:t>00000001</a:t>
            </a:r>
            <a:endParaRPr lang="en-US" altLang="zh-TW" sz="2800">
              <a:solidFill>
                <a:srgbClr val="000000"/>
              </a:solidFill>
              <a:latin typeface="Helvetica" panose="020B0604020202020204" pitchFamily="34" charset="0"/>
              <a:ea typeface="新細明體" charset="-120"/>
            </a:endParaRPr>
          </a:p>
        </p:txBody>
      </p:sp>
      <p:sp>
        <p:nvSpPr>
          <p:cNvPr id="798764" name="Rectangle 44"/>
          <p:cNvSpPr>
            <a:spLocks noChangeArrowheads="1"/>
          </p:cNvSpPr>
          <p:nvPr/>
        </p:nvSpPr>
        <p:spPr bwMode="auto">
          <a:xfrm>
            <a:off x="5230814" y="4800600"/>
            <a:ext cx="185578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zh-TW" altLang="en-US" sz="4100">
                <a:latin typeface="Helvetica" panose="020B0604020202020204" pitchFamily="34" charset="0"/>
                <a:ea typeface="新細明體" charset="-120"/>
              </a:rPr>
              <a:t> </a:t>
            </a:r>
            <a:r>
              <a:rPr lang="en-US" altLang="zh-TW" sz="2800">
                <a:latin typeface="Helvetica" panose="020B0604020202020204" pitchFamily="34" charset="0"/>
                <a:ea typeface="新細明體" charset="-120"/>
              </a:rPr>
              <a:t>11111111</a:t>
            </a:r>
            <a:endParaRPr lang="en-US" altLang="zh-TW" sz="2800">
              <a:solidFill>
                <a:srgbClr val="000000"/>
              </a:solidFill>
              <a:latin typeface="Helvetica" panose="020B0604020202020204" pitchFamily="34" charset="0"/>
              <a:ea typeface="新細明體" charset="-120"/>
            </a:endParaRPr>
          </a:p>
        </p:txBody>
      </p:sp>
      <p:sp>
        <p:nvSpPr>
          <p:cNvPr id="798765" name="Rectangle 45"/>
          <p:cNvSpPr>
            <a:spLocks noChangeArrowheads="1"/>
          </p:cNvSpPr>
          <p:nvPr/>
        </p:nvSpPr>
        <p:spPr bwMode="auto">
          <a:xfrm>
            <a:off x="6983414" y="4800600"/>
            <a:ext cx="185578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zh-TW" altLang="en-US" sz="4100">
                <a:latin typeface="Helvetica" panose="020B0604020202020204" pitchFamily="34" charset="0"/>
                <a:ea typeface="新細明體" charset="-120"/>
              </a:rPr>
              <a:t> </a:t>
            </a:r>
            <a:r>
              <a:rPr lang="en-US" altLang="zh-TW" sz="2800">
                <a:latin typeface="Helvetica" panose="020B0604020202020204" pitchFamily="34" charset="0"/>
                <a:ea typeface="新細明體" charset="-120"/>
              </a:rPr>
              <a:t>11111111</a:t>
            </a:r>
            <a:endParaRPr lang="en-US" altLang="zh-TW" sz="2800">
              <a:solidFill>
                <a:srgbClr val="000000"/>
              </a:solidFill>
              <a:latin typeface="Helvetica" panose="020B0604020202020204" pitchFamily="34" charset="0"/>
              <a:ea typeface="新細明體" charset="-120"/>
            </a:endParaRPr>
          </a:p>
        </p:txBody>
      </p:sp>
      <p:sp>
        <p:nvSpPr>
          <p:cNvPr id="798767" name="Line 47"/>
          <p:cNvSpPr>
            <a:spLocks noChangeShapeType="1"/>
          </p:cNvSpPr>
          <p:nvPr/>
        </p:nvSpPr>
        <p:spPr bwMode="auto">
          <a:xfrm>
            <a:off x="5334000" y="1676400"/>
            <a:ext cx="0" cy="3733800"/>
          </a:xfrm>
          <a:prstGeom prst="line">
            <a:avLst/>
          </a:prstGeom>
          <a:noFill/>
          <a:ln w="38100">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endParaRPr lang="en-US"/>
          </a:p>
        </p:txBody>
      </p:sp>
      <p:sp>
        <p:nvSpPr>
          <p:cNvPr id="798773" name="Rectangle 53"/>
          <p:cNvSpPr>
            <a:spLocks noChangeArrowheads="1"/>
          </p:cNvSpPr>
          <p:nvPr/>
        </p:nvSpPr>
        <p:spPr bwMode="auto">
          <a:xfrm>
            <a:off x="5230814" y="4419600"/>
            <a:ext cx="185578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zh-TW" altLang="en-US" sz="4100">
                <a:latin typeface="Helvetica" panose="020B0604020202020204" pitchFamily="34" charset="0"/>
                <a:ea typeface="新細明體" charset="-120"/>
              </a:rPr>
              <a:t> </a:t>
            </a:r>
            <a:r>
              <a:rPr lang="en-US" altLang="zh-TW" sz="2800">
                <a:latin typeface="Helvetica" panose="020B0604020202020204" pitchFamily="34" charset="0"/>
                <a:ea typeface="新細明體" charset="-120"/>
              </a:rPr>
              <a:t>11111111</a:t>
            </a:r>
            <a:endParaRPr lang="en-US" altLang="zh-TW" sz="2800">
              <a:solidFill>
                <a:srgbClr val="000000"/>
              </a:solidFill>
              <a:latin typeface="Helvetica" panose="020B0604020202020204" pitchFamily="34" charset="0"/>
              <a:ea typeface="新細明體" charset="-120"/>
            </a:endParaRPr>
          </a:p>
        </p:txBody>
      </p:sp>
      <p:sp>
        <p:nvSpPr>
          <p:cNvPr id="798774" name="Rectangle 54"/>
          <p:cNvSpPr>
            <a:spLocks noChangeArrowheads="1"/>
          </p:cNvSpPr>
          <p:nvPr/>
        </p:nvSpPr>
        <p:spPr bwMode="auto">
          <a:xfrm>
            <a:off x="6983414" y="4419600"/>
            <a:ext cx="185578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zh-TW" altLang="en-US" sz="4100">
                <a:latin typeface="Helvetica" panose="020B0604020202020204" pitchFamily="34" charset="0"/>
                <a:ea typeface="新細明體" charset="-120"/>
              </a:rPr>
              <a:t> </a:t>
            </a:r>
            <a:r>
              <a:rPr lang="en-US" altLang="zh-TW" sz="2800">
                <a:latin typeface="Helvetica" panose="020B0604020202020204" pitchFamily="34" charset="0"/>
                <a:ea typeface="新細明體" charset="-120"/>
              </a:rPr>
              <a:t>11111110</a:t>
            </a:r>
            <a:endParaRPr lang="en-US" altLang="zh-TW" sz="2800">
              <a:solidFill>
                <a:srgbClr val="000000"/>
              </a:solidFill>
              <a:latin typeface="Helvetica" panose="020B0604020202020204" pitchFamily="34" charset="0"/>
              <a:ea typeface="新細明體" charset="-120"/>
            </a:endParaRPr>
          </a:p>
        </p:txBody>
      </p:sp>
      <p:sp>
        <p:nvSpPr>
          <p:cNvPr id="798776" name="Rectangle 56"/>
          <p:cNvSpPr>
            <a:spLocks noChangeArrowheads="1"/>
          </p:cNvSpPr>
          <p:nvPr/>
        </p:nvSpPr>
        <p:spPr bwMode="auto">
          <a:xfrm rot="16200000">
            <a:off x="7835106" y="3747294"/>
            <a:ext cx="407988"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500"/>
              </a:lnSpc>
            </a:pPr>
            <a:r>
              <a:rPr lang="en-US" altLang="zh-TW">
                <a:latin typeface="Helvetica" panose="020B0604020202020204" pitchFamily="34" charset="0"/>
                <a:ea typeface="新細明體" charset="-120"/>
              </a:rPr>
              <a:t>...</a:t>
            </a:r>
            <a:endParaRPr lang="en-US" altLang="zh-TW" sz="2800">
              <a:solidFill>
                <a:srgbClr val="000000"/>
              </a:solidFill>
              <a:latin typeface="Helvetica" panose="020B0604020202020204" pitchFamily="34" charset="0"/>
              <a:ea typeface="新細明體" charset="-120"/>
            </a:endParaRPr>
          </a:p>
        </p:txBody>
      </p:sp>
      <p:sp>
        <p:nvSpPr>
          <p:cNvPr id="798777" name="Rectangle 57"/>
          <p:cNvSpPr>
            <a:spLocks noChangeArrowheads="1"/>
          </p:cNvSpPr>
          <p:nvPr/>
        </p:nvSpPr>
        <p:spPr bwMode="auto">
          <a:xfrm rot="16200000">
            <a:off x="6158706" y="3747294"/>
            <a:ext cx="407988"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500"/>
              </a:lnSpc>
            </a:pPr>
            <a:r>
              <a:rPr lang="en-US" altLang="zh-TW">
                <a:latin typeface="Helvetica" panose="020B0604020202020204" pitchFamily="34" charset="0"/>
                <a:ea typeface="新細明體" charset="-120"/>
              </a:rPr>
              <a:t>...</a:t>
            </a:r>
            <a:endParaRPr lang="en-US" altLang="zh-TW" sz="2800">
              <a:solidFill>
                <a:srgbClr val="000000"/>
              </a:solidFill>
              <a:latin typeface="Helvetica" panose="020B0604020202020204" pitchFamily="34" charset="0"/>
              <a:ea typeface="新細明體" charset="-120"/>
            </a:endParaRPr>
          </a:p>
        </p:txBody>
      </p:sp>
      <p:sp>
        <p:nvSpPr>
          <p:cNvPr id="798779" name="Rectangle 59"/>
          <p:cNvSpPr>
            <a:spLocks noChangeArrowheads="1"/>
          </p:cNvSpPr>
          <p:nvPr/>
        </p:nvSpPr>
        <p:spPr bwMode="auto">
          <a:xfrm>
            <a:off x="5257800" y="3429000"/>
            <a:ext cx="18557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zh-TW" altLang="en-US" sz="4100">
                <a:latin typeface="Helvetica" panose="020B0604020202020204" pitchFamily="34" charset="0"/>
                <a:ea typeface="新細明體" charset="-120"/>
              </a:rPr>
              <a:t> </a:t>
            </a:r>
            <a:r>
              <a:rPr lang="en-US" altLang="zh-TW" sz="2800">
                <a:latin typeface="Helvetica" panose="020B0604020202020204" pitchFamily="34" charset="0"/>
                <a:ea typeface="新細明體" charset="-120"/>
              </a:rPr>
              <a:t>00000000</a:t>
            </a:r>
            <a:endParaRPr lang="en-US" altLang="zh-TW" sz="2800">
              <a:solidFill>
                <a:srgbClr val="000000"/>
              </a:solidFill>
              <a:latin typeface="Helvetica" panose="020B0604020202020204" pitchFamily="34" charset="0"/>
              <a:ea typeface="新細明體" charset="-120"/>
            </a:endParaRPr>
          </a:p>
        </p:txBody>
      </p:sp>
      <p:sp>
        <p:nvSpPr>
          <p:cNvPr id="798780" name="Rectangle 60"/>
          <p:cNvSpPr>
            <a:spLocks noChangeArrowheads="1"/>
          </p:cNvSpPr>
          <p:nvPr/>
        </p:nvSpPr>
        <p:spPr bwMode="auto">
          <a:xfrm>
            <a:off x="6983414" y="3429000"/>
            <a:ext cx="185578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zh-TW" altLang="en-US" sz="4100">
                <a:latin typeface="Helvetica" panose="020B0604020202020204" pitchFamily="34" charset="0"/>
                <a:ea typeface="新細明體" charset="-120"/>
              </a:rPr>
              <a:t> </a:t>
            </a:r>
            <a:r>
              <a:rPr lang="en-US" altLang="zh-TW" sz="2800">
                <a:latin typeface="Helvetica" panose="020B0604020202020204" pitchFamily="34" charset="0"/>
                <a:ea typeface="新細明體" charset="-120"/>
              </a:rPr>
              <a:t>00000011</a:t>
            </a:r>
            <a:endParaRPr lang="en-US" altLang="zh-TW" sz="2800">
              <a:solidFill>
                <a:srgbClr val="000000"/>
              </a:solidFill>
              <a:latin typeface="Helvetica" panose="020B0604020202020204" pitchFamily="34" charset="0"/>
              <a:ea typeface="新細明體" charset="-120"/>
            </a:endParaRPr>
          </a:p>
        </p:txBody>
      </p:sp>
      <p:sp>
        <p:nvSpPr>
          <p:cNvPr id="798782" name="Rectangle 62"/>
          <p:cNvSpPr>
            <a:spLocks noChangeArrowheads="1"/>
          </p:cNvSpPr>
          <p:nvPr/>
        </p:nvSpPr>
        <p:spPr bwMode="auto">
          <a:xfrm>
            <a:off x="6983414" y="4038600"/>
            <a:ext cx="185578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zh-TW" altLang="en-US" sz="4100">
                <a:latin typeface="Helvetica" panose="020B0604020202020204" pitchFamily="34" charset="0"/>
                <a:ea typeface="新細明體" charset="-120"/>
              </a:rPr>
              <a:t> </a:t>
            </a:r>
            <a:r>
              <a:rPr lang="en-US" altLang="zh-TW" sz="2800">
                <a:latin typeface="Helvetica" panose="020B0604020202020204" pitchFamily="34" charset="0"/>
                <a:ea typeface="新細明體" charset="-120"/>
              </a:rPr>
              <a:t>11111101</a:t>
            </a:r>
            <a:endParaRPr lang="en-US" altLang="zh-TW" sz="2800">
              <a:solidFill>
                <a:srgbClr val="000000"/>
              </a:solidFill>
              <a:latin typeface="Helvetica" panose="020B0604020202020204" pitchFamily="34" charset="0"/>
              <a:ea typeface="新細明體" charset="-120"/>
            </a:endParaRPr>
          </a:p>
        </p:txBody>
      </p:sp>
      <p:sp>
        <p:nvSpPr>
          <p:cNvPr id="798783" name="Rectangle 63"/>
          <p:cNvSpPr>
            <a:spLocks noChangeArrowheads="1"/>
          </p:cNvSpPr>
          <p:nvPr/>
        </p:nvSpPr>
        <p:spPr bwMode="auto">
          <a:xfrm>
            <a:off x="9753600" y="28194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en-US" altLang="zh-TW" sz="2800">
                <a:latin typeface="Helvetica" panose="020B0604020202020204" pitchFamily="34" charset="0"/>
                <a:ea typeface="新細明體" charset="-120"/>
              </a:rPr>
              <a:t>1</a:t>
            </a:r>
            <a:endParaRPr lang="en-US" altLang="zh-TW" sz="2800">
              <a:solidFill>
                <a:srgbClr val="000000"/>
              </a:solidFill>
              <a:latin typeface="Helvetica" panose="020B0604020202020204" pitchFamily="34" charset="0"/>
              <a:ea typeface="新細明體" charset="-120"/>
            </a:endParaRPr>
          </a:p>
        </p:txBody>
      </p:sp>
      <p:sp>
        <p:nvSpPr>
          <p:cNvPr id="798784" name="Rectangle 64"/>
          <p:cNvSpPr>
            <a:spLocks noChangeArrowheads="1"/>
          </p:cNvSpPr>
          <p:nvPr/>
        </p:nvSpPr>
        <p:spPr bwMode="auto">
          <a:xfrm>
            <a:off x="9753600" y="31242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en-US" altLang="zh-TW" sz="2800">
                <a:latin typeface="Helvetica" panose="020B0604020202020204" pitchFamily="34" charset="0"/>
                <a:ea typeface="新細明體" charset="-120"/>
              </a:rPr>
              <a:t>2</a:t>
            </a:r>
            <a:endParaRPr lang="en-US" altLang="zh-TW" sz="2800">
              <a:solidFill>
                <a:srgbClr val="000000"/>
              </a:solidFill>
              <a:latin typeface="Helvetica" panose="020B0604020202020204" pitchFamily="34" charset="0"/>
              <a:ea typeface="新細明體" charset="-120"/>
            </a:endParaRPr>
          </a:p>
        </p:txBody>
      </p:sp>
      <p:sp>
        <p:nvSpPr>
          <p:cNvPr id="798785" name="Rectangle 65"/>
          <p:cNvSpPr>
            <a:spLocks noChangeArrowheads="1"/>
          </p:cNvSpPr>
          <p:nvPr/>
        </p:nvSpPr>
        <p:spPr bwMode="auto">
          <a:xfrm>
            <a:off x="9753600" y="34290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en-US" altLang="zh-TW" sz="2800">
                <a:latin typeface="Helvetica" panose="020B0604020202020204" pitchFamily="34" charset="0"/>
                <a:ea typeface="新細明體" charset="-120"/>
              </a:rPr>
              <a:t>3</a:t>
            </a:r>
            <a:endParaRPr lang="en-US" altLang="zh-TW" sz="2800">
              <a:solidFill>
                <a:srgbClr val="000000"/>
              </a:solidFill>
              <a:latin typeface="Helvetica" panose="020B0604020202020204" pitchFamily="34" charset="0"/>
              <a:ea typeface="新細明體" charset="-120"/>
            </a:endParaRPr>
          </a:p>
        </p:txBody>
      </p:sp>
      <p:sp>
        <p:nvSpPr>
          <p:cNvPr id="798786" name="Rectangle 66"/>
          <p:cNvSpPr>
            <a:spLocks noChangeArrowheads="1"/>
          </p:cNvSpPr>
          <p:nvPr/>
        </p:nvSpPr>
        <p:spPr bwMode="auto">
          <a:xfrm>
            <a:off x="8991600" y="40386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en-US" altLang="zh-TW" sz="2800">
                <a:latin typeface="Helvetica" panose="020B0604020202020204" pitchFamily="34" charset="0"/>
                <a:ea typeface="新細明體" charset="-120"/>
              </a:rPr>
              <a:t>65534</a:t>
            </a:r>
            <a:endParaRPr lang="en-US" altLang="zh-TW" sz="2800">
              <a:solidFill>
                <a:srgbClr val="000000"/>
              </a:solidFill>
              <a:latin typeface="Helvetica" panose="020B0604020202020204" pitchFamily="34" charset="0"/>
              <a:ea typeface="新細明體" charset="-120"/>
            </a:endParaRPr>
          </a:p>
        </p:txBody>
      </p:sp>
      <p:sp>
        <p:nvSpPr>
          <p:cNvPr id="798787" name="Rectangle 67"/>
          <p:cNvSpPr>
            <a:spLocks noChangeArrowheads="1"/>
          </p:cNvSpPr>
          <p:nvPr/>
        </p:nvSpPr>
        <p:spPr bwMode="auto">
          <a:xfrm>
            <a:off x="8991600" y="44196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en-US" altLang="zh-TW" sz="2800">
                <a:latin typeface="Helvetica" panose="020B0604020202020204" pitchFamily="34" charset="0"/>
                <a:ea typeface="新細明體" charset="-120"/>
              </a:rPr>
              <a:t>65535</a:t>
            </a:r>
            <a:endParaRPr lang="en-US" altLang="zh-TW" sz="2800">
              <a:solidFill>
                <a:srgbClr val="000000"/>
              </a:solidFill>
              <a:latin typeface="Helvetica" panose="020B0604020202020204" pitchFamily="34" charset="0"/>
              <a:ea typeface="新細明體" charset="-120"/>
            </a:endParaRPr>
          </a:p>
        </p:txBody>
      </p:sp>
      <p:sp>
        <p:nvSpPr>
          <p:cNvPr id="798788" name="Rectangle 68"/>
          <p:cNvSpPr>
            <a:spLocks noChangeArrowheads="1"/>
          </p:cNvSpPr>
          <p:nvPr/>
        </p:nvSpPr>
        <p:spPr bwMode="auto">
          <a:xfrm>
            <a:off x="8991600" y="48006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en-US" altLang="zh-TW" sz="2800">
                <a:latin typeface="Helvetica" panose="020B0604020202020204" pitchFamily="34" charset="0"/>
                <a:ea typeface="新細明體" charset="-120"/>
              </a:rPr>
              <a:t>65536</a:t>
            </a:r>
            <a:endParaRPr lang="en-US" altLang="zh-TW" sz="2800">
              <a:solidFill>
                <a:srgbClr val="000000"/>
              </a:solidFill>
              <a:latin typeface="Helvetica" panose="020B0604020202020204" pitchFamily="34" charset="0"/>
              <a:ea typeface="新細明體" charset="-120"/>
            </a:endParaRPr>
          </a:p>
        </p:txBody>
      </p:sp>
      <p:sp>
        <p:nvSpPr>
          <p:cNvPr id="798789" name="Line 69"/>
          <p:cNvSpPr>
            <a:spLocks noChangeShapeType="1"/>
          </p:cNvSpPr>
          <p:nvPr/>
        </p:nvSpPr>
        <p:spPr bwMode="auto">
          <a:xfrm>
            <a:off x="8991600" y="5943600"/>
            <a:ext cx="1066800" cy="0"/>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endParaRPr lang="en-US"/>
          </a:p>
        </p:txBody>
      </p:sp>
      <p:sp>
        <p:nvSpPr>
          <p:cNvPr id="798790" name="Rectangle 70"/>
          <p:cNvSpPr>
            <a:spLocks noChangeArrowheads="1"/>
          </p:cNvSpPr>
          <p:nvPr/>
        </p:nvSpPr>
        <p:spPr bwMode="auto">
          <a:xfrm>
            <a:off x="9067800" y="51816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en-US" altLang="zh-TW" sz="2800">
                <a:latin typeface="Helvetica" panose="020B0604020202020204" pitchFamily="34" charset="0"/>
                <a:ea typeface="新細明體" charset="-120"/>
              </a:rPr>
              <a:t>-</a:t>
            </a:r>
            <a:endParaRPr lang="en-US" altLang="zh-TW" sz="2800">
              <a:solidFill>
                <a:srgbClr val="000000"/>
              </a:solidFill>
              <a:latin typeface="Helvetica" panose="020B0604020202020204" pitchFamily="34" charset="0"/>
              <a:ea typeface="新細明體" charset="-120"/>
            </a:endParaRPr>
          </a:p>
        </p:txBody>
      </p:sp>
      <p:sp>
        <p:nvSpPr>
          <p:cNvPr id="798791" name="Rectangle 71"/>
          <p:cNvSpPr>
            <a:spLocks noChangeArrowheads="1"/>
          </p:cNvSpPr>
          <p:nvPr/>
        </p:nvSpPr>
        <p:spPr bwMode="auto">
          <a:xfrm rot="16200000">
            <a:off x="9816306" y="3747294"/>
            <a:ext cx="407988"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500"/>
              </a:lnSpc>
            </a:pPr>
            <a:r>
              <a:rPr lang="en-US" altLang="zh-TW">
                <a:latin typeface="Helvetica" panose="020B0604020202020204" pitchFamily="34" charset="0"/>
                <a:ea typeface="新細明體" charset="-120"/>
              </a:rPr>
              <a:t>...</a:t>
            </a:r>
            <a:endParaRPr lang="en-US" altLang="zh-TW" sz="2800">
              <a:solidFill>
                <a:srgbClr val="000000"/>
              </a:solidFill>
              <a:latin typeface="Helvetica" panose="020B0604020202020204" pitchFamily="34" charset="0"/>
              <a:ea typeface="新細明體" charset="-120"/>
            </a:endParaRPr>
          </a:p>
        </p:txBody>
      </p:sp>
      <p:sp>
        <p:nvSpPr>
          <p:cNvPr id="798792" name="Rectangle 72"/>
          <p:cNvSpPr>
            <a:spLocks noChangeArrowheads="1"/>
          </p:cNvSpPr>
          <p:nvPr/>
        </p:nvSpPr>
        <p:spPr bwMode="auto">
          <a:xfrm>
            <a:off x="9829800" y="5181600"/>
            <a:ext cx="381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en-US" altLang="zh-TW" sz="2800" dirty="0">
                <a:latin typeface="Helvetica" panose="020B0604020202020204" pitchFamily="34" charset="0"/>
                <a:ea typeface="新細明體" charset="-120"/>
              </a:rPr>
              <a:t>2</a:t>
            </a:r>
            <a:endParaRPr lang="en-US" altLang="zh-TW" sz="2800" dirty="0">
              <a:solidFill>
                <a:srgbClr val="000000"/>
              </a:solidFill>
              <a:latin typeface="Helvetica" panose="020B0604020202020204" pitchFamily="34" charset="0"/>
              <a:ea typeface="新細明體" charset="-120"/>
            </a:endParaRPr>
          </a:p>
        </p:txBody>
      </p:sp>
      <p:sp>
        <p:nvSpPr>
          <p:cNvPr id="798793" name="Rectangle 73"/>
          <p:cNvSpPr>
            <a:spLocks noChangeArrowheads="1"/>
          </p:cNvSpPr>
          <p:nvPr/>
        </p:nvSpPr>
        <p:spPr bwMode="auto">
          <a:xfrm>
            <a:off x="8991600" y="57150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en-US" altLang="zh-TW" sz="2800">
                <a:latin typeface="Helvetica" panose="020B0604020202020204" pitchFamily="34" charset="0"/>
                <a:ea typeface="新細明體" charset="-120"/>
              </a:rPr>
              <a:t>65534</a:t>
            </a:r>
            <a:endParaRPr lang="en-US" altLang="zh-TW" sz="2800">
              <a:solidFill>
                <a:srgbClr val="000000"/>
              </a:solidFill>
              <a:latin typeface="Helvetica" panose="020B0604020202020204" pitchFamily="34" charset="0"/>
              <a:ea typeface="新細明體" charset="-120"/>
            </a:endParaRPr>
          </a:p>
        </p:txBody>
      </p:sp>
      <p:sp>
        <p:nvSpPr>
          <p:cNvPr id="798795" name="Rectangle 75"/>
          <p:cNvSpPr>
            <a:spLocks noChangeArrowheads="1"/>
          </p:cNvSpPr>
          <p:nvPr/>
        </p:nvSpPr>
        <p:spPr bwMode="auto">
          <a:xfrm>
            <a:off x="8839200" y="22860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en-US" altLang="zh-TW" sz="2800">
                <a:latin typeface="Helvetica" panose="020B0604020202020204" pitchFamily="34" charset="0"/>
                <a:ea typeface="新細明體" charset="-120"/>
              </a:rPr>
              <a:t>N</a:t>
            </a:r>
            <a:endParaRPr lang="en-US" altLang="zh-TW" sz="2800">
              <a:solidFill>
                <a:srgbClr val="000000"/>
              </a:solidFill>
              <a:latin typeface="Helvetica" panose="020B0604020202020204" pitchFamily="34" charset="0"/>
              <a:ea typeface="新細明體" charset="-120"/>
            </a:endParaRPr>
          </a:p>
        </p:txBody>
      </p:sp>
      <p:sp>
        <p:nvSpPr>
          <p:cNvPr id="798796" name="Rectangle 76"/>
          <p:cNvSpPr>
            <a:spLocks noChangeArrowheads="1"/>
          </p:cNvSpPr>
          <p:nvPr/>
        </p:nvSpPr>
        <p:spPr bwMode="auto">
          <a:xfrm>
            <a:off x="5257800" y="57150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en-US" altLang="zh-TW" sz="2800">
                <a:solidFill>
                  <a:schemeClr val="accent1"/>
                </a:solidFill>
                <a:latin typeface="Helvetica" panose="020B0604020202020204" pitchFamily="34" charset="0"/>
                <a:ea typeface="新細明體" charset="-120"/>
              </a:rPr>
              <a:t>2</a:t>
            </a:r>
            <a:r>
              <a:rPr lang="en-US" altLang="zh-TW" sz="2800" baseline="30000">
                <a:solidFill>
                  <a:schemeClr val="accent1"/>
                </a:solidFill>
                <a:latin typeface="Helvetica" panose="020B0604020202020204" pitchFamily="34" charset="0"/>
                <a:ea typeface="新細明體" charset="-120"/>
              </a:rPr>
              <a:t>N</a:t>
            </a:r>
            <a:r>
              <a:rPr lang="en-US" altLang="zh-TW" sz="2800">
                <a:solidFill>
                  <a:schemeClr val="accent1"/>
                </a:solidFill>
                <a:latin typeface="Helvetica" panose="020B0604020202020204" pitchFamily="34" charset="0"/>
                <a:ea typeface="新細明體" charset="-120"/>
              </a:rPr>
              <a:t>-2</a:t>
            </a:r>
            <a:r>
              <a:rPr lang="en-US" altLang="zh-TW" sz="2800">
                <a:latin typeface="Helvetica" panose="020B0604020202020204" pitchFamily="34" charset="0"/>
                <a:ea typeface="新細明體" charset="-120"/>
              </a:rPr>
              <a:t> = 2</a:t>
            </a:r>
            <a:r>
              <a:rPr lang="en-US" altLang="zh-TW" sz="2800" baseline="30000">
                <a:latin typeface="Helvetica" panose="020B0604020202020204" pitchFamily="34" charset="0"/>
                <a:ea typeface="新細明體" charset="-120"/>
              </a:rPr>
              <a:t>16</a:t>
            </a:r>
            <a:r>
              <a:rPr lang="en-US" altLang="zh-TW" sz="2800">
                <a:latin typeface="Helvetica" panose="020B0604020202020204" pitchFamily="34" charset="0"/>
                <a:ea typeface="新細明體" charset="-120"/>
              </a:rPr>
              <a:t>-2 = 65534</a:t>
            </a:r>
          </a:p>
        </p:txBody>
      </p:sp>
    </p:spTree>
    <p:extLst>
      <p:ext uri="{BB962C8B-B14F-4D97-AF65-F5344CB8AC3E}">
        <p14:creationId xmlns:p14="http://schemas.microsoft.com/office/powerpoint/2010/main" val="2882323735"/>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42" name="Rectangle 2"/>
          <p:cNvSpPr>
            <a:spLocks noChangeArrowheads="1"/>
          </p:cNvSpPr>
          <p:nvPr/>
        </p:nvSpPr>
        <p:spPr bwMode="auto">
          <a:xfrm>
            <a:off x="2562225" y="1987551"/>
            <a:ext cx="6929438" cy="4100513"/>
          </a:xfrm>
          <a:prstGeom prst="rect">
            <a:avLst/>
          </a:prstGeom>
          <a:solidFill>
            <a:schemeClr val="accent2"/>
          </a:solidFill>
          <a:ln w="12700">
            <a:solidFill>
              <a:srgbClr val="000000"/>
            </a:solidFill>
            <a:miter lim="800000"/>
            <a:headEnd/>
            <a:tailEnd/>
          </a:ln>
          <a:effectLst/>
        </p:spPr>
        <p:txBody>
          <a:bodyPr wrap="none" anchor="ctr"/>
          <a:lstStyle/>
          <a:p>
            <a:endParaRPr lang="en-US"/>
          </a:p>
        </p:txBody>
      </p:sp>
      <p:sp>
        <p:nvSpPr>
          <p:cNvPr id="624643" name="Rectangle 3"/>
          <p:cNvSpPr>
            <a:spLocks noChangeArrowheads="1"/>
          </p:cNvSpPr>
          <p:nvPr/>
        </p:nvSpPr>
        <p:spPr bwMode="auto">
          <a:xfrm>
            <a:off x="2562225" y="1901825"/>
            <a:ext cx="6929438" cy="585788"/>
          </a:xfrm>
          <a:prstGeom prst="rect">
            <a:avLst/>
          </a:prstGeom>
          <a:solidFill>
            <a:schemeClr val="folHlink"/>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644" name="Rectangle 4"/>
          <p:cNvSpPr>
            <a:spLocks noGrp="1" noChangeArrowheads="1"/>
          </p:cNvSpPr>
          <p:nvPr>
            <p:ph type="title"/>
          </p:nvPr>
        </p:nvSpPr>
        <p:spPr>
          <a:xfrm>
            <a:off x="304800" y="255589"/>
            <a:ext cx="7959725" cy="1143000"/>
          </a:xfrm>
          <a:noFill/>
          <a:ln/>
        </p:spPr>
        <p:txBody>
          <a:bodyPr vert="horz" lIns="82153" tIns="41076" rIns="82153" bIns="41076" rtlCol="0" anchor="ctr" anchorCtr="0">
            <a:normAutofit/>
          </a:bodyPr>
          <a:lstStyle/>
          <a:p>
            <a:r>
              <a:rPr lang="en-US" altLang="zh-TW" dirty="0">
                <a:solidFill>
                  <a:srgbClr val="00B0F0"/>
                </a:solidFill>
                <a:ea typeface="新細明體" charset="-120"/>
              </a:rPr>
              <a:t>IP Address Classes Exercise</a:t>
            </a:r>
          </a:p>
        </p:txBody>
      </p:sp>
      <p:sp>
        <p:nvSpPr>
          <p:cNvPr id="624645" name="Freeform 5"/>
          <p:cNvSpPr>
            <a:spLocks/>
          </p:cNvSpPr>
          <p:nvPr/>
        </p:nvSpPr>
        <p:spPr bwMode="auto">
          <a:xfrm>
            <a:off x="9498014" y="1722438"/>
            <a:ext cx="173037" cy="4373562"/>
          </a:xfrm>
          <a:custGeom>
            <a:avLst/>
            <a:gdLst>
              <a:gd name="T0" fmla="*/ 96 w 97"/>
              <a:gd name="T1" fmla="*/ 0 h 2449"/>
              <a:gd name="T2" fmla="*/ 96 w 97"/>
              <a:gd name="T3" fmla="*/ 0 h 2449"/>
              <a:gd name="T4" fmla="*/ 0 w 97"/>
              <a:gd name="T5" fmla="*/ 96 h 2449"/>
              <a:gd name="T6" fmla="*/ 0 w 97"/>
              <a:gd name="T7" fmla="*/ 2448 h 2449"/>
              <a:gd name="T8" fmla="*/ 96 w 97"/>
              <a:gd name="T9" fmla="*/ 2352 h 2449"/>
              <a:gd name="T10" fmla="*/ 96 w 97"/>
              <a:gd name="T11" fmla="*/ 0 h 2449"/>
            </a:gdLst>
            <a:ahLst/>
            <a:cxnLst>
              <a:cxn ang="0">
                <a:pos x="T0" y="T1"/>
              </a:cxn>
              <a:cxn ang="0">
                <a:pos x="T2" y="T3"/>
              </a:cxn>
              <a:cxn ang="0">
                <a:pos x="T4" y="T5"/>
              </a:cxn>
              <a:cxn ang="0">
                <a:pos x="T6" y="T7"/>
              </a:cxn>
              <a:cxn ang="0">
                <a:pos x="T8" y="T9"/>
              </a:cxn>
              <a:cxn ang="0">
                <a:pos x="T10" y="T11"/>
              </a:cxn>
            </a:cxnLst>
            <a:rect l="0" t="0" r="r" b="b"/>
            <a:pathLst>
              <a:path w="97" h="2449">
                <a:moveTo>
                  <a:pt x="96" y="0"/>
                </a:moveTo>
                <a:lnTo>
                  <a:pt x="96" y="0"/>
                </a:lnTo>
                <a:lnTo>
                  <a:pt x="0" y="96"/>
                </a:lnTo>
                <a:lnTo>
                  <a:pt x="0" y="2448"/>
                </a:lnTo>
                <a:lnTo>
                  <a:pt x="96" y="2352"/>
                </a:lnTo>
                <a:lnTo>
                  <a:pt x="96" y="0"/>
                </a:lnTo>
              </a:path>
            </a:pathLst>
          </a:custGeom>
          <a:solidFill>
            <a:schemeClr val="accent2"/>
          </a:solidFill>
          <a:ln w="12700" cap="rnd" cmpd="sng">
            <a:solidFill>
              <a:schemeClr val="tx1"/>
            </a:solidFill>
            <a:prstDash val="solid"/>
            <a:round/>
            <a:headEnd/>
            <a:tailEnd/>
          </a:ln>
          <a:effectLst/>
        </p:spPr>
        <p:txBody>
          <a:bodyPr/>
          <a:lstStyle/>
          <a:p>
            <a:endParaRPr lang="en-US"/>
          </a:p>
        </p:txBody>
      </p:sp>
      <p:sp>
        <p:nvSpPr>
          <p:cNvPr id="624646" name="Freeform 6"/>
          <p:cNvSpPr>
            <a:spLocks/>
          </p:cNvSpPr>
          <p:nvPr/>
        </p:nvSpPr>
        <p:spPr bwMode="auto">
          <a:xfrm>
            <a:off x="2554288" y="1722439"/>
            <a:ext cx="7116762" cy="173037"/>
          </a:xfrm>
          <a:custGeom>
            <a:avLst/>
            <a:gdLst>
              <a:gd name="T0" fmla="*/ 0 w 3985"/>
              <a:gd name="T1" fmla="*/ 96 h 97"/>
              <a:gd name="T2" fmla="*/ 96 w 3985"/>
              <a:gd name="T3" fmla="*/ 0 h 97"/>
              <a:gd name="T4" fmla="*/ 3984 w 3985"/>
              <a:gd name="T5" fmla="*/ 0 h 97"/>
              <a:gd name="T6" fmla="*/ 3888 w 3985"/>
              <a:gd name="T7" fmla="*/ 96 h 97"/>
              <a:gd name="T8" fmla="*/ 0 w 3985"/>
              <a:gd name="T9" fmla="*/ 96 h 97"/>
            </a:gdLst>
            <a:ahLst/>
            <a:cxnLst>
              <a:cxn ang="0">
                <a:pos x="T0" y="T1"/>
              </a:cxn>
              <a:cxn ang="0">
                <a:pos x="T2" y="T3"/>
              </a:cxn>
              <a:cxn ang="0">
                <a:pos x="T4" y="T5"/>
              </a:cxn>
              <a:cxn ang="0">
                <a:pos x="T6" y="T7"/>
              </a:cxn>
              <a:cxn ang="0">
                <a:pos x="T8" y="T9"/>
              </a:cxn>
            </a:cxnLst>
            <a:rect l="0" t="0" r="r" b="b"/>
            <a:pathLst>
              <a:path w="3985" h="97">
                <a:moveTo>
                  <a:pt x="0" y="96"/>
                </a:moveTo>
                <a:lnTo>
                  <a:pt x="96" y="0"/>
                </a:lnTo>
                <a:lnTo>
                  <a:pt x="3984" y="0"/>
                </a:lnTo>
                <a:lnTo>
                  <a:pt x="3888" y="96"/>
                </a:lnTo>
                <a:lnTo>
                  <a:pt x="0" y="96"/>
                </a:lnTo>
              </a:path>
            </a:pathLst>
          </a:custGeom>
          <a:solidFill>
            <a:schemeClr val="accent2"/>
          </a:solidFill>
          <a:ln w="12700" cap="rnd" cmpd="sng">
            <a:solidFill>
              <a:schemeClr val="tx1"/>
            </a:solidFill>
            <a:prstDash val="solid"/>
            <a:round/>
            <a:headEnd/>
            <a:tailEnd/>
          </a:ln>
          <a:effectLst/>
        </p:spPr>
        <p:txBody>
          <a:bodyPr/>
          <a:lstStyle/>
          <a:p>
            <a:endParaRPr lang="en-US"/>
          </a:p>
        </p:txBody>
      </p:sp>
      <p:sp>
        <p:nvSpPr>
          <p:cNvPr id="624647" name="Rectangle 7"/>
          <p:cNvSpPr>
            <a:spLocks noChangeArrowheads="1"/>
          </p:cNvSpPr>
          <p:nvPr/>
        </p:nvSpPr>
        <p:spPr bwMode="auto">
          <a:xfrm>
            <a:off x="2522539" y="2022476"/>
            <a:ext cx="14573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5000"/>
              </a:lnSpc>
              <a:spcBef>
                <a:spcPct val="50000"/>
              </a:spcBef>
            </a:pPr>
            <a:r>
              <a:rPr lang="en-US" altLang="zh-TW" sz="1800">
                <a:solidFill>
                  <a:schemeClr val="bg2"/>
                </a:solidFill>
                <a:latin typeface="Helvetica" panose="020B0604020202020204" pitchFamily="34" charset="0"/>
                <a:ea typeface="新細明體" charset="-120"/>
              </a:rPr>
              <a:t>Address</a:t>
            </a:r>
          </a:p>
        </p:txBody>
      </p:sp>
      <p:sp>
        <p:nvSpPr>
          <p:cNvPr id="624648" name="Rectangle 8"/>
          <p:cNvSpPr>
            <a:spLocks noChangeArrowheads="1"/>
          </p:cNvSpPr>
          <p:nvPr/>
        </p:nvSpPr>
        <p:spPr bwMode="auto">
          <a:xfrm>
            <a:off x="4511676" y="2022476"/>
            <a:ext cx="16430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5000"/>
              </a:lnSpc>
              <a:spcBef>
                <a:spcPct val="50000"/>
              </a:spcBef>
            </a:pPr>
            <a:r>
              <a:rPr lang="en-US" altLang="zh-TW" sz="1800">
                <a:solidFill>
                  <a:schemeClr val="bg2"/>
                </a:solidFill>
                <a:latin typeface="Helvetica" panose="020B0604020202020204" pitchFamily="34" charset="0"/>
                <a:ea typeface="新細明體" charset="-120"/>
              </a:rPr>
              <a:t>Class</a:t>
            </a:r>
          </a:p>
        </p:txBody>
      </p:sp>
      <p:sp>
        <p:nvSpPr>
          <p:cNvPr id="624649" name="Rectangle 9"/>
          <p:cNvSpPr>
            <a:spLocks noChangeArrowheads="1"/>
          </p:cNvSpPr>
          <p:nvPr/>
        </p:nvSpPr>
        <p:spPr bwMode="auto">
          <a:xfrm>
            <a:off x="6394450" y="2022476"/>
            <a:ext cx="14747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5000"/>
              </a:lnSpc>
              <a:spcBef>
                <a:spcPct val="50000"/>
              </a:spcBef>
            </a:pPr>
            <a:r>
              <a:rPr lang="en-US" altLang="zh-TW" sz="1800">
                <a:solidFill>
                  <a:schemeClr val="bg2"/>
                </a:solidFill>
                <a:latin typeface="Helvetica" panose="020B0604020202020204" pitchFamily="34" charset="0"/>
                <a:ea typeface="新細明體" charset="-120"/>
              </a:rPr>
              <a:t>Network</a:t>
            </a:r>
          </a:p>
        </p:txBody>
      </p:sp>
      <p:sp>
        <p:nvSpPr>
          <p:cNvPr id="624650" name="Rectangle 10"/>
          <p:cNvSpPr>
            <a:spLocks noChangeArrowheads="1"/>
          </p:cNvSpPr>
          <p:nvPr/>
        </p:nvSpPr>
        <p:spPr bwMode="auto">
          <a:xfrm>
            <a:off x="7851776" y="2022476"/>
            <a:ext cx="1731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5000"/>
              </a:lnSpc>
              <a:spcBef>
                <a:spcPct val="50000"/>
              </a:spcBef>
            </a:pPr>
            <a:r>
              <a:rPr lang="en-US" altLang="zh-TW" sz="1800">
                <a:solidFill>
                  <a:schemeClr val="bg2"/>
                </a:solidFill>
                <a:latin typeface="Helvetica" panose="020B0604020202020204" pitchFamily="34" charset="0"/>
                <a:ea typeface="新細明體" charset="-120"/>
              </a:rPr>
              <a:t>Host</a:t>
            </a:r>
          </a:p>
        </p:txBody>
      </p:sp>
      <p:sp>
        <p:nvSpPr>
          <p:cNvPr id="624651" name="Rectangle 11"/>
          <p:cNvSpPr>
            <a:spLocks noChangeArrowheads="1"/>
          </p:cNvSpPr>
          <p:nvPr/>
        </p:nvSpPr>
        <p:spPr bwMode="auto">
          <a:xfrm>
            <a:off x="2608263" y="2622551"/>
            <a:ext cx="19177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10.2.1.1</a:t>
            </a:r>
          </a:p>
        </p:txBody>
      </p:sp>
      <p:sp>
        <p:nvSpPr>
          <p:cNvPr id="624652" name="Rectangle 12"/>
          <p:cNvSpPr>
            <a:spLocks noChangeArrowheads="1"/>
          </p:cNvSpPr>
          <p:nvPr/>
        </p:nvSpPr>
        <p:spPr bwMode="auto">
          <a:xfrm>
            <a:off x="2608263" y="3222626"/>
            <a:ext cx="19177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128.63.2.100</a:t>
            </a:r>
          </a:p>
        </p:txBody>
      </p:sp>
      <p:sp>
        <p:nvSpPr>
          <p:cNvPr id="624653" name="Rectangle 13"/>
          <p:cNvSpPr>
            <a:spLocks noChangeArrowheads="1"/>
          </p:cNvSpPr>
          <p:nvPr/>
        </p:nvSpPr>
        <p:spPr bwMode="auto">
          <a:xfrm>
            <a:off x="2608263" y="3822701"/>
            <a:ext cx="19177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201.222.5.64</a:t>
            </a:r>
          </a:p>
        </p:txBody>
      </p:sp>
      <p:sp>
        <p:nvSpPr>
          <p:cNvPr id="624654" name="Rectangle 14"/>
          <p:cNvSpPr>
            <a:spLocks noChangeArrowheads="1"/>
          </p:cNvSpPr>
          <p:nvPr/>
        </p:nvSpPr>
        <p:spPr bwMode="auto">
          <a:xfrm>
            <a:off x="2608263" y="4422776"/>
            <a:ext cx="19177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192.6.141.2</a:t>
            </a:r>
          </a:p>
        </p:txBody>
      </p:sp>
      <p:sp>
        <p:nvSpPr>
          <p:cNvPr id="624655" name="Rectangle 15"/>
          <p:cNvSpPr>
            <a:spLocks noChangeArrowheads="1"/>
          </p:cNvSpPr>
          <p:nvPr/>
        </p:nvSpPr>
        <p:spPr bwMode="auto">
          <a:xfrm>
            <a:off x="2608263" y="5022851"/>
            <a:ext cx="19177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130.113.64.16</a:t>
            </a:r>
          </a:p>
        </p:txBody>
      </p:sp>
      <p:sp>
        <p:nvSpPr>
          <p:cNvPr id="624656" name="Rectangle 16"/>
          <p:cNvSpPr>
            <a:spLocks noChangeArrowheads="1"/>
          </p:cNvSpPr>
          <p:nvPr/>
        </p:nvSpPr>
        <p:spPr bwMode="auto">
          <a:xfrm>
            <a:off x="2608263" y="5622926"/>
            <a:ext cx="19177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256.241.201.10</a:t>
            </a:r>
          </a:p>
        </p:txBody>
      </p:sp>
    </p:spTree>
    <p:extLst>
      <p:ext uri="{BB962C8B-B14F-4D97-AF65-F5344CB8AC3E}">
        <p14:creationId xmlns:p14="http://schemas.microsoft.com/office/powerpoint/2010/main" val="2825174101"/>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2"/>
          <p:cNvSpPr>
            <a:spLocks noChangeArrowheads="1"/>
          </p:cNvSpPr>
          <p:nvPr/>
        </p:nvSpPr>
        <p:spPr bwMode="auto">
          <a:xfrm>
            <a:off x="2559050" y="2491195"/>
            <a:ext cx="6929438" cy="3604805"/>
          </a:xfrm>
          <a:prstGeom prst="rect">
            <a:avLst/>
          </a:prstGeom>
          <a:solidFill>
            <a:schemeClr val="accent2"/>
          </a:solidFill>
          <a:ln w="12700">
            <a:solidFill>
              <a:srgbClr val="000000"/>
            </a:solidFill>
            <a:miter lim="800000"/>
            <a:headEnd/>
            <a:tailEnd/>
          </a:ln>
          <a:effectLst/>
        </p:spPr>
        <p:txBody>
          <a:bodyPr wrap="none" anchor="ctr"/>
          <a:lstStyle/>
          <a:p>
            <a:endParaRPr lang="en-US"/>
          </a:p>
        </p:txBody>
      </p:sp>
      <p:sp>
        <p:nvSpPr>
          <p:cNvPr id="657410" name="Rectangle 2"/>
          <p:cNvSpPr>
            <a:spLocks noGrp="1" noChangeArrowheads="1"/>
          </p:cNvSpPr>
          <p:nvPr>
            <p:ph type="title"/>
          </p:nvPr>
        </p:nvSpPr>
        <p:spPr>
          <a:xfrm>
            <a:off x="269875" y="172440"/>
            <a:ext cx="7959725" cy="1143000"/>
          </a:xfrm>
          <a:noFill/>
          <a:ln/>
        </p:spPr>
        <p:txBody>
          <a:bodyPr vert="horz" lIns="82153" tIns="41076" rIns="82153" bIns="41076" rtlCol="0" anchor="ctr" anchorCtr="0">
            <a:normAutofit fontScale="90000"/>
          </a:bodyPr>
          <a:lstStyle/>
          <a:p>
            <a:r>
              <a:rPr lang="en-US" altLang="zh-TW" dirty="0">
                <a:solidFill>
                  <a:srgbClr val="00B0F0"/>
                </a:solidFill>
                <a:ea typeface="新細明體" charset="-120"/>
              </a:rPr>
              <a:t>IP Address Classes Exercise Answers</a:t>
            </a:r>
          </a:p>
        </p:txBody>
      </p:sp>
      <p:sp>
        <p:nvSpPr>
          <p:cNvPr id="657411" name="Rectangle 3"/>
          <p:cNvSpPr>
            <a:spLocks noChangeArrowheads="1"/>
          </p:cNvSpPr>
          <p:nvPr/>
        </p:nvSpPr>
        <p:spPr bwMode="auto">
          <a:xfrm>
            <a:off x="2509418" y="3834391"/>
            <a:ext cx="6929437" cy="276999"/>
          </a:xfrm>
          <a:prstGeom prst="rect">
            <a:avLst/>
          </a:prstGeom>
          <a:solidFill>
            <a:schemeClr val="accent1">
              <a:lumMod val="40000"/>
              <a:lumOff val="60000"/>
            </a:schemeClr>
          </a:solidFill>
          <a:ln w="12700">
            <a:solidFill>
              <a:srgbClr val="000000"/>
            </a:solidFill>
            <a:miter lim="800000"/>
            <a:headEnd/>
            <a:tailEnd/>
          </a:ln>
          <a:effectLst/>
        </p:spPr>
        <p:txBody>
          <a:bodyPr lIns="1968371" tIns="0" rIns="1968371" bIns="0" anchor="ctr" anchorCtr="1">
            <a:spAutoFit/>
          </a:bodyPr>
          <a:lstStyle/>
          <a:p>
            <a:endParaRPr lang="en-US"/>
          </a:p>
        </p:txBody>
      </p:sp>
      <p:sp>
        <p:nvSpPr>
          <p:cNvPr id="657412" name="Rectangle 4"/>
          <p:cNvSpPr>
            <a:spLocks noChangeArrowheads="1"/>
          </p:cNvSpPr>
          <p:nvPr/>
        </p:nvSpPr>
        <p:spPr bwMode="auto">
          <a:xfrm>
            <a:off x="2559050" y="2105433"/>
            <a:ext cx="6929438" cy="276999"/>
          </a:xfrm>
          <a:prstGeom prst="rect">
            <a:avLst/>
          </a:prstGeom>
          <a:solidFill>
            <a:schemeClr val="folHlink"/>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968371" tIns="0" rIns="1968371" bIns="0" anchor="ctr" anchorCtr="1">
            <a:spAutoFit/>
          </a:bodyPr>
          <a:lstStyle/>
          <a:p>
            <a:endParaRPr lang="en-US"/>
          </a:p>
        </p:txBody>
      </p:sp>
      <p:sp>
        <p:nvSpPr>
          <p:cNvPr id="657413" name="Freeform 5"/>
          <p:cNvSpPr>
            <a:spLocks/>
          </p:cNvSpPr>
          <p:nvPr/>
        </p:nvSpPr>
        <p:spPr bwMode="auto">
          <a:xfrm>
            <a:off x="9496425" y="3819933"/>
            <a:ext cx="173038" cy="276999"/>
          </a:xfrm>
          <a:custGeom>
            <a:avLst/>
            <a:gdLst>
              <a:gd name="T0" fmla="*/ 96 w 97"/>
              <a:gd name="T1" fmla="*/ 0 h 2449"/>
              <a:gd name="T2" fmla="*/ 96 w 97"/>
              <a:gd name="T3" fmla="*/ 0 h 2449"/>
              <a:gd name="T4" fmla="*/ 0 w 97"/>
              <a:gd name="T5" fmla="*/ 96 h 2449"/>
              <a:gd name="T6" fmla="*/ 0 w 97"/>
              <a:gd name="T7" fmla="*/ 2448 h 2449"/>
              <a:gd name="T8" fmla="*/ 96 w 97"/>
              <a:gd name="T9" fmla="*/ 2352 h 2449"/>
              <a:gd name="T10" fmla="*/ 96 w 97"/>
              <a:gd name="T11" fmla="*/ 0 h 2449"/>
            </a:gdLst>
            <a:ahLst/>
            <a:cxnLst>
              <a:cxn ang="0">
                <a:pos x="T0" y="T1"/>
              </a:cxn>
              <a:cxn ang="0">
                <a:pos x="T2" y="T3"/>
              </a:cxn>
              <a:cxn ang="0">
                <a:pos x="T4" y="T5"/>
              </a:cxn>
              <a:cxn ang="0">
                <a:pos x="T6" y="T7"/>
              </a:cxn>
              <a:cxn ang="0">
                <a:pos x="T8" y="T9"/>
              </a:cxn>
              <a:cxn ang="0">
                <a:pos x="T10" y="T11"/>
              </a:cxn>
            </a:cxnLst>
            <a:rect l="0" t="0" r="r" b="b"/>
            <a:pathLst>
              <a:path w="97" h="2449">
                <a:moveTo>
                  <a:pt x="96" y="0"/>
                </a:moveTo>
                <a:lnTo>
                  <a:pt x="96" y="0"/>
                </a:lnTo>
                <a:lnTo>
                  <a:pt x="0" y="96"/>
                </a:lnTo>
                <a:lnTo>
                  <a:pt x="0" y="2448"/>
                </a:lnTo>
                <a:lnTo>
                  <a:pt x="96" y="2352"/>
                </a:lnTo>
                <a:lnTo>
                  <a:pt x="96" y="0"/>
                </a:lnTo>
              </a:path>
            </a:pathLst>
          </a:custGeom>
          <a:solidFill>
            <a:schemeClr val="accent1">
              <a:lumMod val="40000"/>
              <a:lumOff val="60000"/>
            </a:schemeClr>
          </a:solidFill>
          <a:ln w="12700" cap="rnd" cmpd="sng">
            <a:solidFill>
              <a:schemeClr val="tx1"/>
            </a:solidFill>
            <a:prstDash val="solid"/>
            <a:round/>
            <a:headEnd/>
            <a:tailEnd/>
          </a:ln>
          <a:effectLst/>
        </p:spPr>
        <p:txBody>
          <a:bodyPr lIns="1968371" tIns="0" rIns="1968371" bIns="0" anchor="ctr" anchorCtr="1">
            <a:spAutoFit/>
          </a:bodyPr>
          <a:lstStyle/>
          <a:p>
            <a:endParaRPr lang="en-US">
              <a:solidFill>
                <a:srgbClr val="00B0F0"/>
              </a:solidFill>
            </a:endParaRPr>
          </a:p>
        </p:txBody>
      </p:sp>
      <p:sp>
        <p:nvSpPr>
          <p:cNvPr id="657414" name="Freeform 6"/>
          <p:cNvSpPr>
            <a:spLocks/>
          </p:cNvSpPr>
          <p:nvPr/>
        </p:nvSpPr>
        <p:spPr bwMode="auto">
          <a:xfrm>
            <a:off x="2554289" y="1719671"/>
            <a:ext cx="7115175" cy="276999"/>
          </a:xfrm>
          <a:custGeom>
            <a:avLst/>
            <a:gdLst>
              <a:gd name="T0" fmla="*/ 0 w 3985"/>
              <a:gd name="T1" fmla="*/ 96 h 97"/>
              <a:gd name="T2" fmla="*/ 96 w 3985"/>
              <a:gd name="T3" fmla="*/ 0 h 97"/>
              <a:gd name="T4" fmla="*/ 3984 w 3985"/>
              <a:gd name="T5" fmla="*/ 0 h 97"/>
              <a:gd name="T6" fmla="*/ 3888 w 3985"/>
              <a:gd name="T7" fmla="*/ 96 h 97"/>
              <a:gd name="T8" fmla="*/ 0 w 3985"/>
              <a:gd name="T9" fmla="*/ 96 h 97"/>
            </a:gdLst>
            <a:ahLst/>
            <a:cxnLst>
              <a:cxn ang="0">
                <a:pos x="T0" y="T1"/>
              </a:cxn>
              <a:cxn ang="0">
                <a:pos x="T2" y="T3"/>
              </a:cxn>
              <a:cxn ang="0">
                <a:pos x="T4" y="T5"/>
              </a:cxn>
              <a:cxn ang="0">
                <a:pos x="T6" y="T7"/>
              </a:cxn>
              <a:cxn ang="0">
                <a:pos x="T8" y="T9"/>
              </a:cxn>
            </a:cxnLst>
            <a:rect l="0" t="0" r="r" b="b"/>
            <a:pathLst>
              <a:path w="3985" h="97">
                <a:moveTo>
                  <a:pt x="0" y="96"/>
                </a:moveTo>
                <a:lnTo>
                  <a:pt x="96" y="0"/>
                </a:lnTo>
                <a:lnTo>
                  <a:pt x="3984" y="0"/>
                </a:lnTo>
                <a:lnTo>
                  <a:pt x="3888" y="96"/>
                </a:lnTo>
                <a:lnTo>
                  <a:pt x="0" y="96"/>
                </a:lnTo>
              </a:path>
            </a:pathLst>
          </a:custGeom>
          <a:solidFill>
            <a:schemeClr val="accent2"/>
          </a:solidFill>
          <a:ln w="12700" cap="rnd" cmpd="sng">
            <a:solidFill>
              <a:schemeClr val="tx1"/>
            </a:solidFill>
            <a:prstDash val="solid"/>
            <a:round/>
            <a:headEnd/>
            <a:tailEnd/>
          </a:ln>
          <a:effectLst/>
        </p:spPr>
        <p:txBody>
          <a:bodyPr lIns="1968371" tIns="0" rIns="1968371" bIns="0" anchor="ctr" anchorCtr="1">
            <a:spAutoFit/>
          </a:bodyPr>
          <a:lstStyle/>
          <a:p>
            <a:endParaRPr lang="en-US"/>
          </a:p>
        </p:txBody>
      </p:sp>
      <p:sp>
        <p:nvSpPr>
          <p:cNvPr id="657415" name="Rectangle 7"/>
          <p:cNvSpPr>
            <a:spLocks noChangeArrowheads="1"/>
          </p:cNvSpPr>
          <p:nvPr/>
        </p:nvSpPr>
        <p:spPr bwMode="auto">
          <a:xfrm>
            <a:off x="2817813" y="2130615"/>
            <a:ext cx="1066800"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bg2"/>
                </a:solidFill>
                <a:latin typeface="Helvetica" panose="020B0604020202020204" pitchFamily="34" charset="0"/>
                <a:ea typeface="新細明體" charset="-120"/>
              </a:rPr>
              <a:t>Address</a:t>
            </a:r>
          </a:p>
        </p:txBody>
      </p:sp>
      <p:sp>
        <p:nvSpPr>
          <p:cNvPr id="657416" name="Rectangle 8"/>
          <p:cNvSpPr>
            <a:spLocks noChangeArrowheads="1"/>
          </p:cNvSpPr>
          <p:nvPr/>
        </p:nvSpPr>
        <p:spPr bwMode="auto">
          <a:xfrm>
            <a:off x="4597400" y="2143315"/>
            <a:ext cx="1676400"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5000"/>
              </a:lnSpc>
              <a:spcBef>
                <a:spcPct val="50000"/>
              </a:spcBef>
            </a:pPr>
            <a:r>
              <a:rPr lang="en-US" altLang="zh-TW" sz="1800">
                <a:solidFill>
                  <a:schemeClr val="bg2"/>
                </a:solidFill>
                <a:latin typeface="Helvetica" panose="020B0604020202020204" pitchFamily="34" charset="0"/>
                <a:ea typeface="新細明體" charset="-120"/>
              </a:rPr>
              <a:t>Class</a:t>
            </a:r>
          </a:p>
        </p:txBody>
      </p:sp>
      <p:sp>
        <p:nvSpPr>
          <p:cNvPr id="657417" name="Rectangle 9"/>
          <p:cNvSpPr>
            <a:spLocks noChangeArrowheads="1"/>
          </p:cNvSpPr>
          <p:nvPr/>
        </p:nvSpPr>
        <p:spPr bwMode="auto">
          <a:xfrm>
            <a:off x="6477000" y="2143315"/>
            <a:ext cx="1143000"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5000"/>
              </a:lnSpc>
              <a:spcBef>
                <a:spcPct val="50000"/>
              </a:spcBef>
            </a:pPr>
            <a:r>
              <a:rPr lang="en-US" altLang="zh-TW" sz="1800">
                <a:solidFill>
                  <a:schemeClr val="bg2"/>
                </a:solidFill>
                <a:latin typeface="Helvetica" panose="020B0604020202020204" pitchFamily="34" charset="0"/>
                <a:ea typeface="新細明體" charset="-120"/>
              </a:rPr>
              <a:t>Network</a:t>
            </a:r>
          </a:p>
        </p:txBody>
      </p:sp>
      <p:sp>
        <p:nvSpPr>
          <p:cNvPr id="657418" name="Rectangle 10"/>
          <p:cNvSpPr>
            <a:spLocks noChangeArrowheads="1"/>
          </p:cNvSpPr>
          <p:nvPr/>
        </p:nvSpPr>
        <p:spPr bwMode="auto">
          <a:xfrm>
            <a:off x="8199438" y="2143315"/>
            <a:ext cx="1295400"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bg2"/>
                </a:solidFill>
                <a:latin typeface="Helvetica" panose="020B0604020202020204" pitchFamily="34" charset="0"/>
                <a:ea typeface="新細明體" charset="-120"/>
              </a:rPr>
              <a:t>Host</a:t>
            </a:r>
          </a:p>
        </p:txBody>
      </p:sp>
      <p:sp>
        <p:nvSpPr>
          <p:cNvPr id="657419" name="Rectangle 11"/>
          <p:cNvSpPr>
            <a:spLocks noChangeArrowheads="1"/>
          </p:cNvSpPr>
          <p:nvPr/>
        </p:nvSpPr>
        <p:spPr bwMode="auto">
          <a:xfrm>
            <a:off x="2817813" y="2786252"/>
            <a:ext cx="1905000"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10.2.1.1</a:t>
            </a:r>
          </a:p>
        </p:txBody>
      </p:sp>
      <p:sp>
        <p:nvSpPr>
          <p:cNvPr id="657420" name="Rectangle 12"/>
          <p:cNvSpPr>
            <a:spLocks noChangeArrowheads="1"/>
          </p:cNvSpPr>
          <p:nvPr/>
        </p:nvSpPr>
        <p:spPr bwMode="auto">
          <a:xfrm>
            <a:off x="2817813" y="3319652"/>
            <a:ext cx="1600200"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128.63.2.100</a:t>
            </a:r>
          </a:p>
        </p:txBody>
      </p:sp>
      <p:sp>
        <p:nvSpPr>
          <p:cNvPr id="657421" name="Rectangle 13"/>
          <p:cNvSpPr>
            <a:spLocks noChangeArrowheads="1"/>
          </p:cNvSpPr>
          <p:nvPr/>
        </p:nvSpPr>
        <p:spPr bwMode="auto">
          <a:xfrm>
            <a:off x="2817814" y="3853052"/>
            <a:ext cx="2135187"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201.222.5.64</a:t>
            </a:r>
          </a:p>
        </p:txBody>
      </p:sp>
      <p:sp>
        <p:nvSpPr>
          <p:cNvPr id="657422" name="Rectangle 14"/>
          <p:cNvSpPr>
            <a:spLocks noChangeArrowheads="1"/>
          </p:cNvSpPr>
          <p:nvPr/>
        </p:nvSpPr>
        <p:spPr bwMode="auto">
          <a:xfrm>
            <a:off x="2817814" y="4462652"/>
            <a:ext cx="1677987"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192.6.141.2</a:t>
            </a:r>
          </a:p>
        </p:txBody>
      </p:sp>
      <p:sp>
        <p:nvSpPr>
          <p:cNvPr id="657423" name="Rectangle 15"/>
          <p:cNvSpPr>
            <a:spLocks noChangeArrowheads="1"/>
          </p:cNvSpPr>
          <p:nvPr/>
        </p:nvSpPr>
        <p:spPr bwMode="auto">
          <a:xfrm>
            <a:off x="2817814" y="4919852"/>
            <a:ext cx="1754187"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130.113.64.16</a:t>
            </a:r>
          </a:p>
        </p:txBody>
      </p:sp>
      <p:sp>
        <p:nvSpPr>
          <p:cNvPr id="657424" name="Rectangle 16"/>
          <p:cNvSpPr>
            <a:spLocks noChangeArrowheads="1"/>
          </p:cNvSpPr>
          <p:nvPr/>
        </p:nvSpPr>
        <p:spPr bwMode="auto">
          <a:xfrm>
            <a:off x="2817814" y="5605652"/>
            <a:ext cx="1831975"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256.241.201.10</a:t>
            </a:r>
          </a:p>
        </p:txBody>
      </p:sp>
      <p:sp>
        <p:nvSpPr>
          <p:cNvPr id="657425" name="Rectangle 17"/>
          <p:cNvSpPr>
            <a:spLocks noChangeArrowheads="1"/>
          </p:cNvSpPr>
          <p:nvPr/>
        </p:nvSpPr>
        <p:spPr bwMode="auto">
          <a:xfrm>
            <a:off x="5029200" y="2786252"/>
            <a:ext cx="685800"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5000"/>
              </a:lnSpc>
              <a:spcBef>
                <a:spcPct val="50000"/>
              </a:spcBef>
            </a:pPr>
            <a:r>
              <a:rPr lang="en-US" altLang="zh-TW" sz="1800">
                <a:solidFill>
                  <a:schemeClr val="tx2"/>
                </a:solidFill>
                <a:latin typeface="Helvetica" panose="020B0604020202020204" pitchFamily="34" charset="0"/>
                <a:ea typeface="新細明體" charset="-120"/>
              </a:rPr>
              <a:t>A</a:t>
            </a:r>
          </a:p>
        </p:txBody>
      </p:sp>
      <p:sp>
        <p:nvSpPr>
          <p:cNvPr id="657426" name="Rectangle 18"/>
          <p:cNvSpPr>
            <a:spLocks noChangeArrowheads="1"/>
          </p:cNvSpPr>
          <p:nvPr/>
        </p:nvSpPr>
        <p:spPr bwMode="auto">
          <a:xfrm>
            <a:off x="4876800" y="3319652"/>
            <a:ext cx="990600"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5000"/>
              </a:lnSpc>
              <a:spcBef>
                <a:spcPct val="50000"/>
              </a:spcBef>
            </a:pPr>
            <a:r>
              <a:rPr lang="en-US" altLang="zh-TW" sz="1800">
                <a:solidFill>
                  <a:schemeClr val="tx2"/>
                </a:solidFill>
                <a:latin typeface="Helvetica" panose="020B0604020202020204" pitchFamily="34" charset="0"/>
                <a:ea typeface="新細明體" charset="-120"/>
              </a:rPr>
              <a:t>B</a:t>
            </a:r>
          </a:p>
        </p:txBody>
      </p:sp>
      <p:sp>
        <p:nvSpPr>
          <p:cNvPr id="657427" name="Rectangle 19"/>
          <p:cNvSpPr>
            <a:spLocks noChangeArrowheads="1"/>
          </p:cNvSpPr>
          <p:nvPr/>
        </p:nvSpPr>
        <p:spPr bwMode="auto">
          <a:xfrm>
            <a:off x="4953000" y="3853052"/>
            <a:ext cx="838200"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5000"/>
              </a:lnSpc>
              <a:spcBef>
                <a:spcPct val="50000"/>
              </a:spcBef>
            </a:pPr>
            <a:r>
              <a:rPr lang="en-US" altLang="zh-TW" sz="1800">
                <a:solidFill>
                  <a:schemeClr val="tx2"/>
                </a:solidFill>
                <a:latin typeface="Helvetica" panose="020B0604020202020204" pitchFamily="34" charset="0"/>
                <a:ea typeface="新細明體" charset="-120"/>
              </a:rPr>
              <a:t>C</a:t>
            </a:r>
          </a:p>
        </p:txBody>
      </p:sp>
      <p:sp>
        <p:nvSpPr>
          <p:cNvPr id="657428" name="Rectangle 20"/>
          <p:cNvSpPr>
            <a:spLocks noChangeArrowheads="1"/>
          </p:cNvSpPr>
          <p:nvPr/>
        </p:nvSpPr>
        <p:spPr bwMode="auto">
          <a:xfrm>
            <a:off x="4953000" y="4462652"/>
            <a:ext cx="838200"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5000"/>
              </a:lnSpc>
              <a:spcBef>
                <a:spcPct val="50000"/>
              </a:spcBef>
            </a:pPr>
            <a:r>
              <a:rPr lang="en-US" altLang="zh-TW" sz="1800">
                <a:solidFill>
                  <a:schemeClr val="tx2"/>
                </a:solidFill>
                <a:latin typeface="Helvetica" panose="020B0604020202020204" pitchFamily="34" charset="0"/>
                <a:ea typeface="新細明體" charset="-120"/>
              </a:rPr>
              <a:t>C</a:t>
            </a:r>
          </a:p>
        </p:txBody>
      </p:sp>
      <p:sp>
        <p:nvSpPr>
          <p:cNvPr id="657429" name="Rectangle 21"/>
          <p:cNvSpPr>
            <a:spLocks noChangeArrowheads="1"/>
          </p:cNvSpPr>
          <p:nvPr/>
        </p:nvSpPr>
        <p:spPr bwMode="auto">
          <a:xfrm>
            <a:off x="4953000" y="4919852"/>
            <a:ext cx="838200"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5000"/>
              </a:lnSpc>
              <a:spcBef>
                <a:spcPct val="50000"/>
              </a:spcBef>
            </a:pPr>
            <a:r>
              <a:rPr lang="en-US" altLang="zh-TW" sz="1800">
                <a:solidFill>
                  <a:schemeClr val="tx2"/>
                </a:solidFill>
                <a:latin typeface="Helvetica" panose="020B0604020202020204" pitchFamily="34" charset="0"/>
                <a:ea typeface="新細明體" charset="-120"/>
              </a:rPr>
              <a:t>B</a:t>
            </a:r>
          </a:p>
        </p:txBody>
      </p:sp>
      <p:sp>
        <p:nvSpPr>
          <p:cNvPr id="657430" name="Rectangle 22"/>
          <p:cNvSpPr>
            <a:spLocks noChangeArrowheads="1"/>
          </p:cNvSpPr>
          <p:nvPr/>
        </p:nvSpPr>
        <p:spPr bwMode="auto">
          <a:xfrm>
            <a:off x="4495800" y="5605652"/>
            <a:ext cx="1676400"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5000"/>
              </a:lnSpc>
              <a:spcBef>
                <a:spcPct val="50000"/>
              </a:spcBef>
            </a:pPr>
            <a:r>
              <a:rPr lang="en-US" altLang="zh-TW" sz="1800">
                <a:solidFill>
                  <a:schemeClr val="tx2"/>
                </a:solidFill>
                <a:latin typeface="Helvetica" panose="020B0604020202020204" pitchFamily="34" charset="0"/>
                <a:ea typeface="新細明體" charset="-120"/>
              </a:rPr>
              <a:t>Nonexistent</a:t>
            </a:r>
          </a:p>
        </p:txBody>
      </p:sp>
      <p:sp>
        <p:nvSpPr>
          <p:cNvPr id="657431" name="Rectangle 23"/>
          <p:cNvSpPr>
            <a:spLocks noChangeArrowheads="1"/>
          </p:cNvSpPr>
          <p:nvPr/>
        </p:nvSpPr>
        <p:spPr bwMode="auto">
          <a:xfrm>
            <a:off x="6477000" y="2786252"/>
            <a:ext cx="1524000"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10.0.0.0</a:t>
            </a:r>
          </a:p>
        </p:txBody>
      </p:sp>
      <p:sp>
        <p:nvSpPr>
          <p:cNvPr id="657432" name="Rectangle 24"/>
          <p:cNvSpPr>
            <a:spLocks noChangeArrowheads="1"/>
          </p:cNvSpPr>
          <p:nvPr/>
        </p:nvSpPr>
        <p:spPr bwMode="auto">
          <a:xfrm>
            <a:off x="6477000" y="3319652"/>
            <a:ext cx="1295400"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128.63.0.0</a:t>
            </a:r>
          </a:p>
        </p:txBody>
      </p:sp>
      <p:sp>
        <p:nvSpPr>
          <p:cNvPr id="657433" name="Rectangle 25"/>
          <p:cNvSpPr>
            <a:spLocks noChangeArrowheads="1"/>
          </p:cNvSpPr>
          <p:nvPr/>
        </p:nvSpPr>
        <p:spPr bwMode="auto">
          <a:xfrm>
            <a:off x="6477000" y="3853052"/>
            <a:ext cx="1473200"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201.222.5.0</a:t>
            </a:r>
          </a:p>
        </p:txBody>
      </p:sp>
      <p:sp>
        <p:nvSpPr>
          <p:cNvPr id="657434" name="Rectangle 26"/>
          <p:cNvSpPr>
            <a:spLocks noChangeArrowheads="1"/>
          </p:cNvSpPr>
          <p:nvPr/>
        </p:nvSpPr>
        <p:spPr bwMode="auto">
          <a:xfrm>
            <a:off x="6477000" y="4462652"/>
            <a:ext cx="1625600"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192.6.141.0</a:t>
            </a:r>
          </a:p>
        </p:txBody>
      </p:sp>
      <p:sp>
        <p:nvSpPr>
          <p:cNvPr id="657435" name="Rectangle 27"/>
          <p:cNvSpPr>
            <a:spLocks noChangeArrowheads="1"/>
          </p:cNvSpPr>
          <p:nvPr/>
        </p:nvSpPr>
        <p:spPr bwMode="auto">
          <a:xfrm>
            <a:off x="6477000" y="4919852"/>
            <a:ext cx="1752600"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130.113.0.0</a:t>
            </a:r>
          </a:p>
        </p:txBody>
      </p:sp>
      <p:sp>
        <p:nvSpPr>
          <p:cNvPr id="657436" name="Rectangle 28"/>
          <p:cNvSpPr>
            <a:spLocks noChangeArrowheads="1"/>
          </p:cNvSpPr>
          <p:nvPr/>
        </p:nvSpPr>
        <p:spPr bwMode="auto">
          <a:xfrm>
            <a:off x="8199438" y="2786252"/>
            <a:ext cx="1066800"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0.2.1.1</a:t>
            </a:r>
          </a:p>
        </p:txBody>
      </p:sp>
      <p:sp>
        <p:nvSpPr>
          <p:cNvPr id="657437" name="Rectangle 29"/>
          <p:cNvSpPr>
            <a:spLocks noChangeArrowheads="1"/>
          </p:cNvSpPr>
          <p:nvPr/>
        </p:nvSpPr>
        <p:spPr bwMode="auto">
          <a:xfrm>
            <a:off x="8199438" y="3319652"/>
            <a:ext cx="1706562"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0.0.2.100</a:t>
            </a:r>
          </a:p>
        </p:txBody>
      </p:sp>
      <p:sp>
        <p:nvSpPr>
          <p:cNvPr id="657438" name="Rectangle 30"/>
          <p:cNvSpPr>
            <a:spLocks noChangeArrowheads="1"/>
          </p:cNvSpPr>
          <p:nvPr/>
        </p:nvSpPr>
        <p:spPr bwMode="auto">
          <a:xfrm>
            <a:off x="8199438" y="3853052"/>
            <a:ext cx="1143000"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0.0.0.64</a:t>
            </a:r>
          </a:p>
        </p:txBody>
      </p:sp>
      <p:sp>
        <p:nvSpPr>
          <p:cNvPr id="657439" name="Rectangle 31"/>
          <p:cNvSpPr>
            <a:spLocks noChangeArrowheads="1"/>
          </p:cNvSpPr>
          <p:nvPr/>
        </p:nvSpPr>
        <p:spPr bwMode="auto">
          <a:xfrm>
            <a:off x="8199438" y="4462652"/>
            <a:ext cx="1249362"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0.0.0.2</a:t>
            </a:r>
          </a:p>
        </p:txBody>
      </p:sp>
      <p:sp>
        <p:nvSpPr>
          <p:cNvPr id="657440" name="Rectangle 32"/>
          <p:cNvSpPr>
            <a:spLocks noChangeArrowheads="1"/>
          </p:cNvSpPr>
          <p:nvPr/>
        </p:nvSpPr>
        <p:spPr bwMode="auto">
          <a:xfrm>
            <a:off x="8199438" y="4919852"/>
            <a:ext cx="1706562"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0.0.64.16</a:t>
            </a:r>
          </a:p>
        </p:txBody>
      </p:sp>
      <p:sp>
        <p:nvSpPr>
          <p:cNvPr id="34" name="Freeform 5"/>
          <p:cNvSpPr>
            <a:spLocks/>
          </p:cNvSpPr>
          <p:nvPr/>
        </p:nvSpPr>
        <p:spPr bwMode="auto">
          <a:xfrm>
            <a:off x="9557983" y="1771650"/>
            <a:ext cx="173038" cy="4373563"/>
          </a:xfrm>
          <a:custGeom>
            <a:avLst/>
            <a:gdLst>
              <a:gd name="T0" fmla="*/ 96 w 97"/>
              <a:gd name="T1" fmla="*/ 0 h 2449"/>
              <a:gd name="T2" fmla="*/ 96 w 97"/>
              <a:gd name="T3" fmla="*/ 0 h 2449"/>
              <a:gd name="T4" fmla="*/ 0 w 97"/>
              <a:gd name="T5" fmla="*/ 96 h 2449"/>
              <a:gd name="T6" fmla="*/ 0 w 97"/>
              <a:gd name="T7" fmla="*/ 2448 h 2449"/>
              <a:gd name="T8" fmla="*/ 96 w 97"/>
              <a:gd name="T9" fmla="*/ 2352 h 2449"/>
              <a:gd name="T10" fmla="*/ 96 w 97"/>
              <a:gd name="T11" fmla="*/ 0 h 2449"/>
            </a:gdLst>
            <a:ahLst/>
            <a:cxnLst>
              <a:cxn ang="0">
                <a:pos x="T0" y="T1"/>
              </a:cxn>
              <a:cxn ang="0">
                <a:pos x="T2" y="T3"/>
              </a:cxn>
              <a:cxn ang="0">
                <a:pos x="T4" y="T5"/>
              </a:cxn>
              <a:cxn ang="0">
                <a:pos x="T6" y="T7"/>
              </a:cxn>
              <a:cxn ang="0">
                <a:pos x="T8" y="T9"/>
              </a:cxn>
              <a:cxn ang="0">
                <a:pos x="T10" y="T11"/>
              </a:cxn>
            </a:cxnLst>
            <a:rect l="0" t="0" r="r" b="b"/>
            <a:pathLst>
              <a:path w="97" h="2449">
                <a:moveTo>
                  <a:pt x="96" y="0"/>
                </a:moveTo>
                <a:lnTo>
                  <a:pt x="96" y="0"/>
                </a:lnTo>
                <a:lnTo>
                  <a:pt x="0" y="96"/>
                </a:lnTo>
                <a:lnTo>
                  <a:pt x="0" y="2448"/>
                </a:lnTo>
                <a:lnTo>
                  <a:pt x="96" y="2352"/>
                </a:lnTo>
                <a:lnTo>
                  <a:pt x="96" y="0"/>
                </a:lnTo>
              </a:path>
            </a:pathLst>
          </a:custGeom>
          <a:solidFill>
            <a:schemeClr val="accent2"/>
          </a:solidFill>
          <a:ln w="12700" cap="rnd" cmpd="sng">
            <a:solidFill>
              <a:schemeClr val="tx1"/>
            </a:solidFill>
            <a:prstDash val="solid"/>
            <a:round/>
            <a:headEnd/>
            <a:tailEnd/>
          </a:ln>
          <a:effectLst/>
        </p:spPr>
        <p:txBody>
          <a:bodyPr lIns="1968371" tIns="0" rIns="1968371" bIns="0" anchor="ctr" anchorCtr="1">
            <a:spAutoFit/>
          </a:bodyPr>
          <a:lstStyle/>
          <a:p>
            <a:endParaRPr lang="en-US"/>
          </a:p>
        </p:txBody>
      </p:sp>
    </p:spTree>
    <p:extLst>
      <p:ext uri="{BB962C8B-B14F-4D97-AF65-F5344CB8AC3E}">
        <p14:creationId xmlns:p14="http://schemas.microsoft.com/office/powerpoint/2010/main" val="1969149325"/>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52" name="Picture 5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1600200"/>
            <a:ext cx="7239000" cy="438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5604" name="Line 4"/>
          <p:cNvSpPr>
            <a:spLocks noChangeShapeType="1"/>
          </p:cNvSpPr>
          <p:nvPr/>
        </p:nvSpPr>
        <p:spPr bwMode="auto">
          <a:xfrm flipV="1">
            <a:off x="3419475" y="4241801"/>
            <a:ext cx="0" cy="371475"/>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65605" name="Line 5"/>
          <p:cNvSpPr>
            <a:spLocks noChangeShapeType="1"/>
          </p:cNvSpPr>
          <p:nvPr/>
        </p:nvSpPr>
        <p:spPr bwMode="auto">
          <a:xfrm flipV="1">
            <a:off x="4419600" y="4241801"/>
            <a:ext cx="0" cy="371475"/>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65606" name="Line 6"/>
          <p:cNvSpPr>
            <a:spLocks noChangeShapeType="1"/>
          </p:cNvSpPr>
          <p:nvPr/>
        </p:nvSpPr>
        <p:spPr bwMode="auto">
          <a:xfrm flipV="1">
            <a:off x="5362575" y="4256089"/>
            <a:ext cx="0" cy="371475"/>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65608" name="Line 8"/>
          <p:cNvSpPr>
            <a:spLocks noChangeShapeType="1"/>
          </p:cNvSpPr>
          <p:nvPr/>
        </p:nvSpPr>
        <p:spPr bwMode="auto">
          <a:xfrm flipV="1">
            <a:off x="7319963" y="4241801"/>
            <a:ext cx="0" cy="371475"/>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65609" name="Line 9"/>
          <p:cNvSpPr>
            <a:spLocks noChangeShapeType="1"/>
          </p:cNvSpPr>
          <p:nvPr/>
        </p:nvSpPr>
        <p:spPr bwMode="auto">
          <a:xfrm flipV="1">
            <a:off x="8291513" y="4256089"/>
            <a:ext cx="0" cy="371475"/>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pic>
        <p:nvPicPr>
          <p:cNvPr id="665610" name="Picture 1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73401" y="3684589"/>
            <a:ext cx="646113"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65611" name="Picture 1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02101" y="3684589"/>
            <a:ext cx="646113"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65612" name="Picture 1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45076" y="3684589"/>
            <a:ext cx="646113"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65614" name="Picture 1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16751" y="3684589"/>
            <a:ext cx="646113"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65615" name="Picture 1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59726" y="3684589"/>
            <a:ext cx="646113"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5616" name="Rectangle 16"/>
          <p:cNvSpPr>
            <a:spLocks noGrp="1" noChangeArrowheads="1"/>
          </p:cNvSpPr>
          <p:nvPr>
            <p:ph type="body" sz="half" idx="2"/>
          </p:nvPr>
        </p:nvSpPr>
        <p:spPr>
          <a:xfrm>
            <a:off x="1982789" y="5943601"/>
            <a:ext cx="8226425" cy="639763"/>
          </a:xfrm>
          <a:noFill/>
          <a:ln/>
        </p:spPr>
        <p:txBody>
          <a:bodyPr vert="horz" lIns="82153" tIns="41076" rIns="82153" bIns="41076" rtlCol="0" anchor="ctr" anchorCtr="1">
            <a:normAutofit/>
          </a:bodyPr>
          <a:lstStyle/>
          <a:p>
            <a:r>
              <a:rPr lang="en-US" altLang="zh-TW" sz="3100">
                <a:ea typeface="新細明體" charset="-120"/>
              </a:rPr>
              <a:t>Network 172.16.0.0</a:t>
            </a:r>
          </a:p>
        </p:txBody>
      </p:sp>
      <p:sp>
        <p:nvSpPr>
          <p:cNvPr id="665617" name="Rectangle 17"/>
          <p:cNvSpPr>
            <a:spLocks noChangeArrowheads="1"/>
          </p:cNvSpPr>
          <p:nvPr/>
        </p:nvSpPr>
        <p:spPr bwMode="auto">
          <a:xfrm>
            <a:off x="5510213" y="4713289"/>
            <a:ext cx="1528762"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1800"/>
              </a:lnSpc>
            </a:pPr>
            <a:r>
              <a:rPr lang="en-US" altLang="zh-TW" sz="1600">
                <a:solidFill>
                  <a:srgbClr val="000000"/>
                </a:solidFill>
                <a:latin typeface="Helvetica" panose="020B0604020202020204" pitchFamily="34" charset="0"/>
                <a:ea typeface="新細明體" charset="-120"/>
              </a:rPr>
              <a:t>172.16.0.0</a:t>
            </a:r>
          </a:p>
        </p:txBody>
      </p:sp>
      <p:sp>
        <p:nvSpPr>
          <p:cNvPr id="665618" name="Rectangle 18"/>
          <p:cNvSpPr>
            <a:spLocks noGrp="1" noChangeArrowheads="1"/>
          </p:cNvSpPr>
          <p:nvPr>
            <p:ph type="title"/>
          </p:nvPr>
        </p:nvSpPr>
        <p:spPr>
          <a:xfrm>
            <a:off x="144217" y="215415"/>
            <a:ext cx="10164233" cy="1143000"/>
          </a:xfrm>
          <a:noFill/>
          <a:ln/>
        </p:spPr>
        <p:txBody>
          <a:bodyPr vert="horz" lIns="82153" tIns="41076" rIns="82153" bIns="41076" rtlCol="0" anchor="ctr" anchorCtr="0">
            <a:normAutofit/>
          </a:bodyPr>
          <a:lstStyle/>
          <a:p>
            <a:r>
              <a:rPr lang="en-US" altLang="zh-TW" dirty="0">
                <a:solidFill>
                  <a:srgbClr val="00B0F0"/>
                </a:solidFill>
                <a:ea typeface="新細明體" charset="-120"/>
              </a:rPr>
              <a:t>Addressing without Subnets</a:t>
            </a:r>
          </a:p>
        </p:txBody>
      </p:sp>
      <p:sp>
        <p:nvSpPr>
          <p:cNvPr id="665646" name="Rectangle 46"/>
          <p:cNvSpPr>
            <a:spLocks noChangeArrowheads="1"/>
          </p:cNvSpPr>
          <p:nvPr/>
        </p:nvSpPr>
        <p:spPr bwMode="auto">
          <a:xfrm>
            <a:off x="2895601" y="3352801"/>
            <a:ext cx="1528763"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1800"/>
              </a:lnSpc>
            </a:pPr>
            <a:r>
              <a:rPr lang="en-US" altLang="zh-TW" sz="1600">
                <a:solidFill>
                  <a:srgbClr val="000000"/>
                </a:solidFill>
                <a:latin typeface="Helvetica" panose="020B0604020202020204" pitchFamily="34" charset="0"/>
                <a:ea typeface="新細明體" charset="-120"/>
              </a:rPr>
              <a:t>172.16.0.1</a:t>
            </a:r>
          </a:p>
        </p:txBody>
      </p:sp>
      <p:sp>
        <p:nvSpPr>
          <p:cNvPr id="665647" name="Rectangle 47"/>
          <p:cNvSpPr>
            <a:spLocks noChangeArrowheads="1"/>
          </p:cNvSpPr>
          <p:nvPr/>
        </p:nvSpPr>
        <p:spPr bwMode="auto">
          <a:xfrm>
            <a:off x="3962401" y="3352801"/>
            <a:ext cx="1528763"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1800"/>
              </a:lnSpc>
            </a:pPr>
            <a:r>
              <a:rPr lang="en-US" altLang="zh-TW" sz="1600">
                <a:solidFill>
                  <a:srgbClr val="000000"/>
                </a:solidFill>
                <a:latin typeface="Helvetica" panose="020B0604020202020204" pitchFamily="34" charset="0"/>
                <a:ea typeface="新細明體" charset="-120"/>
              </a:rPr>
              <a:t>172.16.0.2</a:t>
            </a:r>
          </a:p>
        </p:txBody>
      </p:sp>
      <p:sp>
        <p:nvSpPr>
          <p:cNvPr id="665648" name="Rectangle 48"/>
          <p:cNvSpPr>
            <a:spLocks noChangeArrowheads="1"/>
          </p:cNvSpPr>
          <p:nvPr/>
        </p:nvSpPr>
        <p:spPr bwMode="auto">
          <a:xfrm>
            <a:off x="5029201" y="3362326"/>
            <a:ext cx="1528763"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1800"/>
              </a:lnSpc>
            </a:pPr>
            <a:r>
              <a:rPr lang="en-US" altLang="zh-TW" sz="1600">
                <a:solidFill>
                  <a:srgbClr val="000000"/>
                </a:solidFill>
                <a:latin typeface="Helvetica" panose="020B0604020202020204" pitchFamily="34" charset="0"/>
                <a:ea typeface="新細明體" charset="-120"/>
              </a:rPr>
              <a:t>172.16.0.3</a:t>
            </a:r>
          </a:p>
        </p:txBody>
      </p:sp>
      <p:sp>
        <p:nvSpPr>
          <p:cNvPr id="665649" name="Rectangle 49"/>
          <p:cNvSpPr>
            <a:spLocks noChangeArrowheads="1"/>
          </p:cNvSpPr>
          <p:nvPr/>
        </p:nvSpPr>
        <p:spPr bwMode="auto">
          <a:xfrm>
            <a:off x="6100763" y="3886201"/>
            <a:ext cx="1528762"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1800"/>
              </a:lnSpc>
            </a:pPr>
            <a:r>
              <a:rPr lang="en-US" altLang="zh-TW" sz="1600">
                <a:solidFill>
                  <a:srgbClr val="000000"/>
                </a:solidFill>
                <a:latin typeface="Helvetica" panose="020B0604020202020204" pitchFamily="34" charset="0"/>
                <a:ea typeface="新細明體" charset="-120"/>
              </a:rPr>
              <a:t>…...</a:t>
            </a:r>
          </a:p>
        </p:txBody>
      </p:sp>
      <p:sp>
        <p:nvSpPr>
          <p:cNvPr id="665650" name="Rectangle 50"/>
          <p:cNvSpPr>
            <a:spLocks noChangeArrowheads="1"/>
          </p:cNvSpPr>
          <p:nvPr/>
        </p:nvSpPr>
        <p:spPr bwMode="auto">
          <a:xfrm>
            <a:off x="6329363" y="3352801"/>
            <a:ext cx="1528762"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1800"/>
              </a:lnSpc>
            </a:pPr>
            <a:r>
              <a:rPr lang="en-US" altLang="zh-TW" sz="1600">
                <a:solidFill>
                  <a:srgbClr val="000000"/>
                </a:solidFill>
                <a:latin typeface="Helvetica" panose="020B0604020202020204" pitchFamily="34" charset="0"/>
                <a:ea typeface="新細明體" charset="-120"/>
              </a:rPr>
              <a:t>172.16.255.253</a:t>
            </a:r>
          </a:p>
        </p:txBody>
      </p:sp>
      <p:sp>
        <p:nvSpPr>
          <p:cNvPr id="665651" name="Rectangle 51"/>
          <p:cNvSpPr>
            <a:spLocks noChangeArrowheads="1"/>
          </p:cNvSpPr>
          <p:nvPr/>
        </p:nvSpPr>
        <p:spPr bwMode="auto">
          <a:xfrm>
            <a:off x="7848601" y="3352801"/>
            <a:ext cx="1528763"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1800"/>
              </a:lnSpc>
            </a:pPr>
            <a:r>
              <a:rPr lang="en-US" altLang="zh-TW" sz="1600">
                <a:solidFill>
                  <a:srgbClr val="000000"/>
                </a:solidFill>
                <a:latin typeface="Helvetica" panose="020B0604020202020204" pitchFamily="34" charset="0"/>
                <a:ea typeface="新細明體" charset="-120"/>
              </a:rPr>
              <a:t>172.16.255.254</a:t>
            </a:r>
          </a:p>
        </p:txBody>
      </p:sp>
      <p:sp>
        <p:nvSpPr>
          <p:cNvPr id="665603" name="Line 3"/>
          <p:cNvSpPr>
            <a:spLocks noChangeShapeType="1"/>
          </p:cNvSpPr>
          <p:nvPr/>
        </p:nvSpPr>
        <p:spPr bwMode="auto">
          <a:xfrm>
            <a:off x="3176588" y="4641850"/>
            <a:ext cx="5414962" cy="0"/>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1437401710"/>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7708" name="Picture 60"/>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1708150"/>
            <a:ext cx="7239000" cy="438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7650" name="Rectangle 2"/>
          <p:cNvSpPr>
            <a:spLocks noGrp="1" noChangeArrowheads="1"/>
          </p:cNvSpPr>
          <p:nvPr>
            <p:ph type="body" sz="half" idx="2"/>
          </p:nvPr>
        </p:nvSpPr>
        <p:spPr>
          <a:xfrm>
            <a:off x="1982789" y="6019800"/>
            <a:ext cx="8226425" cy="554038"/>
          </a:xfrm>
          <a:noFill/>
          <a:ln/>
        </p:spPr>
        <p:txBody>
          <a:bodyPr vert="horz" lIns="82153" tIns="41076" rIns="82153" bIns="41076" rtlCol="0" anchor="ctr" anchorCtr="1">
            <a:normAutofit/>
          </a:bodyPr>
          <a:lstStyle/>
          <a:p>
            <a:r>
              <a:rPr lang="en-US" altLang="zh-TW" sz="3100">
                <a:ea typeface="新細明體" charset="-120"/>
              </a:rPr>
              <a:t>Network 172.16.0.0</a:t>
            </a:r>
          </a:p>
        </p:txBody>
      </p:sp>
      <p:sp>
        <p:nvSpPr>
          <p:cNvPr id="667651" name="Rectangle 3"/>
          <p:cNvSpPr>
            <a:spLocks noGrp="1" noChangeArrowheads="1"/>
          </p:cNvSpPr>
          <p:nvPr>
            <p:ph type="title"/>
          </p:nvPr>
        </p:nvSpPr>
        <p:spPr>
          <a:xfrm>
            <a:off x="262202" y="143946"/>
            <a:ext cx="10164233" cy="1143000"/>
          </a:xfrm>
          <a:noFill/>
          <a:ln/>
        </p:spPr>
        <p:txBody>
          <a:bodyPr vert="horz" lIns="82153" tIns="41076" rIns="82153" bIns="41076" rtlCol="0" anchor="ctr" anchorCtr="0">
            <a:normAutofit/>
          </a:bodyPr>
          <a:lstStyle/>
          <a:p>
            <a:r>
              <a:rPr lang="en-US" altLang="zh-TW" dirty="0">
                <a:solidFill>
                  <a:srgbClr val="00B0F0"/>
                </a:solidFill>
                <a:ea typeface="新細明體" charset="-120"/>
              </a:rPr>
              <a:t>Addressing with Subnets</a:t>
            </a:r>
          </a:p>
        </p:txBody>
      </p:sp>
      <p:sp>
        <p:nvSpPr>
          <p:cNvPr id="667654" name="Line 6"/>
          <p:cNvSpPr>
            <a:spLocks noChangeShapeType="1"/>
          </p:cNvSpPr>
          <p:nvPr/>
        </p:nvSpPr>
        <p:spPr bwMode="auto">
          <a:xfrm flipV="1">
            <a:off x="3409950" y="4556126"/>
            <a:ext cx="0" cy="371475"/>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67655" name="Line 7"/>
          <p:cNvSpPr>
            <a:spLocks noChangeShapeType="1"/>
          </p:cNvSpPr>
          <p:nvPr/>
        </p:nvSpPr>
        <p:spPr bwMode="auto">
          <a:xfrm flipV="1">
            <a:off x="4252913" y="4570414"/>
            <a:ext cx="0" cy="371475"/>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67656" name="Line 8"/>
          <p:cNvSpPr>
            <a:spLocks noChangeShapeType="1"/>
          </p:cNvSpPr>
          <p:nvPr/>
        </p:nvSpPr>
        <p:spPr bwMode="auto">
          <a:xfrm flipV="1">
            <a:off x="5081588" y="4541838"/>
            <a:ext cx="0" cy="400050"/>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67657" name="Line 9"/>
          <p:cNvSpPr>
            <a:spLocks noChangeShapeType="1"/>
          </p:cNvSpPr>
          <p:nvPr/>
        </p:nvSpPr>
        <p:spPr bwMode="auto">
          <a:xfrm flipV="1">
            <a:off x="7710488" y="4570413"/>
            <a:ext cx="0" cy="385762"/>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67658" name="Line 10"/>
          <p:cNvSpPr>
            <a:spLocks noChangeShapeType="1"/>
          </p:cNvSpPr>
          <p:nvPr/>
        </p:nvSpPr>
        <p:spPr bwMode="auto">
          <a:xfrm flipV="1">
            <a:off x="8539163" y="4556126"/>
            <a:ext cx="0" cy="385763"/>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67659" name="Line 11"/>
          <p:cNvSpPr>
            <a:spLocks noChangeShapeType="1"/>
          </p:cNvSpPr>
          <p:nvPr/>
        </p:nvSpPr>
        <p:spPr bwMode="auto">
          <a:xfrm flipV="1">
            <a:off x="6838950" y="4556126"/>
            <a:ext cx="0" cy="385763"/>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67661" name="Line 13"/>
          <p:cNvSpPr>
            <a:spLocks noChangeShapeType="1"/>
          </p:cNvSpPr>
          <p:nvPr/>
        </p:nvSpPr>
        <p:spPr bwMode="auto">
          <a:xfrm flipV="1">
            <a:off x="5310188" y="2541588"/>
            <a:ext cx="0" cy="385762"/>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67662" name="Line 14"/>
          <p:cNvSpPr>
            <a:spLocks noChangeShapeType="1"/>
          </p:cNvSpPr>
          <p:nvPr/>
        </p:nvSpPr>
        <p:spPr bwMode="auto">
          <a:xfrm flipV="1">
            <a:off x="6267450" y="2527300"/>
            <a:ext cx="0" cy="871538"/>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67663" name="Line 15"/>
          <p:cNvSpPr>
            <a:spLocks noChangeShapeType="1"/>
          </p:cNvSpPr>
          <p:nvPr/>
        </p:nvSpPr>
        <p:spPr bwMode="auto">
          <a:xfrm flipV="1">
            <a:off x="7239000" y="2513013"/>
            <a:ext cx="0" cy="385762"/>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67664" name="Line 16"/>
          <p:cNvSpPr>
            <a:spLocks noChangeShapeType="1"/>
          </p:cNvSpPr>
          <p:nvPr/>
        </p:nvSpPr>
        <p:spPr bwMode="auto">
          <a:xfrm>
            <a:off x="4824413" y="2927350"/>
            <a:ext cx="2743200" cy="0"/>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67665" name="Rectangle 17"/>
          <p:cNvSpPr>
            <a:spLocks noChangeArrowheads="1"/>
          </p:cNvSpPr>
          <p:nvPr/>
        </p:nvSpPr>
        <p:spPr bwMode="auto">
          <a:xfrm>
            <a:off x="3482976" y="4997450"/>
            <a:ext cx="1069975" cy="30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1800"/>
              </a:lnSpc>
            </a:pPr>
            <a:r>
              <a:rPr lang="en-US" altLang="zh-TW" sz="1600">
                <a:solidFill>
                  <a:srgbClr val="000000"/>
                </a:solidFill>
                <a:latin typeface="Helvetica" panose="020B0604020202020204" pitchFamily="34" charset="0"/>
                <a:ea typeface="新細明體" charset="-120"/>
              </a:rPr>
              <a:t>172.16.1.0</a:t>
            </a:r>
          </a:p>
        </p:txBody>
      </p:sp>
      <p:sp>
        <p:nvSpPr>
          <p:cNvPr id="667666" name="Rectangle 18"/>
          <p:cNvSpPr>
            <a:spLocks noChangeArrowheads="1"/>
          </p:cNvSpPr>
          <p:nvPr/>
        </p:nvSpPr>
        <p:spPr bwMode="auto">
          <a:xfrm>
            <a:off x="6740526" y="4997450"/>
            <a:ext cx="1069975" cy="30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1800"/>
              </a:lnSpc>
            </a:pPr>
            <a:r>
              <a:rPr lang="en-US" altLang="zh-TW" sz="1600">
                <a:solidFill>
                  <a:srgbClr val="000000"/>
                </a:solidFill>
                <a:latin typeface="Helvetica" panose="020B0604020202020204" pitchFamily="34" charset="0"/>
                <a:ea typeface="新細明體" charset="-120"/>
              </a:rPr>
              <a:t>172.16.2.0</a:t>
            </a:r>
          </a:p>
        </p:txBody>
      </p:sp>
      <p:sp>
        <p:nvSpPr>
          <p:cNvPr id="667667" name="Rectangle 19"/>
          <p:cNvSpPr>
            <a:spLocks noChangeArrowheads="1"/>
          </p:cNvSpPr>
          <p:nvPr/>
        </p:nvSpPr>
        <p:spPr bwMode="auto">
          <a:xfrm>
            <a:off x="6426200" y="2954339"/>
            <a:ext cx="1041400" cy="300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1800"/>
              </a:lnSpc>
            </a:pPr>
            <a:r>
              <a:rPr lang="en-US" altLang="zh-TW" sz="1600">
                <a:solidFill>
                  <a:srgbClr val="000000"/>
                </a:solidFill>
                <a:latin typeface="Helvetica" panose="020B0604020202020204" pitchFamily="34" charset="0"/>
                <a:ea typeface="新細明體" charset="-120"/>
              </a:rPr>
              <a:t>172.16.3.0</a:t>
            </a:r>
          </a:p>
        </p:txBody>
      </p:sp>
      <p:sp>
        <p:nvSpPr>
          <p:cNvPr id="667668" name="Rectangle 20"/>
          <p:cNvSpPr>
            <a:spLocks noChangeArrowheads="1"/>
          </p:cNvSpPr>
          <p:nvPr/>
        </p:nvSpPr>
        <p:spPr bwMode="auto">
          <a:xfrm>
            <a:off x="4983163" y="3716338"/>
            <a:ext cx="1027112"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1800"/>
              </a:lnSpc>
            </a:pPr>
            <a:r>
              <a:rPr lang="en-US" altLang="zh-TW" sz="1600">
                <a:solidFill>
                  <a:srgbClr val="000000"/>
                </a:solidFill>
                <a:latin typeface="Helvetica" panose="020B0604020202020204" pitchFamily="34" charset="0"/>
                <a:ea typeface="新細明體" charset="-120"/>
              </a:rPr>
              <a:t>172.16.4.0</a:t>
            </a:r>
          </a:p>
        </p:txBody>
      </p:sp>
      <p:sp>
        <p:nvSpPr>
          <p:cNvPr id="667669" name="Freeform 21"/>
          <p:cNvSpPr>
            <a:spLocks/>
          </p:cNvSpPr>
          <p:nvPr/>
        </p:nvSpPr>
        <p:spPr bwMode="auto">
          <a:xfrm>
            <a:off x="6096000" y="3570289"/>
            <a:ext cx="173038" cy="1373187"/>
          </a:xfrm>
          <a:custGeom>
            <a:avLst/>
            <a:gdLst>
              <a:gd name="T0" fmla="*/ 0 w 97"/>
              <a:gd name="T1" fmla="*/ 768 h 769"/>
              <a:gd name="T2" fmla="*/ 0 w 97"/>
              <a:gd name="T3" fmla="*/ 336 h 769"/>
              <a:gd name="T4" fmla="*/ 96 w 97"/>
              <a:gd name="T5" fmla="*/ 432 h 769"/>
              <a:gd name="T6" fmla="*/ 96 w 97"/>
              <a:gd name="T7" fmla="*/ 0 h 769"/>
            </a:gdLst>
            <a:ahLst/>
            <a:cxnLst>
              <a:cxn ang="0">
                <a:pos x="T0" y="T1"/>
              </a:cxn>
              <a:cxn ang="0">
                <a:pos x="T2" y="T3"/>
              </a:cxn>
              <a:cxn ang="0">
                <a:pos x="T4" y="T5"/>
              </a:cxn>
              <a:cxn ang="0">
                <a:pos x="T6" y="T7"/>
              </a:cxn>
            </a:cxnLst>
            <a:rect l="0" t="0" r="r" b="b"/>
            <a:pathLst>
              <a:path w="97" h="769">
                <a:moveTo>
                  <a:pt x="0" y="768"/>
                </a:moveTo>
                <a:lnTo>
                  <a:pt x="0" y="336"/>
                </a:lnTo>
                <a:lnTo>
                  <a:pt x="96" y="432"/>
                </a:lnTo>
                <a:lnTo>
                  <a:pt x="96" y="0"/>
                </a:lnTo>
              </a:path>
            </a:pathLst>
          </a:custGeom>
          <a:noFill/>
          <a:ln w="50800" cap="rnd" cmpd="sng">
            <a:solidFill>
              <a:schemeClr val="accent2"/>
            </a:solidFill>
            <a:prstDash val="solid"/>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pic>
        <p:nvPicPr>
          <p:cNvPr id="667670" name="Picture 2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24539" y="3271838"/>
            <a:ext cx="928687" cy="53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67672" name="Picture 24"/>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021263" y="2055814"/>
            <a:ext cx="646112"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67673" name="Picture 25"/>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964238" y="2055814"/>
            <a:ext cx="646112"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67674" name="Picture 26"/>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907213" y="2055814"/>
            <a:ext cx="646112"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67675" name="Picture 27"/>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64313" y="4113214"/>
            <a:ext cx="646112"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67676" name="Picture 2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421563" y="4113214"/>
            <a:ext cx="646112"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67677" name="Picture 29"/>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278813" y="4113214"/>
            <a:ext cx="646112"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67678" name="Picture 30"/>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135313" y="4113214"/>
            <a:ext cx="646112"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67679" name="Picture 31"/>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992563" y="4113214"/>
            <a:ext cx="646112"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67680" name="Picture 32"/>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49813" y="4113214"/>
            <a:ext cx="646112"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7653" name="Line 5"/>
          <p:cNvSpPr>
            <a:spLocks noChangeShapeType="1"/>
          </p:cNvSpPr>
          <p:nvPr/>
        </p:nvSpPr>
        <p:spPr bwMode="auto">
          <a:xfrm>
            <a:off x="3124200" y="4970463"/>
            <a:ext cx="5715000" cy="0"/>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pic>
        <p:nvPicPr>
          <p:cNvPr id="667671" name="Picture 2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67364" y="4643438"/>
            <a:ext cx="928687" cy="53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88504142"/>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7090" name="Rectangle 2"/>
          <p:cNvSpPr>
            <a:spLocks noChangeArrowheads="1"/>
          </p:cNvSpPr>
          <p:nvPr/>
        </p:nvSpPr>
        <p:spPr bwMode="auto">
          <a:xfrm>
            <a:off x="5600701" y="5094289"/>
            <a:ext cx="2900363" cy="1443037"/>
          </a:xfrm>
          <a:prstGeom prst="rect">
            <a:avLst/>
          </a:prstGeom>
          <a:solidFill>
            <a:srgbClr val="FFEFC2"/>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57091" name="Rectangle 3"/>
          <p:cNvSpPr>
            <a:spLocks noChangeArrowheads="1"/>
          </p:cNvSpPr>
          <p:nvPr/>
        </p:nvSpPr>
        <p:spPr bwMode="auto">
          <a:xfrm>
            <a:off x="5600701" y="5094288"/>
            <a:ext cx="2900363" cy="671512"/>
          </a:xfrm>
          <a:prstGeom prst="rect">
            <a:avLst/>
          </a:prstGeom>
          <a:solidFill>
            <a:schemeClr val="folHlink"/>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57092" name="Rectangle 4"/>
          <p:cNvSpPr>
            <a:spLocks noGrp="1" noChangeArrowheads="1"/>
          </p:cNvSpPr>
          <p:nvPr>
            <p:ph type="title"/>
          </p:nvPr>
        </p:nvSpPr>
        <p:spPr>
          <a:xfrm>
            <a:off x="304801" y="123031"/>
            <a:ext cx="10515600" cy="1325563"/>
          </a:xfrm>
          <a:noFill/>
          <a:ln/>
        </p:spPr>
        <p:txBody>
          <a:bodyPr vert="horz" lIns="82153" tIns="41076" rIns="82153" bIns="41076" rtlCol="0" anchor="ctr" anchorCtr="0">
            <a:normAutofit/>
          </a:bodyPr>
          <a:lstStyle/>
          <a:p>
            <a:r>
              <a:rPr lang="en-US" altLang="zh-TW" dirty="0">
                <a:solidFill>
                  <a:srgbClr val="00B0F0"/>
                </a:solidFill>
                <a:ea typeface="新細明體" charset="-120"/>
              </a:rPr>
              <a:t>Subnet Addressing</a:t>
            </a:r>
          </a:p>
        </p:txBody>
      </p:sp>
      <p:sp>
        <p:nvSpPr>
          <p:cNvPr id="857093" name="Rectangle 5"/>
          <p:cNvSpPr>
            <a:spLocks noChangeArrowheads="1"/>
          </p:cNvSpPr>
          <p:nvPr/>
        </p:nvSpPr>
        <p:spPr bwMode="auto">
          <a:xfrm>
            <a:off x="2408239" y="1744663"/>
            <a:ext cx="1658937" cy="341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solidFill>
                  <a:srgbClr val="000000"/>
                </a:solidFill>
                <a:latin typeface="Helvetica" panose="020B0604020202020204" pitchFamily="34" charset="0"/>
                <a:ea typeface="新細明體" charset="-120"/>
              </a:rPr>
              <a:t>172.16.2.200</a:t>
            </a:r>
          </a:p>
        </p:txBody>
      </p:sp>
      <p:sp>
        <p:nvSpPr>
          <p:cNvPr id="857094" name="Rectangle 6"/>
          <p:cNvSpPr>
            <a:spLocks noChangeArrowheads="1"/>
          </p:cNvSpPr>
          <p:nvPr/>
        </p:nvSpPr>
        <p:spPr bwMode="auto">
          <a:xfrm>
            <a:off x="2195513" y="2644776"/>
            <a:ext cx="1871662"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solidFill>
                  <a:srgbClr val="000000"/>
                </a:solidFill>
                <a:latin typeface="Helvetica" panose="020B0604020202020204" pitchFamily="34" charset="0"/>
                <a:ea typeface="新細明體" charset="-120"/>
              </a:rPr>
              <a:t>172.16.2.2</a:t>
            </a:r>
          </a:p>
        </p:txBody>
      </p:sp>
      <p:sp>
        <p:nvSpPr>
          <p:cNvPr id="857095" name="Rectangle 7"/>
          <p:cNvSpPr>
            <a:spLocks noChangeArrowheads="1"/>
          </p:cNvSpPr>
          <p:nvPr/>
        </p:nvSpPr>
        <p:spPr bwMode="auto">
          <a:xfrm>
            <a:off x="2408239" y="3559176"/>
            <a:ext cx="1658937" cy="32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solidFill>
                  <a:srgbClr val="000000"/>
                </a:solidFill>
                <a:latin typeface="Helvetica" panose="020B0604020202020204" pitchFamily="34" charset="0"/>
                <a:ea typeface="新細明體" charset="-120"/>
              </a:rPr>
              <a:t>172.16.2.160</a:t>
            </a:r>
          </a:p>
        </p:txBody>
      </p:sp>
      <p:sp>
        <p:nvSpPr>
          <p:cNvPr id="857096" name="Rectangle 8"/>
          <p:cNvSpPr>
            <a:spLocks noChangeArrowheads="1"/>
          </p:cNvSpPr>
          <p:nvPr/>
        </p:nvSpPr>
        <p:spPr bwMode="auto">
          <a:xfrm>
            <a:off x="5037139" y="2857500"/>
            <a:ext cx="2185987"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172.16.2.1</a:t>
            </a:r>
          </a:p>
        </p:txBody>
      </p:sp>
      <p:sp>
        <p:nvSpPr>
          <p:cNvPr id="857097" name="Rectangle 9"/>
          <p:cNvSpPr>
            <a:spLocks noChangeArrowheads="1"/>
          </p:cNvSpPr>
          <p:nvPr/>
        </p:nvSpPr>
        <p:spPr bwMode="auto">
          <a:xfrm>
            <a:off x="8124825" y="1744663"/>
            <a:ext cx="1314450" cy="398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172.16.3.5</a:t>
            </a:r>
          </a:p>
        </p:txBody>
      </p:sp>
      <p:sp>
        <p:nvSpPr>
          <p:cNvPr id="857098" name="Rectangle 10"/>
          <p:cNvSpPr>
            <a:spLocks noChangeArrowheads="1"/>
          </p:cNvSpPr>
          <p:nvPr/>
        </p:nvSpPr>
        <p:spPr bwMode="auto">
          <a:xfrm>
            <a:off x="8124825" y="2644776"/>
            <a:ext cx="1728788"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172.16.3.100</a:t>
            </a:r>
          </a:p>
        </p:txBody>
      </p:sp>
      <p:sp>
        <p:nvSpPr>
          <p:cNvPr id="857099" name="Rectangle 11"/>
          <p:cNvSpPr>
            <a:spLocks noChangeArrowheads="1"/>
          </p:cNvSpPr>
          <p:nvPr/>
        </p:nvSpPr>
        <p:spPr bwMode="auto">
          <a:xfrm>
            <a:off x="8124825" y="3559176"/>
            <a:ext cx="2014538" cy="32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172.16.3.150</a:t>
            </a:r>
          </a:p>
        </p:txBody>
      </p:sp>
      <p:sp>
        <p:nvSpPr>
          <p:cNvPr id="857101" name="Line 13"/>
          <p:cNvSpPr>
            <a:spLocks noChangeShapeType="1"/>
          </p:cNvSpPr>
          <p:nvPr/>
        </p:nvSpPr>
        <p:spPr bwMode="auto">
          <a:xfrm>
            <a:off x="4894263" y="1600201"/>
            <a:ext cx="0" cy="2657475"/>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857102" name="Line 14"/>
          <p:cNvSpPr>
            <a:spLocks noChangeShapeType="1"/>
          </p:cNvSpPr>
          <p:nvPr/>
        </p:nvSpPr>
        <p:spPr bwMode="auto">
          <a:xfrm>
            <a:off x="7280275" y="1614489"/>
            <a:ext cx="0" cy="2657475"/>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857103" name="Line 15"/>
          <p:cNvSpPr>
            <a:spLocks noChangeShapeType="1"/>
          </p:cNvSpPr>
          <p:nvPr/>
        </p:nvSpPr>
        <p:spPr bwMode="auto">
          <a:xfrm>
            <a:off x="4594225" y="2143125"/>
            <a:ext cx="285750" cy="0"/>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857104" name="Line 16"/>
          <p:cNvSpPr>
            <a:spLocks noChangeShapeType="1"/>
          </p:cNvSpPr>
          <p:nvPr/>
        </p:nvSpPr>
        <p:spPr bwMode="auto">
          <a:xfrm>
            <a:off x="4579939" y="3057525"/>
            <a:ext cx="300037" cy="0"/>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857105" name="Line 17"/>
          <p:cNvSpPr>
            <a:spLocks noChangeShapeType="1"/>
          </p:cNvSpPr>
          <p:nvPr/>
        </p:nvSpPr>
        <p:spPr bwMode="auto">
          <a:xfrm>
            <a:off x="4565651" y="4014788"/>
            <a:ext cx="328613" cy="0"/>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857106" name="Line 18"/>
          <p:cNvSpPr>
            <a:spLocks noChangeShapeType="1"/>
          </p:cNvSpPr>
          <p:nvPr/>
        </p:nvSpPr>
        <p:spPr bwMode="auto">
          <a:xfrm>
            <a:off x="7280276" y="3986213"/>
            <a:ext cx="314325" cy="0"/>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857107" name="Line 19"/>
          <p:cNvSpPr>
            <a:spLocks noChangeShapeType="1"/>
          </p:cNvSpPr>
          <p:nvPr/>
        </p:nvSpPr>
        <p:spPr bwMode="auto">
          <a:xfrm>
            <a:off x="7280276" y="3143250"/>
            <a:ext cx="314325" cy="0"/>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857108" name="Line 20"/>
          <p:cNvSpPr>
            <a:spLocks noChangeShapeType="1"/>
          </p:cNvSpPr>
          <p:nvPr/>
        </p:nvSpPr>
        <p:spPr bwMode="auto">
          <a:xfrm>
            <a:off x="7294563" y="2157413"/>
            <a:ext cx="514350" cy="0"/>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857109" name="Line 21"/>
          <p:cNvSpPr>
            <a:spLocks noChangeShapeType="1"/>
          </p:cNvSpPr>
          <p:nvPr/>
        </p:nvSpPr>
        <p:spPr bwMode="auto">
          <a:xfrm>
            <a:off x="4894263" y="2614613"/>
            <a:ext cx="2386012" cy="0"/>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857110" name="Rectangle 22"/>
          <p:cNvSpPr>
            <a:spLocks noChangeArrowheads="1"/>
          </p:cNvSpPr>
          <p:nvPr/>
        </p:nvSpPr>
        <p:spPr bwMode="auto">
          <a:xfrm>
            <a:off x="5180014" y="2614614"/>
            <a:ext cx="585787"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E0</a:t>
            </a:r>
          </a:p>
        </p:txBody>
      </p:sp>
      <p:sp>
        <p:nvSpPr>
          <p:cNvPr id="857112" name="Rectangle 24"/>
          <p:cNvSpPr>
            <a:spLocks noChangeArrowheads="1"/>
          </p:cNvSpPr>
          <p:nvPr/>
        </p:nvSpPr>
        <p:spPr bwMode="auto">
          <a:xfrm>
            <a:off x="2166939" y="5430839"/>
            <a:ext cx="1457325"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172.16</a:t>
            </a:r>
          </a:p>
        </p:txBody>
      </p:sp>
      <p:sp>
        <p:nvSpPr>
          <p:cNvPr id="857115" name="Rectangle 27"/>
          <p:cNvSpPr>
            <a:spLocks noChangeArrowheads="1"/>
          </p:cNvSpPr>
          <p:nvPr/>
        </p:nvSpPr>
        <p:spPr bwMode="auto">
          <a:xfrm>
            <a:off x="2052639" y="5816600"/>
            <a:ext cx="1127125"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Network</a:t>
            </a:r>
          </a:p>
        </p:txBody>
      </p:sp>
      <p:sp>
        <p:nvSpPr>
          <p:cNvPr id="857119" name="Line 31"/>
          <p:cNvSpPr>
            <a:spLocks noChangeShapeType="1"/>
          </p:cNvSpPr>
          <p:nvPr/>
        </p:nvSpPr>
        <p:spPr bwMode="auto">
          <a:xfrm>
            <a:off x="2722563" y="3914776"/>
            <a:ext cx="0" cy="1471613"/>
          </a:xfrm>
          <a:prstGeom prst="line">
            <a:avLst/>
          </a:prstGeom>
          <a:noFill/>
          <a:ln w="50800">
            <a:solidFill>
              <a:srgbClr val="8955FF"/>
            </a:solidFill>
            <a:round/>
            <a:headEnd type="none" w="sm" len="sm"/>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pic>
        <p:nvPicPr>
          <p:cNvPr id="857120" name="Picture 3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76701" y="1857375"/>
            <a:ext cx="646113"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57121" name="Picture 3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76701" y="2800350"/>
            <a:ext cx="646113"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57122" name="Picture 3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76701" y="3743325"/>
            <a:ext cx="646113"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57123" name="Picture 3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05701" y="1857375"/>
            <a:ext cx="646113"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57124" name="Picture 3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05701" y="2800350"/>
            <a:ext cx="646113"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57125"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05701" y="3743325"/>
            <a:ext cx="646113"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57126" name="Picture 3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14989" y="2387600"/>
            <a:ext cx="809625"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57127" name="Freeform 39"/>
          <p:cNvSpPr>
            <a:spLocks/>
          </p:cNvSpPr>
          <p:nvPr/>
        </p:nvSpPr>
        <p:spPr bwMode="auto">
          <a:xfrm>
            <a:off x="2065339" y="5514976"/>
            <a:ext cx="1030287" cy="258763"/>
          </a:xfrm>
          <a:custGeom>
            <a:avLst/>
            <a:gdLst>
              <a:gd name="T0" fmla="*/ 0 w 577"/>
              <a:gd name="T1" fmla="*/ 0 h 145"/>
              <a:gd name="T2" fmla="*/ 0 w 577"/>
              <a:gd name="T3" fmla="*/ 144 h 145"/>
              <a:gd name="T4" fmla="*/ 576 w 577"/>
              <a:gd name="T5" fmla="*/ 144 h 145"/>
              <a:gd name="T6" fmla="*/ 576 w 577"/>
              <a:gd name="T7" fmla="*/ 0 h 145"/>
            </a:gdLst>
            <a:ahLst/>
            <a:cxnLst>
              <a:cxn ang="0">
                <a:pos x="T0" y="T1"/>
              </a:cxn>
              <a:cxn ang="0">
                <a:pos x="T2" y="T3"/>
              </a:cxn>
              <a:cxn ang="0">
                <a:pos x="T4" y="T5"/>
              </a:cxn>
              <a:cxn ang="0">
                <a:pos x="T6" y="T7"/>
              </a:cxn>
            </a:cxnLst>
            <a:rect l="0" t="0" r="r" b="b"/>
            <a:pathLst>
              <a:path w="577" h="145">
                <a:moveTo>
                  <a:pt x="0" y="0"/>
                </a:moveTo>
                <a:lnTo>
                  <a:pt x="0" y="144"/>
                </a:lnTo>
                <a:lnTo>
                  <a:pt x="576" y="144"/>
                </a:lnTo>
                <a:lnTo>
                  <a:pt x="576" y="0"/>
                </a:lnTo>
              </a:path>
            </a:pathLst>
          </a:custGeom>
          <a:noFill/>
          <a:ln w="50800" cap="rnd" cmpd="sng">
            <a:solidFill>
              <a:srgbClr val="8955FF"/>
            </a:solidFill>
            <a:prstDash val="solid"/>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857128" name="Freeform 40"/>
          <p:cNvSpPr>
            <a:spLocks/>
          </p:cNvSpPr>
          <p:nvPr/>
        </p:nvSpPr>
        <p:spPr bwMode="auto">
          <a:xfrm>
            <a:off x="8509000" y="4914901"/>
            <a:ext cx="173038" cy="1630363"/>
          </a:xfrm>
          <a:custGeom>
            <a:avLst/>
            <a:gdLst>
              <a:gd name="T0" fmla="*/ 96 w 97"/>
              <a:gd name="T1" fmla="*/ 0 h 913"/>
              <a:gd name="T2" fmla="*/ 96 w 97"/>
              <a:gd name="T3" fmla="*/ 0 h 913"/>
              <a:gd name="T4" fmla="*/ 0 w 97"/>
              <a:gd name="T5" fmla="*/ 96 h 913"/>
              <a:gd name="T6" fmla="*/ 0 w 97"/>
              <a:gd name="T7" fmla="*/ 912 h 913"/>
              <a:gd name="T8" fmla="*/ 96 w 97"/>
              <a:gd name="T9" fmla="*/ 816 h 913"/>
              <a:gd name="T10" fmla="*/ 96 w 97"/>
              <a:gd name="T11" fmla="*/ 0 h 913"/>
            </a:gdLst>
            <a:ahLst/>
            <a:cxnLst>
              <a:cxn ang="0">
                <a:pos x="T0" y="T1"/>
              </a:cxn>
              <a:cxn ang="0">
                <a:pos x="T2" y="T3"/>
              </a:cxn>
              <a:cxn ang="0">
                <a:pos x="T4" y="T5"/>
              </a:cxn>
              <a:cxn ang="0">
                <a:pos x="T6" y="T7"/>
              </a:cxn>
              <a:cxn ang="0">
                <a:pos x="T8" y="T9"/>
              </a:cxn>
              <a:cxn ang="0">
                <a:pos x="T10" y="T11"/>
              </a:cxn>
            </a:cxnLst>
            <a:rect l="0" t="0" r="r" b="b"/>
            <a:pathLst>
              <a:path w="97" h="913">
                <a:moveTo>
                  <a:pt x="96" y="0"/>
                </a:moveTo>
                <a:lnTo>
                  <a:pt x="96" y="0"/>
                </a:lnTo>
                <a:lnTo>
                  <a:pt x="0" y="96"/>
                </a:lnTo>
                <a:lnTo>
                  <a:pt x="0" y="912"/>
                </a:lnTo>
                <a:lnTo>
                  <a:pt x="96" y="816"/>
                </a:lnTo>
                <a:lnTo>
                  <a:pt x="96" y="0"/>
                </a:lnTo>
              </a:path>
            </a:pathLst>
          </a:custGeom>
          <a:solidFill>
            <a:srgbClr val="FFDA74"/>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57129" name="Freeform 41"/>
          <p:cNvSpPr>
            <a:spLocks/>
          </p:cNvSpPr>
          <p:nvPr/>
        </p:nvSpPr>
        <p:spPr bwMode="auto">
          <a:xfrm>
            <a:off x="5594350" y="4914900"/>
            <a:ext cx="3087688" cy="173038"/>
          </a:xfrm>
          <a:custGeom>
            <a:avLst/>
            <a:gdLst>
              <a:gd name="T0" fmla="*/ 0 w 1729"/>
              <a:gd name="T1" fmla="*/ 96 h 97"/>
              <a:gd name="T2" fmla="*/ 96 w 1729"/>
              <a:gd name="T3" fmla="*/ 0 h 97"/>
              <a:gd name="T4" fmla="*/ 1728 w 1729"/>
              <a:gd name="T5" fmla="*/ 0 h 97"/>
              <a:gd name="T6" fmla="*/ 1632 w 1729"/>
              <a:gd name="T7" fmla="*/ 96 h 97"/>
              <a:gd name="T8" fmla="*/ 0 w 1729"/>
              <a:gd name="T9" fmla="*/ 96 h 97"/>
            </a:gdLst>
            <a:ahLst/>
            <a:cxnLst>
              <a:cxn ang="0">
                <a:pos x="T0" y="T1"/>
              </a:cxn>
              <a:cxn ang="0">
                <a:pos x="T2" y="T3"/>
              </a:cxn>
              <a:cxn ang="0">
                <a:pos x="T4" y="T5"/>
              </a:cxn>
              <a:cxn ang="0">
                <a:pos x="T6" y="T7"/>
              </a:cxn>
              <a:cxn ang="0">
                <a:pos x="T8" y="T9"/>
              </a:cxn>
            </a:cxnLst>
            <a:rect l="0" t="0" r="r" b="b"/>
            <a:pathLst>
              <a:path w="1729" h="97">
                <a:moveTo>
                  <a:pt x="0" y="96"/>
                </a:moveTo>
                <a:lnTo>
                  <a:pt x="96" y="0"/>
                </a:lnTo>
                <a:lnTo>
                  <a:pt x="1728" y="0"/>
                </a:lnTo>
                <a:lnTo>
                  <a:pt x="1632" y="96"/>
                </a:lnTo>
                <a:lnTo>
                  <a:pt x="0" y="96"/>
                </a:lnTo>
              </a:path>
            </a:pathLst>
          </a:custGeom>
          <a:solidFill>
            <a:srgbClr val="FFDA74"/>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57130" name="Rectangle 42"/>
          <p:cNvSpPr>
            <a:spLocks noChangeArrowheads="1"/>
          </p:cNvSpPr>
          <p:nvPr/>
        </p:nvSpPr>
        <p:spPr bwMode="auto">
          <a:xfrm>
            <a:off x="5562601" y="5386389"/>
            <a:ext cx="14573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5000"/>
              </a:lnSpc>
              <a:spcBef>
                <a:spcPct val="50000"/>
              </a:spcBef>
            </a:pPr>
            <a:r>
              <a:rPr lang="en-US" altLang="zh-TW" sz="1800">
                <a:solidFill>
                  <a:schemeClr val="bg2"/>
                </a:solidFill>
                <a:latin typeface="Helvetica" panose="020B0604020202020204" pitchFamily="34" charset="0"/>
                <a:ea typeface="新細明體" charset="-120"/>
              </a:rPr>
              <a:t>Network</a:t>
            </a:r>
          </a:p>
        </p:txBody>
      </p:sp>
      <p:sp>
        <p:nvSpPr>
          <p:cNvPr id="857131" name="Rectangle 43"/>
          <p:cNvSpPr>
            <a:spLocks noChangeArrowheads="1"/>
          </p:cNvSpPr>
          <p:nvPr/>
        </p:nvSpPr>
        <p:spPr bwMode="auto">
          <a:xfrm>
            <a:off x="7223126" y="5386389"/>
            <a:ext cx="12858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5000"/>
              </a:lnSpc>
              <a:spcBef>
                <a:spcPct val="50000"/>
              </a:spcBef>
            </a:pPr>
            <a:r>
              <a:rPr lang="en-US" altLang="zh-TW" sz="1800">
                <a:solidFill>
                  <a:schemeClr val="bg2"/>
                </a:solidFill>
                <a:latin typeface="Helvetica" panose="020B0604020202020204" pitchFamily="34" charset="0"/>
                <a:ea typeface="新細明體" charset="-120"/>
              </a:rPr>
              <a:t>Interface</a:t>
            </a:r>
          </a:p>
        </p:txBody>
      </p:sp>
      <p:sp>
        <p:nvSpPr>
          <p:cNvPr id="857132" name="Rectangle 44"/>
          <p:cNvSpPr>
            <a:spLocks noChangeArrowheads="1"/>
          </p:cNvSpPr>
          <p:nvPr/>
        </p:nvSpPr>
        <p:spPr bwMode="auto">
          <a:xfrm>
            <a:off x="5734051" y="5815014"/>
            <a:ext cx="1457325" cy="763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accent2"/>
                </a:solidFill>
                <a:latin typeface="Helvetica" panose="020B0604020202020204" pitchFamily="34" charset="0"/>
                <a:ea typeface="新細明體" charset="-120"/>
              </a:rPr>
              <a:t>172.16.0.0</a:t>
            </a:r>
          </a:p>
          <a:p>
            <a:pPr>
              <a:lnSpc>
                <a:spcPct val="95000"/>
              </a:lnSpc>
              <a:spcBef>
                <a:spcPct val="50000"/>
              </a:spcBef>
            </a:pPr>
            <a:r>
              <a:rPr lang="en-US" altLang="zh-TW" sz="1800">
                <a:solidFill>
                  <a:schemeClr val="accent2"/>
                </a:solidFill>
                <a:latin typeface="Helvetica" panose="020B0604020202020204" pitchFamily="34" charset="0"/>
                <a:ea typeface="新細明體" charset="-120"/>
              </a:rPr>
              <a:t>172.16.0.0</a:t>
            </a:r>
          </a:p>
        </p:txBody>
      </p:sp>
      <p:sp>
        <p:nvSpPr>
          <p:cNvPr id="857133" name="Rectangle 45"/>
          <p:cNvSpPr>
            <a:spLocks noChangeArrowheads="1"/>
          </p:cNvSpPr>
          <p:nvPr/>
        </p:nvSpPr>
        <p:spPr bwMode="auto">
          <a:xfrm>
            <a:off x="7080251" y="5815014"/>
            <a:ext cx="1457325" cy="763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5000"/>
              </a:lnSpc>
              <a:spcBef>
                <a:spcPct val="50000"/>
              </a:spcBef>
            </a:pPr>
            <a:r>
              <a:rPr lang="en-US" altLang="zh-TW" sz="1800">
                <a:solidFill>
                  <a:schemeClr val="tx2"/>
                </a:solidFill>
                <a:latin typeface="Helvetica" panose="020B0604020202020204" pitchFamily="34" charset="0"/>
                <a:ea typeface="新細明體" charset="-120"/>
              </a:rPr>
              <a:t>E0</a:t>
            </a:r>
          </a:p>
          <a:p>
            <a:pPr algn="ctr">
              <a:lnSpc>
                <a:spcPct val="95000"/>
              </a:lnSpc>
              <a:spcBef>
                <a:spcPct val="50000"/>
              </a:spcBef>
            </a:pPr>
            <a:r>
              <a:rPr lang="en-US" altLang="zh-TW" sz="1800">
                <a:solidFill>
                  <a:schemeClr val="tx2"/>
                </a:solidFill>
                <a:latin typeface="Helvetica" panose="020B0604020202020204" pitchFamily="34" charset="0"/>
                <a:ea typeface="新細明體" charset="-120"/>
              </a:rPr>
              <a:t>E1</a:t>
            </a:r>
          </a:p>
        </p:txBody>
      </p:sp>
      <p:sp>
        <p:nvSpPr>
          <p:cNvPr id="857134" name="Rectangle 46"/>
          <p:cNvSpPr>
            <a:spLocks noChangeArrowheads="1"/>
          </p:cNvSpPr>
          <p:nvPr/>
        </p:nvSpPr>
        <p:spPr bwMode="auto">
          <a:xfrm>
            <a:off x="5765800" y="5129214"/>
            <a:ext cx="24003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5000"/>
              </a:lnSpc>
              <a:spcBef>
                <a:spcPct val="50000"/>
              </a:spcBef>
            </a:pPr>
            <a:r>
              <a:rPr lang="en-US" altLang="zh-TW" sz="1800">
                <a:solidFill>
                  <a:schemeClr val="bg2"/>
                </a:solidFill>
                <a:latin typeface="Helvetica" panose="020B0604020202020204" pitchFamily="34" charset="0"/>
                <a:ea typeface="新細明體" charset="-120"/>
              </a:rPr>
              <a:t>New Routing Table</a:t>
            </a:r>
          </a:p>
        </p:txBody>
      </p:sp>
      <p:sp>
        <p:nvSpPr>
          <p:cNvPr id="857145" name="Rectangle 57"/>
          <p:cNvSpPr>
            <a:spLocks noChangeArrowheads="1"/>
          </p:cNvSpPr>
          <p:nvPr/>
        </p:nvSpPr>
        <p:spPr bwMode="auto">
          <a:xfrm>
            <a:off x="3697288" y="5430839"/>
            <a:ext cx="785812"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zh-TW" altLang="en-US" sz="2000">
                <a:solidFill>
                  <a:srgbClr val="000000"/>
                </a:solidFill>
                <a:latin typeface="Helvetica" panose="020B0604020202020204" pitchFamily="34" charset="0"/>
                <a:ea typeface="新細明體" charset="-120"/>
              </a:rPr>
              <a:t>  </a:t>
            </a:r>
            <a:r>
              <a:rPr lang="en-US" altLang="zh-TW" sz="2000">
                <a:solidFill>
                  <a:srgbClr val="000000"/>
                </a:solidFill>
                <a:latin typeface="Helvetica" panose="020B0604020202020204" pitchFamily="34" charset="0"/>
                <a:ea typeface="新細明體" charset="-120"/>
              </a:rPr>
              <a:t>2</a:t>
            </a:r>
          </a:p>
        </p:txBody>
      </p:sp>
      <p:sp>
        <p:nvSpPr>
          <p:cNvPr id="857146" name="Rectangle 58"/>
          <p:cNvSpPr>
            <a:spLocks noChangeArrowheads="1"/>
          </p:cNvSpPr>
          <p:nvPr/>
        </p:nvSpPr>
        <p:spPr bwMode="auto">
          <a:xfrm>
            <a:off x="4267200" y="5430839"/>
            <a:ext cx="62865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160</a:t>
            </a:r>
          </a:p>
        </p:txBody>
      </p:sp>
      <p:sp>
        <p:nvSpPr>
          <p:cNvPr id="857147" name="Rectangle 59"/>
          <p:cNvSpPr>
            <a:spLocks noChangeArrowheads="1"/>
          </p:cNvSpPr>
          <p:nvPr/>
        </p:nvSpPr>
        <p:spPr bwMode="auto">
          <a:xfrm>
            <a:off x="3797300" y="5816600"/>
            <a:ext cx="857250"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Host</a:t>
            </a:r>
          </a:p>
        </p:txBody>
      </p:sp>
      <p:sp>
        <p:nvSpPr>
          <p:cNvPr id="857148" name="Rectangle 60"/>
          <p:cNvSpPr>
            <a:spLocks noChangeArrowheads="1"/>
          </p:cNvSpPr>
          <p:nvPr/>
        </p:nvSpPr>
        <p:spPr bwMode="auto">
          <a:xfrm>
            <a:off x="3340100" y="5430839"/>
            <a:ext cx="18415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a:t>
            </a:r>
          </a:p>
        </p:txBody>
      </p:sp>
      <p:sp>
        <p:nvSpPr>
          <p:cNvPr id="857149" name="Rectangle 61"/>
          <p:cNvSpPr>
            <a:spLocks noChangeArrowheads="1"/>
          </p:cNvSpPr>
          <p:nvPr/>
        </p:nvSpPr>
        <p:spPr bwMode="auto">
          <a:xfrm>
            <a:off x="4114800" y="5430839"/>
            <a:ext cx="22860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a:t>
            </a:r>
          </a:p>
        </p:txBody>
      </p:sp>
      <p:sp>
        <p:nvSpPr>
          <p:cNvPr id="857150" name="Freeform 62"/>
          <p:cNvSpPr>
            <a:spLocks/>
          </p:cNvSpPr>
          <p:nvPr/>
        </p:nvSpPr>
        <p:spPr bwMode="auto">
          <a:xfrm>
            <a:off x="3609975" y="5514976"/>
            <a:ext cx="1201738" cy="258763"/>
          </a:xfrm>
          <a:custGeom>
            <a:avLst/>
            <a:gdLst>
              <a:gd name="T0" fmla="*/ 0 w 673"/>
              <a:gd name="T1" fmla="*/ 0 h 145"/>
              <a:gd name="T2" fmla="*/ 0 w 673"/>
              <a:gd name="T3" fmla="*/ 144 h 145"/>
              <a:gd name="T4" fmla="*/ 672 w 673"/>
              <a:gd name="T5" fmla="*/ 144 h 145"/>
              <a:gd name="T6" fmla="*/ 672 w 673"/>
              <a:gd name="T7" fmla="*/ 0 h 145"/>
            </a:gdLst>
            <a:ahLst/>
            <a:cxnLst>
              <a:cxn ang="0">
                <a:pos x="T0" y="T1"/>
              </a:cxn>
              <a:cxn ang="0">
                <a:pos x="T2" y="T3"/>
              </a:cxn>
              <a:cxn ang="0">
                <a:pos x="T4" y="T5"/>
              </a:cxn>
              <a:cxn ang="0">
                <a:pos x="T6" y="T7"/>
              </a:cxn>
            </a:cxnLst>
            <a:rect l="0" t="0" r="r" b="b"/>
            <a:pathLst>
              <a:path w="673" h="145">
                <a:moveTo>
                  <a:pt x="0" y="0"/>
                </a:moveTo>
                <a:lnTo>
                  <a:pt x="0" y="144"/>
                </a:lnTo>
                <a:lnTo>
                  <a:pt x="672" y="144"/>
                </a:lnTo>
                <a:lnTo>
                  <a:pt x="672" y="0"/>
                </a:lnTo>
              </a:path>
            </a:pathLst>
          </a:custGeom>
          <a:noFill/>
          <a:ln w="50800" cap="rnd" cmpd="sng">
            <a:solidFill>
              <a:srgbClr val="8955FF"/>
            </a:solidFill>
            <a:prstDash val="solid"/>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857152" name="Rectangle 64"/>
          <p:cNvSpPr>
            <a:spLocks noChangeArrowheads="1"/>
          </p:cNvSpPr>
          <p:nvPr/>
        </p:nvSpPr>
        <p:spPr bwMode="auto">
          <a:xfrm>
            <a:off x="6019800" y="1981200"/>
            <a:ext cx="1900238"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172.16.3.1</a:t>
            </a:r>
          </a:p>
        </p:txBody>
      </p:sp>
      <p:sp>
        <p:nvSpPr>
          <p:cNvPr id="857153" name="Rectangle 65"/>
          <p:cNvSpPr>
            <a:spLocks noChangeArrowheads="1"/>
          </p:cNvSpPr>
          <p:nvPr/>
        </p:nvSpPr>
        <p:spPr bwMode="auto">
          <a:xfrm>
            <a:off x="6461126" y="2290764"/>
            <a:ext cx="600075"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E1</a:t>
            </a:r>
          </a:p>
        </p:txBody>
      </p:sp>
    </p:spTree>
    <p:extLst>
      <p:ext uri="{BB962C8B-B14F-4D97-AF65-F5344CB8AC3E}">
        <p14:creationId xmlns:p14="http://schemas.microsoft.com/office/powerpoint/2010/main" val="6569039"/>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3794" name="Rectangle 1026"/>
          <p:cNvSpPr>
            <a:spLocks noChangeArrowheads="1"/>
          </p:cNvSpPr>
          <p:nvPr/>
        </p:nvSpPr>
        <p:spPr bwMode="auto">
          <a:xfrm>
            <a:off x="5600701" y="5094289"/>
            <a:ext cx="2900363" cy="1443037"/>
          </a:xfrm>
          <a:prstGeom prst="rect">
            <a:avLst/>
          </a:prstGeom>
          <a:solidFill>
            <a:srgbClr val="FFEFC2"/>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73795" name="Rectangle 1027"/>
          <p:cNvSpPr>
            <a:spLocks noChangeArrowheads="1"/>
          </p:cNvSpPr>
          <p:nvPr/>
        </p:nvSpPr>
        <p:spPr bwMode="auto">
          <a:xfrm>
            <a:off x="5600701" y="5094288"/>
            <a:ext cx="2900363" cy="671512"/>
          </a:xfrm>
          <a:prstGeom prst="rect">
            <a:avLst/>
          </a:prstGeom>
          <a:solidFill>
            <a:schemeClr val="folHlink"/>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73796" name="Rectangle 1028"/>
          <p:cNvSpPr>
            <a:spLocks noGrp="1" noChangeArrowheads="1"/>
          </p:cNvSpPr>
          <p:nvPr>
            <p:ph type="title"/>
          </p:nvPr>
        </p:nvSpPr>
        <p:spPr>
          <a:xfrm>
            <a:off x="304801" y="159544"/>
            <a:ext cx="10515600" cy="1325563"/>
          </a:xfrm>
          <a:noFill/>
          <a:ln/>
        </p:spPr>
        <p:txBody>
          <a:bodyPr vert="horz" lIns="82153" tIns="41076" rIns="82153" bIns="41076" rtlCol="0" anchor="ctr" anchorCtr="0">
            <a:normAutofit/>
          </a:bodyPr>
          <a:lstStyle/>
          <a:p>
            <a:r>
              <a:rPr lang="en-US" altLang="zh-TW" dirty="0">
                <a:solidFill>
                  <a:srgbClr val="00B0F0"/>
                </a:solidFill>
                <a:ea typeface="新細明體" charset="-120"/>
              </a:rPr>
              <a:t>Subnet Addressing</a:t>
            </a:r>
          </a:p>
        </p:txBody>
      </p:sp>
      <p:sp>
        <p:nvSpPr>
          <p:cNvPr id="673797" name="Rectangle 1029"/>
          <p:cNvSpPr>
            <a:spLocks noChangeArrowheads="1"/>
          </p:cNvSpPr>
          <p:nvPr/>
        </p:nvSpPr>
        <p:spPr bwMode="auto">
          <a:xfrm>
            <a:off x="2408239" y="1744663"/>
            <a:ext cx="1658937" cy="341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solidFill>
                  <a:srgbClr val="000000"/>
                </a:solidFill>
                <a:latin typeface="Helvetica" panose="020B0604020202020204" pitchFamily="34" charset="0"/>
                <a:ea typeface="新細明體" charset="-120"/>
              </a:rPr>
              <a:t>172.16.2.200</a:t>
            </a:r>
          </a:p>
        </p:txBody>
      </p:sp>
      <p:sp>
        <p:nvSpPr>
          <p:cNvPr id="673798" name="Rectangle 1030"/>
          <p:cNvSpPr>
            <a:spLocks noChangeArrowheads="1"/>
          </p:cNvSpPr>
          <p:nvPr/>
        </p:nvSpPr>
        <p:spPr bwMode="auto">
          <a:xfrm>
            <a:off x="2195513" y="2644776"/>
            <a:ext cx="1871662"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solidFill>
                  <a:srgbClr val="000000"/>
                </a:solidFill>
                <a:latin typeface="Helvetica" panose="020B0604020202020204" pitchFamily="34" charset="0"/>
                <a:ea typeface="新細明體" charset="-120"/>
              </a:rPr>
              <a:t>172.16.2.2</a:t>
            </a:r>
          </a:p>
        </p:txBody>
      </p:sp>
      <p:sp>
        <p:nvSpPr>
          <p:cNvPr id="673799" name="Rectangle 1031"/>
          <p:cNvSpPr>
            <a:spLocks noChangeArrowheads="1"/>
          </p:cNvSpPr>
          <p:nvPr/>
        </p:nvSpPr>
        <p:spPr bwMode="auto">
          <a:xfrm>
            <a:off x="2408239" y="3559176"/>
            <a:ext cx="1658937" cy="32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solidFill>
                  <a:srgbClr val="000000"/>
                </a:solidFill>
                <a:latin typeface="Helvetica" panose="020B0604020202020204" pitchFamily="34" charset="0"/>
                <a:ea typeface="新細明體" charset="-120"/>
              </a:rPr>
              <a:t>172.16.2.160</a:t>
            </a:r>
          </a:p>
        </p:txBody>
      </p:sp>
      <p:sp>
        <p:nvSpPr>
          <p:cNvPr id="673800" name="Rectangle 1032"/>
          <p:cNvSpPr>
            <a:spLocks noChangeArrowheads="1"/>
          </p:cNvSpPr>
          <p:nvPr/>
        </p:nvSpPr>
        <p:spPr bwMode="auto">
          <a:xfrm>
            <a:off x="4953000" y="2900364"/>
            <a:ext cx="2185988"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172.16.2.1</a:t>
            </a:r>
          </a:p>
        </p:txBody>
      </p:sp>
      <p:sp>
        <p:nvSpPr>
          <p:cNvPr id="673801" name="Rectangle 1033"/>
          <p:cNvSpPr>
            <a:spLocks noChangeArrowheads="1"/>
          </p:cNvSpPr>
          <p:nvPr/>
        </p:nvSpPr>
        <p:spPr bwMode="auto">
          <a:xfrm>
            <a:off x="8124825" y="1744663"/>
            <a:ext cx="1314450" cy="398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172.16.3.5</a:t>
            </a:r>
          </a:p>
        </p:txBody>
      </p:sp>
      <p:sp>
        <p:nvSpPr>
          <p:cNvPr id="673802" name="Rectangle 1034"/>
          <p:cNvSpPr>
            <a:spLocks noChangeArrowheads="1"/>
          </p:cNvSpPr>
          <p:nvPr/>
        </p:nvSpPr>
        <p:spPr bwMode="auto">
          <a:xfrm>
            <a:off x="8124825" y="2644776"/>
            <a:ext cx="1728788"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172.16.3.100</a:t>
            </a:r>
          </a:p>
        </p:txBody>
      </p:sp>
      <p:sp>
        <p:nvSpPr>
          <p:cNvPr id="673803" name="Rectangle 1035"/>
          <p:cNvSpPr>
            <a:spLocks noChangeArrowheads="1"/>
          </p:cNvSpPr>
          <p:nvPr/>
        </p:nvSpPr>
        <p:spPr bwMode="auto">
          <a:xfrm>
            <a:off x="8124825" y="3559176"/>
            <a:ext cx="2014538" cy="32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172.16.3.150</a:t>
            </a:r>
          </a:p>
        </p:txBody>
      </p:sp>
      <p:sp>
        <p:nvSpPr>
          <p:cNvPr id="673804" name="Rectangle 1036"/>
          <p:cNvSpPr>
            <a:spLocks noChangeArrowheads="1"/>
          </p:cNvSpPr>
          <p:nvPr/>
        </p:nvSpPr>
        <p:spPr bwMode="auto">
          <a:xfrm>
            <a:off x="6019800" y="1981200"/>
            <a:ext cx="1900238"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172.16.3.1</a:t>
            </a:r>
          </a:p>
        </p:txBody>
      </p:sp>
      <p:sp>
        <p:nvSpPr>
          <p:cNvPr id="673805" name="Line 1037"/>
          <p:cNvSpPr>
            <a:spLocks noChangeShapeType="1"/>
          </p:cNvSpPr>
          <p:nvPr/>
        </p:nvSpPr>
        <p:spPr bwMode="auto">
          <a:xfrm>
            <a:off x="4894263" y="1600201"/>
            <a:ext cx="0" cy="2657475"/>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73806" name="Line 1038"/>
          <p:cNvSpPr>
            <a:spLocks noChangeShapeType="1"/>
          </p:cNvSpPr>
          <p:nvPr/>
        </p:nvSpPr>
        <p:spPr bwMode="auto">
          <a:xfrm>
            <a:off x="7280275" y="1614489"/>
            <a:ext cx="0" cy="2657475"/>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73807" name="Line 1039"/>
          <p:cNvSpPr>
            <a:spLocks noChangeShapeType="1"/>
          </p:cNvSpPr>
          <p:nvPr/>
        </p:nvSpPr>
        <p:spPr bwMode="auto">
          <a:xfrm>
            <a:off x="4594225" y="2143125"/>
            <a:ext cx="285750" cy="0"/>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73808" name="Line 1040"/>
          <p:cNvSpPr>
            <a:spLocks noChangeShapeType="1"/>
          </p:cNvSpPr>
          <p:nvPr/>
        </p:nvSpPr>
        <p:spPr bwMode="auto">
          <a:xfrm>
            <a:off x="4579939" y="3057525"/>
            <a:ext cx="300037" cy="0"/>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73809" name="Line 1041"/>
          <p:cNvSpPr>
            <a:spLocks noChangeShapeType="1"/>
          </p:cNvSpPr>
          <p:nvPr/>
        </p:nvSpPr>
        <p:spPr bwMode="auto">
          <a:xfrm>
            <a:off x="4565651" y="4014788"/>
            <a:ext cx="328613" cy="0"/>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73810" name="Line 1042"/>
          <p:cNvSpPr>
            <a:spLocks noChangeShapeType="1"/>
          </p:cNvSpPr>
          <p:nvPr/>
        </p:nvSpPr>
        <p:spPr bwMode="auto">
          <a:xfrm>
            <a:off x="7280275" y="3986213"/>
            <a:ext cx="528638" cy="0"/>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73811" name="Line 1043"/>
          <p:cNvSpPr>
            <a:spLocks noChangeShapeType="1"/>
          </p:cNvSpPr>
          <p:nvPr/>
        </p:nvSpPr>
        <p:spPr bwMode="auto">
          <a:xfrm>
            <a:off x="7280276" y="3143250"/>
            <a:ext cx="314325" cy="0"/>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73812" name="Line 1044"/>
          <p:cNvSpPr>
            <a:spLocks noChangeShapeType="1"/>
          </p:cNvSpPr>
          <p:nvPr/>
        </p:nvSpPr>
        <p:spPr bwMode="auto">
          <a:xfrm>
            <a:off x="7294563" y="2157413"/>
            <a:ext cx="514350" cy="0"/>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73813" name="Line 1045"/>
          <p:cNvSpPr>
            <a:spLocks noChangeShapeType="1"/>
          </p:cNvSpPr>
          <p:nvPr/>
        </p:nvSpPr>
        <p:spPr bwMode="auto">
          <a:xfrm>
            <a:off x="4894263" y="2614613"/>
            <a:ext cx="2386012" cy="0"/>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73814" name="Rectangle 1046"/>
          <p:cNvSpPr>
            <a:spLocks noChangeArrowheads="1"/>
          </p:cNvSpPr>
          <p:nvPr/>
        </p:nvSpPr>
        <p:spPr bwMode="auto">
          <a:xfrm>
            <a:off x="5281614" y="2595564"/>
            <a:ext cx="585787"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E0</a:t>
            </a:r>
          </a:p>
        </p:txBody>
      </p:sp>
      <p:sp>
        <p:nvSpPr>
          <p:cNvPr id="673815" name="Rectangle 1047"/>
          <p:cNvSpPr>
            <a:spLocks noChangeArrowheads="1"/>
          </p:cNvSpPr>
          <p:nvPr/>
        </p:nvSpPr>
        <p:spPr bwMode="auto">
          <a:xfrm>
            <a:off x="6461126" y="2290764"/>
            <a:ext cx="600075"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E1</a:t>
            </a:r>
          </a:p>
        </p:txBody>
      </p:sp>
      <p:sp>
        <p:nvSpPr>
          <p:cNvPr id="673818" name="Rectangle 1050"/>
          <p:cNvSpPr>
            <a:spLocks noChangeArrowheads="1"/>
          </p:cNvSpPr>
          <p:nvPr/>
        </p:nvSpPr>
        <p:spPr bwMode="auto">
          <a:xfrm>
            <a:off x="2166939" y="5430839"/>
            <a:ext cx="1457325"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172.16</a:t>
            </a:r>
          </a:p>
        </p:txBody>
      </p:sp>
      <p:sp>
        <p:nvSpPr>
          <p:cNvPr id="673819" name="Rectangle 1051"/>
          <p:cNvSpPr>
            <a:spLocks noChangeArrowheads="1"/>
          </p:cNvSpPr>
          <p:nvPr/>
        </p:nvSpPr>
        <p:spPr bwMode="auto">
          <a:xfrm>
            <a:off x="3695700" y="5430839"/>
            <a:ext cx="255588"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2</a:t>
            </a:r>
          </a:p>
        </p:txBody>
      </p:sp>
      <p:sp>
        <p:nvSpPr>
          <p:cNvPr id="673820" name="Rectangle 1052"/>
          <p:cNvSpPr>
            <a:spLocks noChangeArrowheads="1"/>
          </p:cNvSpPr>
          <p:nvPr/>
        </p:nvSpPr>
        <p:spPr bwMode="auto">
          <a:xfrm>
            <a:off x="4581525" y="5430838"/>
            <a:ext cx="484188" cy="512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160</a:t>
            </a:r>
          </a:p>
        </p:txBody>
      </p:sp>
      <p:sp>
        <p:nvSpPr>
          <p:cNvPr id="673821" name="Rectangle 1053"/>
          <p:cNvSpPr>
            <a:spLocks noChangeArrowheads="1"/>
          </p:cNvSpPr>
          <p:nvPr/>
        </p:nvSpPr>
        <p:spPr bwMode="auto">
          <a:xfrm>
            <a:off x="2052639" y="5816600"/>
            <a:ext cx="1127125"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Network</a:t>
            </a:r>
          </a:p>
        </p:txBody>
      </p:sp>
      <p:sp>
        <p:nvSpPr>
          <p:cNvPr id="673822" name="Rectangle 1054"/>
          <p:cNvSpPr>
            <a:spLocks noChangeArrowheads="1"/>
          </p:cNvSpPr>
          <p:nvPr/>
        </p:nvSpPr>
        <p:spPr bwMode="auto">
          <a:xfrm>
            <a:off x="4481514" y="5816600"/>
            <a:ext cx="669925"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Host</a:t>
            </a:r>
          </a:p>
        </p:txBody>
      </p:sp>
      <p:sp>
        <p:nvSpPr>
          <p:cNvPr id="673823" name="Rectangle 1055"/>
          <p:cNvSpPr>
            <a:spLocks noChangeArrowheads="1"/>
          </p:cNvSpPr>
          <p:nvPr/>
        </p:nvSpPr>
        <p:spPr bwMode="auto">
          <a:xfrm>
            <a:off x="3203576" y="5430839"/>
            <a:ext cx="182563"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a:t>
            </a:r>
          </a:p>
        </p:txBody>
      </p:sp>
      <p:sp>
        <p:nvSpPr>
          <p:cNvPr id="673824" name="Rectangle 1056"/>
          <p:cNvSpPr>
            <a:spLocks noChangeArrowheads="1"/>
          </p:cNvSpPr>
          <p:nvPr/>
        </p:nvSpPr>
        <p:spPr bwMode="auto">
          <a:xfrm>
            <a:off x="4232275" y="5430839"/>
            <a:ext cx="22860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a:t>
            </a:r>
          </a:p>
        </p:txBody>
      </p:sp>
      <p:sp>
        <p:nvSpPr>
          <p:cNvPr id="673825" name="Line 1057"/>
          <p:cNvSpPr>
            <a:spLocks noChangeShapeType="1"/>
          </p:cNvSpPr>
          <p:nvPr/>
        </p:nvSpPr>
        <p:spPr bwMode="auto">
          <a:xfrm>
            <a:off x="2722563" y="3914776"/>
            <a:ext cx="0" cy="1471613"/>
          </a:xfrm>
          <a:prstGeom prst="line">
            <a:avLst/>
          </a:prstGeom>
          <a:noFill/>
          <a:ln w="50800">
            <a:solidFill>
              <a:srgbClr val="8955FF"/>
            </a:solidFill>
            <a:round/>
            <a:headEnd type="none" w="sm" len="sm"/>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pic>
        <p:nvPicPr>
          <p:cNvPr id="673826" name="Picture 105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76701" y="1857375"/>
            <a:ext cx="646113"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73827" name="Picture 105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76701" y="2800350"/>
            <a:ext cx="646113"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73828" name="Picture 106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76701" y="3743325"/>
            <a:ext cx="646113"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73829" name="Picture 106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05701" y="1857375"/>
            <a:ext cx="646113"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73830" name="Picture 106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05701" y="2800350"/>
            <a:ext cx="646113"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73831" name="Picture 10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05701" y="3743325"/>
            <a:ext cx="646113"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73832" name="Picture 106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51501" y="2387600"/>
            <a:ext cx="809625"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73833" name="Freeform 1065"/>
          <p:cNvSpPr>
            <a:spLocks/>
          </p:cNvSpPr>
          <p:nvPr/>
        </p:nvSpPr>
        <p:spPr bwMode="auto">
          <a:xfrm>
            <a:off x="2065339" y="5514976"/>
            <a:ext cx="1030287" cy="258763"/>
          </a:xfrm>
          <a:custGeom>
            <a:avLst/>
            <a:gdLst>
              <a:gd name="T0" fmla="*/ 0 w 577"/>
              <a:gd name="T1" fmla="*/ 0 h 145"/>
              <a:gd name="T2" fmla="*/ 0 w 577"/>
              <a:gd name="T3" fmla="*/ 144 h 145"/>
              <a:gd name="T4" fmla="*/ 576 w 577"/>
              <a:gd name="T5" fmla="*/ 144 h 145"/>
              <a:gd name="T6" fmla="*/ 576 w 577"/>
              <a:gd name="T7" fmla="*/ 0 h 145"/>
            </a:gdLst>
            <a:ahLst/>
            <a:cxnLst>
              <a:cxn ang="0">
                <a:pos x="T0" y="T1"/>
              </a:cxn>
              <a:cxn ang="0">
                <a:pos x="T2" y="T3"/>
              </a:cxn>
              <a:cxn ang="0">
                <a:pos x="T4" y="T5"/>
              </a:cxn>
              <a:cxn ang="0">
                <a:pos x="T6" y="T7"/>
              </a:cxn>
            </a:cxnLst>
            <a:rect l="0" t="0" r="r" b="b"/>
            <a:pathLst>
              <a:path w="577" h="145">
                <a:moveTo>
                  <a:pt x="0" y="0"/>
                </a:moveTo>
                <a:lnTo>
                  <a:pt x="0" y="144"/>
                </a:lnTo>
                <a:lnTo>
                  <a:pt x="576" y="144"/>
                </a:lnTo>
                <a:lnTo>
                  <a:pt x="576" y="0"/>
                </a:lnTo>
              </a:path>
            </a:pathLst>
          </a:custGeom>
          <a:noFill/>
          <a:ln w="50800" cap="rnd" cmpd="sng">
            <a:solidFill>
              <a:srgbClr val="8955FF"/>
            </a:solidFill>
            <a:prstDash val="solid"/>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673834" name="Freeform 1066"/>
          <p:cNvSpPr>
            <a:spLocks/>
          </p:cNvSpPr>
          <p:nvPr/>
        </p:nvSpPr>
        <p:spPr bwMode="auto">
          <a:xfrm>
            <a:off x="8509000" y="4914901"/>
            <a:ext cx="173038" cy="1630363"/>
          </a:xfrm>
          <a:custGeom>
            <a:avLst/>
            <a:gdLst>
              <a:gd name="T0" fmla="*/ 96 w 97"/>
              <a:gd name="T1" fmla="*/ 0 h 913"/>
              <a:gd name="T2" fmla="*/ 96 w 97"/>
              <a:gd name="T3" fmla="*/ 0 h 913"/>
              <a:gd name="T4" fmla="*/ 0 w 97"/>
              <a:gd name="T5" fmla="*/ 96 h 913"/>
              <a:gd name="T6" fmla="*/ 0 w 97"/>
              <a:gd name="T7" fmla="*/ 912 h 913"/>
              <a:gd name="T8" fmla="*/ 96 w 97"/>
              <a:gd name="T9" fmla="*/ 816 h 913"/>
              <a:gd name="T10" fmla="*/ 96 w 97"/>
              <a:gd name="T11" fmla="*/ 0 h 913"/>
            </a:gdLst>
            <a:ahLst/>
            <a:cxnLst>
              <a:cxn ang="0">
                <a:pos x="T0" y="T1"/>
              </a:cxn>
              <a:cxn ang="0">
                <a:pos x="T2" y="T3"/>
              </a:cxn>
              <a:cxn ang="0">
                <a:pos x="T4" y="T5"/>
              </a:cxn>
              <a:cxn ang="0">
                <a:pos x="T6" y="T7"/>
              </a:cxn>
              <a:cxn ang="0">
                <a:pos x="T8" y="T9"/>
              </a:cxn>
              <a:cxn ang="0">
                <a:pos x="T10" y="T11"/>
              </a:cxn>
            </a:cxnLst>
            <a:rect l="0" t="0" r="r" b="b"/>
            <a:pathLst>
              <a:path w="97" h="913">
                <a:moveTo>
                  <a:pt x="96" y="0"/>
                </a:moveTo>
                <a:lnTo>
                  <a:pt x="96" y="0"/>
                </a:lnTo>
                <a:lnTo>
                  <a:pt x="0" y="96"/>
                </a:lnTo>
                <a:lnTo>
                  <a:pt x="0" y="912"/>
                </a:lnTo>
                <a:lnTo>
                  <a:pt x="96" y="816"/>
                </a:lnTo>
                <a:lnTo>
                  <a:pt x="96" y="0"/>
                </a:lnTo>
              </a:path>
            </a:pathLst>
          </a:custGeom>
          <a:solidFill>
            <a:srgbClr val="FFDA74"/>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73835" name="Freeform 1067"/>
          <p:cNvSpPr>
            <a:spLocks/>
          </p:cNvSpPr>
          <p:nvPr/>
        </p:nvSpPr>
        <p:spPr bwMode="auto">
          <a:xfrm>
            <a:off x="5594350" y="4914900"/>
            <a:ext cx="3087688" cy="173038"/>
          </a:xfrm>
          <a:custGeom>
            <a:avLst/>
            <a:gdLst>
              <a:gd name="T0" fmla="*/ 0 w 1729"/>
              <a:gd name="T1" fmla="*/ 96 h 97"/>
              <a:gd name="T2" fmla="*/ 96 w 1729"/>
              <a:gd name="T3" fmla="*/ 0 h 97"/>
              <a:gd name="T4" fmla="*/ 1728 w 1729"/>
              <a:gd name="T5" fmla="*/ 0 h 97"/>
              <a:gd name="T6" fmla="*/ 1632 w 1729"/>
              <a:gd name="T7" fmla="*/ 96 h 97"/>
              <a:gd name="T8" fmla="*/ 0 w 1729"/>
              <a:gd name="T9" fmla="*/ 96 h 97"/>
            </a:gdLst>
            <a:ahLst/>
            <a:cxnLst>
              <a:cxn ang="0">
                <a:pos x="T0" y="T1"/>
              </a:cxn>
              <a:cxn ang="0">
                <a:pos x="T2" y="T3"/>
              </a:cxn>
              <a:cxn ang="0">
                <a:pos x="T4" y="T5"/>
              </a:cxn>
              <a:cxn ang="0">
                <a:pos x="T6" y="T7"/>
              </a:cxn>
              <a:cxn ang="0">
                <a:pos x="T8" y="T9"/>
              </a:cxn>
            </a:cxnLst>
            <a:rect l="0" t="0" r="r" b="b"/>
            <a:pathLst>
              <a:path w="1729" h="97">
                <a:moveTo>
                  <a:pt x="0" y="96"/>
                </a:moveTo>
                <a:lnTo>
                  <a:pt x="96" y="0"/>
                </a:lnTo>
                <a:lnTo>
                  <a:pt x="1728" y="0"/>
                </a:lnTo>
                <a:lnTo>
                  <a:pt x="1632" y="96"/>
                </a:lnTo>
                <a:lnTo>
                  <a:pt x="0" y="96"/>
                </a:lnTo>
              </a:path>
            </a:pathLst>
          </a:custGeom>
          <a:solidFill>
            <a:srgbClr val="FFDA74"/>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73836" name="Rectangle 1068"/>
          <p:cNvSpPr>
            <a:spLocks noChangeArrowheads="1"/>
          </p:cNvSpPr>
          <p:nvPr/>
        </p:nvSpPr>
        <p:spPr bwMode="auto">
          <a:xfrm>
            <a:off x="5562601" y="5386389"/>
            <a:ext cx="14573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5000"/>
              </a:lnSpc>
              <a:spcBef>
                <a:spcPct val="50000"/>
              </a:spcBef>
            </a:pPr>
            <a:r>
              <a:rPr lang="en-US" altLang="zh-TW" sz="1800">
                <a:solidFill>
                  <a:schemeClr val="bg2"/>
                </a:solidFill>
                <a:latin typeface="Helvetica" panose="020B0604020202020204" pitchFamily="34" charset="0"/>
                <a:ea typeface="新細明體" charset="-120"/>
              </a:rPr>
              <a:t>Network</a:t>
            </a:r>
          </a:p>
        </p:txBody>
      </p:sp>
      <p:sp>
        <p:nvSpPr>
          <p:cNvPr id="673837" name="Rectangle 1069"/>
          <p:cNvSpPr>
            <a:spLocks noChangeArrowheads="1"/>
          </p:cNvSpPr>
          <p:nvPr/>
        </p:nvSpPr>
        <p:spPr bwMode="auto">
          <a:xfrm>
            <a:off x="7223126" y="5386389"/>
            <a:ext cx="12858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5000"/>
              </a:lnSpc>
              <a:spcBef>
                <a:spcPct val="50000"/>
              </a:spcBef>
            </a:pPr>
            <a:r>
              <a:rPr lang="en-US" altLang="zh-TW" sz="1800">
                <a:solidFill>
                  <a:schemeClr val="bg2"/>
                </a:solidFill>
                <a:latin typeface="Helvetica" panose="020B0604020202020204" pitchFamily="34" charset="0"/>
                <a:ea typeface="新細明體" charset="-120"/>
              </a:rPr>
              <a:t>Interface</a:t>
            </a:r>
          </a:p>
        </p:txBody>
      </p:sp>
      <p:sp>
        <p:nvSpPr>
          <p:cNvPr id="673838" name="Rectangle 1070"/>
          <p:cNvSpPr>
            <a:spLocks noChangeArrowheads="1"/>
          </p:cNvSpPr>
          <p:nvPr/>
        </p:nvSpPr>
        <p:spPr bwMode="auto">
          <a:xfrm>
            <a:off x="5734051" y="5815014"/>
            <a:ext cx="1457325" cy="763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accent2"/>
                </a:solidFill>
                <a:latin typeface="Helvetica" panose="020B0604020202020204" pitchFamily="34" charset="0"/>
                <a:ea typeface="新細明體" charset="-120"/>
              </a:rPr>
              <a:t>172.16.2.0</a:t>
            </a:r>
          </a:p>
          <a:p>
            <a:pPr>
              <a:lnSpc>
                <a:spcPct val="95000"/>
              </a:lnSpc>
              <a:spcBef>
                <a:spcPct val="50000"/>
              </a:spcBef>
            </a:pPr>
            <a:r>
              <a:rPr lang="en-US" altLang="zh-TW" sz="1800">
                <a:solidFill>
                  <a:schemeClr val="accent2"/>
                </a:solidFill>
                <a:latin typeface="Helvetica" panose="020B0604020202020204" pitchFamily="34" charset="0"/>
                <a:ea typeface="新細明體" charset="-120"/>
              </a:rPr>
              <a:t>172.16.3.0</a:t>
            </a:r>
          </a:p>
        </p:txBody>
      </p:sp>
      <p:sp>
        <p:nvSpPr>
          <p:cNvPr id="673839" name="Rectangle 1071"/>
          <p:cNvSpPr>
            <a:spLocks noChangeArrowheads="1"/>
          </p:cNvSpPr>
          <p:nvPr/>
        </p:nvSpPr>
        <p:spPr bwMode="auto">
          <a:xfrm>
            <a:off x="7080251" y="5815014"/>
            <a:ext cx="1457325" cy="763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5000"/>
              </a:lnSpc>
              <a:spcBef>
                <a:spcPct val="50000"/>
              </a:spcBef>
            </a:pPr>
            <a:r>
              <a:rPr lang="en-US" altLang="zh-TW" sz="1800">
                <a:solidFill>
                  <a:schemeClr val="tx2"/>
                </a:solidFill>
                <a:latin typeface="Helvetica" panose="020B0604020202020204" pitchFamily="34" charset="0"/>
                <a:ea typeface="新細明體" charset="-120"/>
              </a:rPr>
              <a:t>E0</a:t>
            </a:r>
          </a:p>
          <a:p>
            <a:pPr algn="ctr">
              <a:lnSpc>
                <a:spcPct val="95000"/>
              </a:lnSpc>
              <a:spcBef>
                <a:spcPct val="50000"/>
              </a:spcBef>
            </a:pPr>
            <a:r>
              <a:rPr lang="en-US" altLang="zh-TW" sz="1800">
                <a:solidFill>
                  <a:schemeClr val="tx2"/>
                </a:solidFill>
                <a:latin typeface="Helvetica" panose="020B0604020202020204" pitchFamily="34" charset="0"/>
                <a:ea typeface="新細明體" charset="-120"/>
              </a:rPr>
              <a:t>E1</a:t>
            </a:r>
          </a:p>
        </p:txBody>
      </p:sp>
      <p:sp>
        <p:nvSpPr>
          <p:cNvPr id="673840" name="Rectangle 1072"/>
          <p:cNvSpPr>
            <a:spLocks noChangeArrowheads="1"/>
          </p:cNvSpPr>
          <p:nvPr/>
        </p:nvSpPr>
        <p:spPr bwMode="auto">
          <a:xfrm>
            <a:off x="5765800" y="5129214"/>
            <a:ext cx="24003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5000"/>
              </a:lnSpc>
              <a:spcBef>
                <a:spcPct val="50000"/>
              </a:spcBef>
            </a:pPr>
            <a:r>
              <a:rPr lang="en-US" altLang="zh-TW" sz="1800">
                <a:solidFill>
                  <a:schemeClr val="bg2"/>
                </a:solidFill>
                <a:latin typeface="Helvetica" panose="020B0604020202020204" pitchFamily="34" charset="0"/>
                <a:ea typeface="新細明體" charset="-120"/>
              </a:rPr>
              <a:t>New Routing Table</a:t>
            </a:r>
          </a:p>
        </p:txBody>
      </p:sp>
      <p:sp>
        <p:nvSpPr>
          <p:cNvPr id="673841" name="Freeform 1073"/>
          <p:cNvSpPr>
            <a:spLocks/>
          </p:cNvSpPr>
          <p:nvPr/>
        </p:nvSpPr>
        <p:spPr bwMode="auto">
          <a:xfrm>
            <a:off x="3436939" y="5514976"/>
            <a:ext cx="687387" cy="258763"/>
          </a:xfrm>
          <a:custGeom>
            <a:avLst/>
            <a:gdLst>
              <a:gd name="T0" fmla="*/ 0 w 385"/>
              <a:gd name="T1" fmla="*/ 0 h 145"/>
              <a:gd name="T2" fmla="*/ 0 w 385"/>
              <a:gd name="T3" fmla="*/ 144 h 145"/>
              <a:gd name="T4" fmla="*/ 384 w 385"/>
              <a:gd name="T5" fmla="*/ 144 h 145"/>
              <a:gd name="T6" fmla="*/ 384 w 385"/>
              <a:gd name="T7" fmla="*/ 0 h 145"/>
            </a:gdLst>
            <a:ahLst/>
            <a:cxnLst>
              <a:cxn ang="0">
                <a:pos x="T0" y="T1"/>
              </a:cxn>
              <a:cxn ang="0">
                <a:pos x="T2" y="T3"/>
              </a:cxn>
              <a:cxn ang="0">
                <a:pos x="T4" y="T5"/>
              </a:cxn>
              <a:cxn ang="0">
                <a:pos x="T6" y="T7"/>
              </a:cxn>
            </a:cxnLst>
            <a:rect l="0" t="0" r="r" b="b"/>
            <a:pathLst>
              <a:path w="385" h="145">
                <a:moveTo>
                  <a:pt x="0" y="0"/>
                </a:moveTo>
                <a:lnTo>
                  <a:pt x="0" y="144"/>
                </a:lnTo>
                <a:lnTo>
                  <a:pt x="384" y="144"/>
                </a:lnTo>
                <a:lnTo>
                  <a:pt x="384" y="0"/>
                </a:lnTo>
              </a:path>
            </a:pathLst>
          </a:custGeom>
          <a:noFill/>
          <a:ln w="50800" cap="rnd" cmpd="sng">
            <a:solidFill>
              <a:srgbClr val="8955FF"/>
            </a:solidFill>
            <a:prstDash val="solid"/>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673842" name="Rectangle 1074"/>
          <p:cNvSpPr>
            <a:spLocks noChangeArrowheads="1"/>
          </p:cNvSpPr>
          <p:nvPr/>
        </p:nvSpPr>
        <p:spPr bwMode="auto">
          <a:xfrm>
            <a:off x="3367089" y="5816600"/>
            <a:ext cx="669925"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Subnet</a:t>
            </a:r>
          </a:p>
        </p:txBody>
      </p:sp>
      <p:sp>
        <p:nvSpPr>
          <p:cNvPr id="673843" name="Freeform 1075"/>
          <p:cNvSpPr>
            <a:spLocks/>
          </p:cNvSpPr>
          <p:nvPr/>
        </p:nvSpPr>
        <p:spPr bwMode="auto">
          <a:xfrm>
            <a:off x="4465639" y="5514976"/>
            <a:ext cx="687387" cy="258763"/>
          </a:xfrm>
          <a:custGeom>
            <a:avLst/>
            <a:gdLst>
              <a:gd name="T0" fmla="*/ 0 w 385"/>
              <a:gd name="T1" fmla="*/ 0 h 145"/>
              <a:gd name="T2" fmla="*/ 0 w 385"/>
              <a:gd name="T3" fmla="*/ 144 h 145"/>
              <a:gd name="T4" fmla="*/ 384 w 385"/>
              <a:gd name="T5" fmla="*/ 144 h 145"/>
              <a:gd name="T6" fmla="*/ 384 w 385"/>
              <a:gd name="T7" fmla="*/ 0 h 145"/>
            </a:gdLst>
            <a:ahLst/>
            <a:cxnLst>
              <a:cxn ang="0">
                <a:pos x="T0" y="T1"/>
              </a:cxn>
              <a:cxn ang="0">
                <a:pos x="T2" y="T3"/>
              </a:cxn>
              <a:cxn ang="0">
                <a:pos x="T4" y="T5"/>
              </a:cxn>
              <a:cxn ang="0">
                <a:pos x="T6" y="T7"/>
              </a:cxn>
            </a:cxnLst>
            <a:rect l="0" t="0" r="r" b="b"/>
            <a:pathLst>
              <a:path w="385" h="145">
                <a:moveTo>
                  <a:pt x="0" y="0"/>
                </a:moveTo>
                <a:lnTo>
                  <a:pt x="0" y="144"/>
                </a:lnTo>
                <a:lnTo>
                  <a:pt x="384" y="144"/>
                </a:lnTo>
                <a:lnTo>
                  <a:pt x="384" y="0"/>
                </a:lnTo>
              </a:path>
            </a:pathLst>
          </a:custGeom>
          <a:noFill/>
          <a:ln w="50800" cap="rnd" cmpd="sng">
            <a:solidFill>
              <a:srgbClr val="8955FF"/>
            </a:solidFill>
            <a:prstDash val="solid"/>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Tree>
    <p:extLst>
      <p:ext uri="{BB962C8B-B14F-4D97-AF65-F5344CB8AC3E}">
        <p14:creationId xmlns:p14="http://schemas.microsoft.com/office/powerpoint/2010/main" val="1437740998"/>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9938" name="Rectangle 2"/>
          <p:cNvSpPr>
            <a:spLocks noGrp="1" noChangeArrowheads="1"/>
          </p:cNvSpPr>
          <p:nvPr>
            <p:ph type="title"/>
          </p:nvPr>
        </p:nvSpPr>
        <p:spPr>
          <a:noFill/>
          <a:ln/>
        </p:spPr>
        <p:txBody>
          <a:bodyPr vert="horz" lIns="82153" tIns="41076" rIns="82153" bIns="41076" rtlCol="0" anchor="ctr" anchorCtr="0">
            <a:normAutofit/>
          </a:bodyPr>
          <a:lstStyle/>
          <a:p>
            <a:r>
              <a:rPr lang="en-US" altLang="zh-TW" dirty="0">
                <a:solidFill>
                  <a:srgbClr val="00B0F0"/>
                </a:solidFill>
                <a:ea typeface="新細明體" charset="-120"/>
              </a:rPr>
              <a:t>Subnet Mask</a:t>
            </a:r>
          </a:p>
        </p:txBody>
      </p:sp>
      <p:grpSp>
        <p:nvGrpSpPr>
          <p:cNvPr id="679939" name="Group 3"/>
          <p:cNvGrpSpPr>
            <a:grpSpLocks/>
          </p:cNvGrpSpPr>
          <p:nvPr/>
        </p:nvGrpSpPr>
        <p:grpSpPr bwMode="auto">
          <a:xfrm>
            <a:off x="3429001" y="1931988"/>
            <a:ext cx="6511925" cy="658812"/>
            <a:chOff x="1073" y="964"/>
            <a:chExt cx="3640" cy="424"/>
          </a:xfrm>
        </p:grpSpPr>
        <p:sp>
          <p:nvSpPr>
            <p:cNvPr id="679940" name="Rectangle 4"/>
            <p:cNvSpPr>
              <a:spLocks noChangeArrowheads="1"/>
            </p:cNvSpPr>
            <p:nvPr/>
          </p:nvSpPr>
          <p:spPr bwMode="auto">
            <a:xfrm>
              <a:off x="1073" y="964"/>
              <a:ext cx="904" cy="424"/>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3200">
                  <a:latin typeface="Helvetica" panose="020B0604020202020204" pitchFamily="34" charset="0"/>
                  <a:ea typeface="新細明體" charset="-120"/>
                </a:rPr>
                <a:t>172</a:t>
              </a:r>
            </a:p>
          </p:txBody>
        </p:sp>
        <p:sp>
          <p:nvSpPr>
            <p:cNvPr id="679941" name="Rectangle 5"/>
            <p:cNvSpPr>
              <a:spLocks noChangeArrowheads="1"/>
            </p:cNvSpPr>
            <p:nvPr/>
          </p:nvSpPr>
          <p:spPr bwMode="auto">
            <a:xfrm>
              <a:off x="1985" y="964"/>
              <a:ext cx="904" cy="424"/>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3200">
                  <a:latin typeface="Helvetica" panose="020B0604020202020204" pitchFamily="34" charset="0"/>
                  <a:ea typeface="新細明體" charset="-120"/>
                </a:rPr>
                <a:t>16</a:t>
              </a:r>
            </a:p>
          </p:txBody>
        </p:sp>
        <p:sp>
          <p:nvSpPr>
            <p:cNvPr id="679942" name="Rectangle 6"/>
            <p:cNvSpPr>
              <a:spLocks noChangeArrowheads="1"/>
            </p:cNvSpPr>
            <p:nvPr/>
          </p:nvSpPr>
          <p:spPr bwMode="auto">
            <a:xfrm>
              <a:off x="2897" y="964"/>
              <a:ext cx="904" cy="424"/>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3200">
                  <a:latin typeface="Helvetica" panose="020B0604020202020204" pitchFamily="34" charset="0"/>
                  <a:ea typeface="新細明體" charset="-120"/>
                </a:rPr>
                <a:t>0</a:t>
              </a:r>
            </a:p>
          </p:txBody>
        </p:sp>
        <p:sp>
          <p:nvSpPr>
            <p:cNvPr id="679943" name="Rectangle 7"/>
            <p:cNvSpPr>
              <a:spLocks noChangeArrowheads="1"/>
            </p:cNvSpPr>
            <p:nvPr/>
          </p:nvSpPr>
          <p:spPr bwMode="auto">
            <a:xfrm>
              <a:off x="3809" y="964"/>
              <a:ext cx="904" cy="424"/>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3200">
                  <a:latin typeface="Helvetica" panose="020B0604020202020204" pitchFamily="34" charset="0"/>
                  <a:ea typeface="新細明體" charset="-120"/>
                </a:rPr>
                <a:t>0</a:t>
              </a:r>
            </a:p>
          </p:txBody>
        </p:sp>
      </p:grpSp>
      <p:sp>
        <p:nvSpPr>
          <p:cNvPr id="679945" name="Rectangle 9"/>
          <p:cNvSpPr>
            <a:spLocks noChangeArrowheads="1"/>
          </p:cNvSpPr>
          <p:nvPr/>
        </p:nvSpPr>
        <p:spPr bwMode="auto">
          <a:xfrm>
            <a:off x="3429000" y="3181350"/>
            <a:ext cx="1625600" cy="901700"/>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3200">
                <a:solidFill>
                  <a:schemeClr val="accent2"/>
                </a:solidFill>
                <a:latin typeface="Helvetica" panose="020B0604020202020204" pitchFamily="34" charset="0"/>
                <a:ea typeface="新細明體" charset="-120"/>
              </a:rPr>
              <a:t>255</a:t>
            </a:r>
          </a:p>
        </p:txBody>
      </p:sp>
      <p:sp>
        <p:nvSpPr>
          <p:cNvPr id="679946" name="Rectangle 10"/>
          <p:cNvSpPr>
            <a:spLocks noChangeArrowheads="1"/>
          </p:cNvSpPr>
          <p:nvPr/>
        </p:nvSpPr>
        <p:spPr bwMode="auto">
          <a:xfrm>
            <a:off x="5060951" y="3181350"/>
            <a:ext cx="1624013" cy="901700"/>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3200">
                <a:solidFill>
                  <a:schemeClr val="accent2"/>
                </a:solidFill>
                <a:latin typeface="Helvetica" panose="020B0604020202020204" pitchFamily="34" charset="0"/>
                <a:ea typeface="新細明體" charset="-120"/>
              </a:rPr>
              <a:t>255</a:t>
            </a:r>
            <a:endParaRPr lang="en-US" altLang="zh-TW" sz="3200">
              <a:latin typeface="Helvetica" panose="020B0604020202020204" pitchFamily="34" charset="0"/>
              <a:ea typeface="新細明體" charset="-120"/>
            </a:endParaRPr>
          </a:p>
        </p:txBody>
      </p:sp>
      <p:sp>
        <p:nvSpPr>
          <p:cNvPr id="679947" name="Rectangle 11"/>
          <p:cNvSpPr>
            <a:spLocks noChangeArrowheads="1"/>
          </p:cNvSpPr>
          <p:nvPr/>
        </p:nvSpPr>
        <p:spPr bwMode="auto">
          <a:xfrm>
            <a:off x="6692901" y="3181350"/>
            <a:ext cx="1624013" cy="901700"/>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3200">
                <a:latin typeface="Helvetica" panose="020B0604020202020204" pitchFamily="34" charset="0"/>
                <a:ea typeface="新細明體" charset="-120"/>
              </a:rPr>
              <a:t>0</a:t>
            </a:r>
          </a:p>
        </p:txBody>
      </p:sp>
      <p:sp>
        <p:nvSpPr>
          <p:cNvPr id="679948" name="Rectangle 12"/>
          <p:cNvSpPr>
            <a:spLocks noChangeArrowheads="1"/>
          </p:cNvSpPr>
          <p:nvPr/>
        </p:nvSpPr>
        <p:spPr bwMode="auto">
          <a:xfrm>
            <a:off x="8323263" y="3181350"/>
            <a:ext cx="1625600" cy="901700"/>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3200">
                <a:latin typeface="Helvetica" panose="020B0604020202020204" pitchFamily="34" charset="0"/>
                <a:ea typeface="新細明體" charset="-120"/>
              </a:rPr>
              <a:t>0</a:t>
            </a:r>
          </a:p>
        </p:txBody>
      </p:sp>
      <p:grpSp>
        <p:nvGrpSpPr>
          <p:cNvPr id="679949" name="Group 13"/>
          <p:cNvGrpSpPr>
            <a:grpSpLocks/>
          </p:cNvGrpSpPr>
          <p:nvPr/>
        </p:nvGrpSpPr>
        <p:grpSpPr bwMode="auto">
          <a:xfrm>
            <a:off x="3429001" y="5073651"/>
            <a:ext cx="6511925" cy="639763"/>
            <a:chOff x="1073" y="2596"/>
            <a:chExt cx="3640" cy="424"/>
          </a:xfrm>
        </p:grpSpPr>
        <p:sp>
          <p:nvSpPr>
            <p:cNvPr id="679950" name="Rectangle 14"/>
            <p:cNvSpPr>
              <a:spLocks noChangeArrowheads="1"/>
            </p:cNvSpPr>
            <p:nvPr/>
          </p:nvSpPr>
          <p:spPr bwMode="auto">
            <a:xfrm>
              <a:off x="1073" y="2596"/>
              <a:ext cx="904" cy="424"/>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3200">
                  <a:solidFill>
                    <a:schemeClr val="accent2"/>
                  </a:solidFill>
                  <a:latin typeface="Helvetica" panose="020B0604020202020204" pitchFamily="34" charset="0"/>
                  <a:ea typeface="新細明體" charset="-120"/>
                </a:rPr>
                <a:t>255</a:t>
              </a:r>
              <a:endParaRPr lang="en-US" altLang="zh-TW" sz="3200">
                <a:latin typeface="Helvetica" panose="020B0604020202020204" pitchFamily="34" charset="0"/>
                <a:ea typeface="新細明體" charset="-120"/>
              </a:endParaRPr>
            </a:p>
          </p:txBody>
        </p:sp>
        <p:sp>
          <p:nvSpPr>
            <p:cNvPr id="679951" name="Rectangle 15"/>
            <p:cNvSpPr>
              <a:spLocks noChangeArrowheads="1"/>
            </p:cNvSpPr>
            <p:nvPr/>
          </p:nvSpPr>
          <p:spPr bwMode="auto">
            <a:xfrm>
              <a:off x="1985" y="2596"/>
              <a:ext cx="904" cy="424"/>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3200">
                  <a:solidFill>
                    <a:schemeClr val="accent2"/>
                  </a:solidFill>
                  <a:latin typeface="Helvetica" panose="020B0604020202020204" pitchFamily="34" charset="0"/>
                  <a:ea typeface="新細明體" charset="-120"/>
                </a:rPr>
                <a:t>255</a:t>
              </a:r>
              <a:endParaRPr lang="en-US" altLang="zh-TW" sz="3200">
                <a:latin typeface="Helvetica" panose="020B0604020202020204" pitchFamily="34" charset="0"/>
                <a:ea typeface="新細明體" charset="-120"/>
              </a:endParaRPr>
            </a:p>
          </p:txBody>
        </p:sp>
        <p:sp>
          <p:nvSpPr>
            <p:cNvPr id="679952" name="Rectangle 16"/>
            <p:cNvSpPr>
              <a:spLocks noChangeArrowheads="1"/>
            </p:cNvSpPr>
            <p:nvPr/>
          </p:nvSpPr>
          <p:spPr bwMode="auto">
            <a:xfrm>
              <a:off x="2897" y="2596"/>
              <a:ext cx="904" cy="424"/>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3200">
                  <a:solidFill>
                    <a:schemeClr val="accent2"/>
                  </a:solidFill>
                  <a:latin typeface="Helvetica" panose="020B0604020202020204" pitchFamily="34" charset="0"/>
                  <a:ea typeface="新細明體" charset="-120"/>
                </a:rPr>
                <a:t>255</a:t>
              </a:r>
              <a:endParaRPr lang="en-US" altLang="zh-TW" sz="3200">
                <a:latin typeface="Helvetica" panose="020B0604020202020204" pitchFamily="34" charset="0"/>
                <a:ea typeface="新細明體" charset="-120"/>
              </a:endParaRPr>
            </a:p>
          </p:txBody>
        </p:sp>
        <p:sp>
          <p:nvSpPr>
            <p:cNvPr id="679953" name="Rectangle 17"/>
            <p:cNvSpPr>
              <a:spLocks noChangeArrowheads="1"/>
            </p:cNvSpPr>
            <p:nvPr/>
          </p:nvSpPr>
          <p:spPr bwMode="auto">
            <a:xfrm>
              <a:off x="3809" y="2596"/>
              <a:ext cx="904" cy="424"/>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3200">
                  <a:latin typeface="Helvetica" panose="020B0604020202020204" pitchFamily="34" charset="0"/>
                  <a:ea typeface="新細明體" charset="-120"/>
                </a:rPr>
                <a:t>0</a:t>
              </a:r>
            </a:p>
          </p:txBody>
        </p:sp>
      </p:grpSp>
      <p:sp>
        <p:nvSpPr>
          <p:cNvPr id="679954" name="Rectangle 18"/>
          <p:cNvSpPr>
            <a:spLocks noChangeArrowheads="1"/>
          </p:cNvSpPr>
          <p:nvPr/>
        </p:nvSpPr>
        <p:spPr bwMode="auto">
          <a:xfrm>
            <a:off x="2243138" y="2008188"/>
            <a:ext cx="1122362" cy="65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r"/>
            <a:r>
              <a:rPr lang="en-US" altLang="zh-TW" sz="1800">
                <a:latin typeface="Helvetica" panose="020B0604020202020204" pitchFamily="34" charset="0"/>
                <a:ea typeface="新細明體" charset="-120"/>
              </a:rPr>
              <a:t>IP</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Address</a:t>
            </a:r>
          </a:p>
        </p:txBody>
      </p:sp>
      <p:sp>
        <p:nvSpPr>
          <p:cNvPr id="679955" name="Rectangle 19"/>
          <p:cNvSpPr>
            <a:spLocks noChangeArrowheads="1"/>
          </p:cNvSpPr>
          <p:nvPr/>
        </p:nvSpPr>
        <p:spPr bwMode="auto">
          <a:xfrm>
            <a:off x="2382838" y="3122614"/>
            <a:ext cx="982662" cy="928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r"/>
            <a:r>
              <a:rPr lang="en-US" altLang="zh-TW" sz="1800">
                <a:latin typeface="Helvetica" panose="020B0604020202020204" pitchFamily="34" charset="0"/>
                <a:ea typeface="新細明體" charset="-120"/>
              </a:rPr>
              <a:t>Default</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Subnet</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Mask</a:t>
            </a:r>
          </a:p>
        </p:txBody>
      </p:sp>
      <p:sp>
        <p:nvSpPr>
          <p:cNvPr id="679956" name="Rectangle 20"/>
          <p:cNvSpPr>
            <a:spLocks noChangeArrowheads="1"/>
          </p:cNvSpPr>
          <p:nvPr/>
        </p:nvSpPr>
        <p:spPr bwMode="auto">
          <a:xfrm>
            <a:off x="2382838" y="5014914"/>
            <a:ext cx="982662" cy="928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r"/>
            <a:r>
              <a:rPr lang="en-US" altLang="zh-TW" sz="1800">
                <a:latin typeface="Helvetica" panose="020B0604020202020204" pitchFamily="34" charset="0"/>
                <a:ea typeface="新細明體" charset="-120"/>
              </a:rPr>
              <a:t>8-bit</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Subnet</a:t>
            </a:r>
            <a:br>
              <a:rPr lang="en-US" altLang="zh-TW" sz="1800">
                <a:latin typeface="Helvetica" panose="020B0604020202020204" pitchFamily="34" charset="0"/>
                <a:ea typeface="新細明體" charset="-120"/>
              </a:rPr>
            </a:br>
            <a:r>
              <a:rPr lang="en-US" altLang="zh-TW" sz="1800">
                <a:latin typeface="Helvetica" panose="020B0604020202020204" pitchFamily="34" charset="0"/>
                <a:ea typeface="新細明體" charset="-120"/>
              </a:rPr>
              <a:t>Mask</a:t>
            </a:r>
          </a:p>
        </p:txBody>
      </p:sp>
      <p:sp>
        <p:nvSpPr>
          <p:cNvPr id="679957" name="Rectangle 21"/>
          <p:cNvSpPr>
            <a:spLocks noChangeArrowheads="1"/>
          </p:cNvSpPr>
          <p:nvPr/>
        </p:nvSpPr>
        <p:spPr bwMode="auto">
          <a:xfrm>
            <a:off x="4443413" y="1493838"/>
            <a:ext cx="1109662" cy="379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1800">
                <a:latin typeface="Helvetica" panose="020B0604020202020204" pitchFamily="34" charset="0"/>
                <a:ea typeface="新細明體" charset="-120"/>
              </a:rPr>
              <a:t>Network</a:t>
            </a:r>
          </a:p>
        </p:txBody>
      </p:sp>
      <p:sp>
        <p:nvSpPr>
          <p:cNvPr id="679958" name="Rectangle 22"/>
          <p:cNvSpPr>
            <a:spLocks noChangeArrowheads="1"/>
          </p:cNvSpPr>
          <p:nvPr/>
        </p:nvSpPr>
        <p:spPr bwMode="auto">
          <a:xfrm>
            <a:off x="7983539" y="1493838"/>
            <a:ext cx="714375" cy="379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1800">
                <a:latin typeface="Helvetica" panose="020B0604020202020204" pitchFamily="34" charset="0"/>
                <a:ea typeface="新細明體" charset="-120"/>
              </a:rPr>
              <a:t>Host</a:t>
            </a:r>
          </a:p>
        </p:txBody>
      </p:sp>
      <p:sp>
        <p:nvSpPr>
          <p:cNvPr id="679960" name="Line 24"/>
          <p:cNvSpPr>
            <a:spLocks noChangeShapeType="1"/>
          </p:cNvSpPr>
          <p:nvPr/>
        </p:nvSpPr>
        <p:spPr bwMode="auto">
          <a:xfrm>
            <a:off x="3432175" y="1838325"/>
            <a:ext cx="3259138" cy="0"/>
          </a:xfrm>
          <a:prstGeom prst="line">
            <a:avLst/>
          </a:prstGeom>
          <a:noFill/>
          <a:ln w="254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382450" tIns="691241" rIns="1382450" bIns="691241" anchor="ctr"/>
          <a:lstStyle/>
          <a:p>
            <a:endParaRPr lang="en-US"/>
          </a:p>
        </p:txBody>
      </p:sp>
      <p:sp>
        <p:nvSpPr>
          <p:cNvPr id="679961" name="Line 25"/>
          <p:cNvSpPr>
            <a:spLocks noChangeShapeType="1"/>
          </p:cNvSpPr>
          <p:nvPr/>
        </p:nvSpPr>
        <p:spPr bwMode="auto">
          <a:xfrm>
            <a:off x="6691313" y="1838325"/>
            <a:ext cx="3257550" cy="0"/>
          </a:xfrm>
          <a:prstGeom prst="line">
            <a:avLst/>
          </a:prstGeom>
          <a:noFill/>
          <a:ln w="254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382450" tIns="691241" rIns="1382450" bIns="691241" anchor="ctr"/>
          <a:lstStyle/>
          <a:p>
            <a:endParaRPr lang="en-US"/>
          </a:p>
        </p:txBody>
      </p:sp>
      <p:sp>
        <p:nvSpPr>
          <p:cNvPr id="679962" name="Rectangle 26"/>
          <p:cNvSpPr>
            <a:spLocks noChangeArrowheads="1"/>
          </p:cNvSpPr>
          <p:nvPr/>
        </p:nvSpPr>
        <p:spPr bwMode="auto">
          <a:xfrm>
            <a:off x="4443413" y="2743201"/>
            <a:ext cx="1109662" cy="379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1800">
                <a:latin typeface="Helvetica" panose="020B0604020202020204" pitchFamily="34" charset="0"/>
                <a:ea typeface="新細明體" charset="-120"/>
              </a:rPr>
              <a:t>Network</a:t>
            </a:r>
          </a:p>
        </p:txBody>
      </p:sp>
      <p:sp>
        <p:nvSpPr>
          <p:cNvPr id="679963" name="Rectangle 27"/>
          <p:cNvSpPr>
            <a:spLocks noChangeArrowheads="1"/>
          </p:cNvSpPr>
          <p:nvPr/>
        </p:nvSpPr>
        <p:spPr bwMode="auto">
          <a:xfrm>
            <a:off x="7983539" y="2743201"/>
            <a:ext cx="714375" cy="379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1800">
                <a:latin typeface="Helvetica" panose="020B0604020202020204" pitchFamily="34" charset="0"/>
                <a:ea typeface="新細明體" charset="-120"/>
              </a:rPr>
              <a:t>Host</a:t>
            </a:r>
          </a:p>
        </p:txBody>
      </p:sp>
      <p:sp>
        <p:nvSpPr>
          <p:cNvPr id="679964" name="Line 28"/>
          <p:cNvSpPr>
            <a:spLocks noChangeShapeType="1"/>
          </p:cNvSpPr>
          <p:nvPr/>
        </p:nvSpPr>
        <p:spPr bwMode="auto">
          <a:xfrm>
            <a:off x="3432175" y="3087688"/>
            <a:ext cx="3259138" cy="0"/>
          </a:xfrm>
          <a:prstGeom prst="line">
            <a:avLst/>
          </a:prstGeom>
          <a:noFill/>
          <a:ln w="254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382450" tIns="691241" rIns="1382450" bIns="691241" anchor="ctr"/>
          <a:lstStyle/>
          <a:p>
            <a:endParaRPr lang="en-US"/>
          </a:p>
        </p:txBody>
      </p:sp>
      <p:sp>
        <p:nvSpPr>
          <p:cNvPr id="679965" name="Line 29"/>
          <p:cNvSpPr>
            <a:spLocks noChangeShapeType="1"/>
          </p:cNvSpPr>
          <p:nvPr/>
        </p:nvSpPr>
        <p:spPr bwMode="auto">
          <a:xfrm>
            <a:off x="6691313" y="3087688"/>
            <a:ext cx="3257550" cy="0"/>
          </a:xfrm>
          <a:prstGeom prst="line">
            <a:avLst/>
          </a:prstGeom>
          <a:noFill/>
          <a:ln w="254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382450" tIns="691241" rIns="1382450" bIns="691241" anchor="ctr"/>
          <a:lstStyle/>
          <a:p>
            <a:endParaRPr lang="en-US"/>
          </a:p>
        </p:txBody>
      </p:sp>
      <p:sp>
        <p:nvSpPr>
          <p:cNvPr id="679966" name="Rectangle 30"/>
          <p:cNvSpPr>
            <a:spLocks noChangeArrowheads="1"/>
          </p:cNvSpPr>
          <p:nvPr/>
        </p:nvSpPr>
        <p:spPr bwMode="auto">
          <a:xfrm>
            <a:off x="4443413" y="4635501"/>
            <a:ext cx="1109662" cy="379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1800">
                <a:latin typeface="Helvetica" panose="020B0604020202020204" pitchFamily="34" charset="0"/>
                <a:ea typeface="新細明體" charset="-120"/>
              </a:rPr>
              <a:t>Network</a:t>
            </a:r>
          </a:p>
        </p:txBody>
      </p:sp>
      <p:sp>
        <p:nvSpPr>
          <p:cNvPr id="679967" name="Rectangle 31"/>
          <p:cNvSpPr>
            <a:spLocks noChangeArrowheads="1"/>
          </p:cNvSpPr>
          <p:nvPr/>
        </p:nvSpPr>
        <p:spPr bwMode="auto">
          <a:xfrm>
            <a:off x="6992938" y="4635501"/>
            <a:ext cx="982662" cy="379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1800">
                <a:latin typeface="Helvetica" panose="020B0604020202020204" pitchFamily="34" charset="0"/>
                <a:ea typeface="新細明體" charset="-120"/>
              </a:rPr>
              <a:t>Subnet</a:t>
            </a:r>
          </a:p>
        </p:txBody>
      </p:sp>
      <p:sp>
        <p:nvSpPr>
          <p:cNvPr id="679968" name="Line 32"/>
          <p:cNvSpPr>
            <a:spLocks noChangeShapeType="1"/>
          </p:cNvSpPr>
          <p:nvPr/>
        </p:nvSpPr>
        <p:spPr bwMode="auto">
          <a:xfrm>
            <a:off x="3432175" y="4979988"/>
            <a:ext cx="3259138" cy="0"/>
          </a:xfrm>
          <a:prstGeom prst="line">
            <a:avLst/>
          </a:prstGeom>
          <a:noFill/>
          <a:ln w="254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382450" tIns="691241" rIns="1382450" bIns="691241" anchor="ctr"/>
          <a:lstStyle/>
          <a:p>
            <a:endParaRPr lang="en-US"/>
          </a:p>
        </p:txBody>
      </p:sp>
      <p:sp>
        <p:nvSpPr>
          <p:cNvPr id="679969" name="Line 33"/>
          <p:cNvSpPr>
            <a:spLocks noChangeShapeType="1"/>
          </p:cNvSpPr>
          <p:nvPr/>
        </p:nvSpPr>
        <p:spPr bwMode="auto">
          <a:xfrm>
            <a:off x="6691314" y="4979988"/>
            <a:ext cx="1628775" cy="0"/>
          </a:xfrm>
          <a:prstGeom prst="line">
            <a:avLst/>
          </a:prstGeom>
          <a:noFill/>
          <a:ln w="254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382450" tIns="691241" rIns="1382450" bIns="691241" anchor="ctr"/>
          <a:lstStyle/>
          <a:p>
            <a:endParaRPr lang="en-US"/>
          </a:p>
        </p:txBody>
      </p:sp>
      <p:sp>
        <p:nvSpPr>
          <p:cNvPr id="679970" name="Rectangle 34"/>
          <p:cNvSpPr>
            <a:spLocks noChangeArrowheads="1"/>
          </p:cNvSpPr>
          <p:nvPr/>
        </p:nvSpPr>
        <p:spPr bwMode="auto">
          <a:xfrm>
            <a:off x="8755064" y="4635501"/>
            <a:ext cx="714375" cy="379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TW" sz="1800">
                <a:latin typeface="Helvetica" panose="020B0604020202020204" pitchFamily="34" charset="0"/>
                <a:ea typeface="新細明體" charset="-120"/>
              </a:rPr>
              <a:t>Host</a:t>
            </a:r>
          </a:p>
        </p:txBody>
      </p:sp>
      <p:sp>
        <p:nvSpPr>
          <p:cNvPr id="679971" name="Line 35"/>
          <p:cNvSpPr>
            <a:spLocks noChangeShapeType="1"/>
          </p:cNvSpPr>
          <p:nvPr/>
        </p:nvSpPr>
        <p:spPr bwMode="auto">
          <a:xfrm flipH="1">
            <a:off x="8320089" y="4979988"/>
            <a:ext cx="1628775"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382450" tIns="691241" rIns="1382450" bIns="691241" anchor="ctr"/>
          <a:lstStyle/>
          <a:p>
            <a:endParaRPr lang="en-US"/>
          </a:p>
        </p:txBody>
      </p:sp>
      <p:sp>
        <p:nvSpPr>
          <p:cNvPr id="679973" name="Text Box 37"/>
          <p:cNvSpPr txBox="1">
            <a:spLocks noChangeArrowheads="1"/>
          </p:cNvSpPr>
          <p:nvPr/>
        </p:nvSpPr>
        <p:spPr bwMode="auto">
          <a:xfrm>
            <a:off x="3365500" y="4083050"/>
            <a:ext cx="684530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pPr algn="l">
              <a:spcBef>
                <a:spcPct val="50000"/>
              </a:spcBef>
            </a:pPr>
            <a:r>
              <a:rPr lang="en-US" altLang="zh-TW">
                <a:ea typeface="新細明體" charset="-120"/>
              </a:rPr>
              <a:t>Also written as “</a:t>
            </a:r>
            <a:r>
              <a:rPr lang="en-US" altLang="zh-TW">
                <a:solidFill>
                  <a:schemeClr val="accent2"/>
                </a:solidFill>
                <a:ea typeface="新細明體" charset="-120"/>
              </a:rPr>
              <a:t>/16</a:t>
            </a:r>
            <a:r>
              <a:rPr lang="en-US" altLang="zh-TW">
                <a:ea typeface="新細明體" charset="-120"/>
              </a:rPr>
              <a:t>” where 16 represents the number of 1s in the mask.</a:t>
            </a:r>
          </a:p>
        </p:txBody>
      </p:sp>
      <p:sp>
        <p:nvSpPr>
          <p:cNvPr id="679974" name="Text Box 38"/>
          <p:cNvSpPr txBox="1">
            <a:spLocks noChangeArrowheads="1"/>
          </p:cNvSpPr>
          <p:nvPr/>
        </p:nvSpPr>
        <p:spPr bwMode="auto">
          <a:xfrm>
            <a:off x="3386138" y="5791200"/>
            <a:ext cx="6824662" cy="1054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pPr algn="l">
              <a:spcBef>
                <a:spcPct val="50000"/>
              </a:spcBef>
            </a:pPr>
            <a:r>
              <a:rPr lang="en-US" altLang="zh-TW">
                <a:ea typeface="新細明體" charset="-120"/>
              </a:rPr>
              <a:t>Also written as “</a:t>
            </a:r>
            <a:r>
              <a:rPr lang="en-US" altLang="zh-TW">
                <a:solidFill>
                  <a:schemeClr val="accent2"/>
                </a:solidFill>
                <a:ea typeface="新細明體" charset="-120"/>
              </a:rPr>
              <a:t>/24</a:t>
            </a:r>
            <a:r>
              <a:rPr lang="en-US" altLang="zh-TW">
                <a:ea typeface="新細明體" charset="-120"/>
              </a:rPr>
              <a:t>” where 24 represents the number of 1s in the mask.</a:t>
            </a:r>
          </a:p>
          <a:p>
            <a:pPr algn="l">
              <a:spcBef>
                <a:spcPct val="50000"/>
              </a:spcBef>
            </a:pPr>
            <a:endParaRPr lang="zh-TW" altLang="en-US">
              <a:ea typeface="新細明體" charset="-120"/>
            </a:endParaRPr>
          </a:p>
        </p:txBody>
      </p:sp>
      <p:sp>
        <p:nvSpPr>
          <p:cNvPr id="679977" name="Rectangle 41"/>
          <p:cNvSpPr>
            <a:spLocks noChangeArrowheads="1"/>
          </p:cNvSpPr>
          <p:nvPr/>
        </p:nvSpPr>
        <p:spPr bwMode="auto">
          <a:xfrm>
            <a:off x="3554414" y="3505200"/>
            <a:ext cx="185578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zh-TW" altLang="en-US" sz="1800">
                <a:solidFill>
                  <a:schemeClr val="accent2"/>
                </a:solidFill>
                <a:latin typeface="Helvetica" panose="020B0604020202020204" pitchFamily="34" charset="0"/>
                <a:ea typeface="新細明體" charset="-120"/>
              </a:rPr>
              <a:t> </a:t>
            </a:r>
            <a:r>
              <a:rPr lang="en-US" altLang="zh-TW" sz="1800">
                <a:solidFill>
                  <a:schemeClr val="accent2"/>
                </a:solidFill>
                <a:latin typeface="Helvetica" panose="020B0604020202020204" pitchFamily="34" charset="0"/>
                <a:ea typeface="新細明體" charset="-120"/>
              </a:rPr>
              <a:t>11111111</a:t>
            </a:r>
          </a:p>
        </p:txBody>
      </p:sp>
      <p:sp>
        <p:nvSpPr>
          <p:cNvPr id="679978" name="Rectangle 42"/>
          <p:cNvSpPr>
            <a:spLocks noChangeArrowheads="1"/>
          </p:cNvSpPr>
          <p:nvPr/>
        </p:nvSpPr>
        <p:spPr bwMode="auto">
          <a:xfrm>
            <a:off x="5230814" y="3505200"/>
            <a:ext cx="185578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zh-TW" altLang="en-US" sz="1800">
                <a:solidFill>
                  <a:schemeClr val="accent2"/>
                </a:solidFill>
                <a:latin typeface="Helvetica" panose="020B0604020202020204" pitchFamily="34" charset="0"/>
                <a:ea typeface="新細明體" charset="-120"/>
              </a:rPr>
              <a:t> </a:t>
            </a:r>
            <a:r>
              <a:rPr lang="en-US" altLang="zh-TW" sz="1800">
                <a:solidFill>
                  <a:schemeClr val="accent2"/>
                </a:solidFill>
                <a:latin typeface="Helvetica" panose="020B0604020202020204" pitchFamily="34" charset="0"/>
                <a:ea typeface="新細明體" charset="-120"/>
              </a:rPr>
              <a:t>11111111</a:t>
            </a:r>
          </a:p>
        </p:txBody>
      </p:sp>
      <p:sp>
        <p:nvSpPr>
          <p:cNvPr id="679979" name="Rectangle 43"/>
          <p:cNvSpPr>
            <a:spLocks noChangeArrowheads="1"/>
          </p:cNvSpPr>
          <p:nvPr/>
        </p:nvSpPr>
        <p:spPr bwMode="auto">
          <a:xfrm>
            <a:off x="6934200" y="3505200"/>
            <a:ext cx="18557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en-US" altLang="zh-TW" sz="1800">
                <a:latin typeface="Helvetica" panose="020B0604020202020204" pitchFamily="34" charset="0"/>
                <a:ea typeface="新細明體" charset="-120"/>
              </a:rPr>
              <a:t>00000000</a:t>
            </a:r>
            <a:endParaRPr lang="en-US" altLang="zh-TW" sz="1800">
              <a:solidFill>
                <a:srgbClr val="000000"/>
              </a:solidFill>
              <a:latin typeface="Helvetica" panose="020B0604020202020204" pitchFamily="34" charset="0"/>
              <a:ea typeface="新細明體" charset="-120"/>
            </a:endParaRPr>
          </a:p>
        </p:txBody>
      </p:sp>
      <p:sp>
        <p:nvSpPr>
          <p:cNvPr id="679980" name="Rectangle 44"/>
          <p:cNvSpPr>
            <a:spLocks noChangeArrowheads="1"/>
          </p:cNvSpPr>
          <p:nvPr/>
        </p:nvSpPr>
        <p:spPr bwMode="auto">
          <a:xfrm>
            <a:off x="8583614" y="3505200"/>
            <a:ext cx="185578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4838"/>
              </a:lnSpc>
            </a:pPr>
            <a:r>
              <a:rPr lang="en-US" altLang="zh-TW" sz="1800">
                <a:latin typeface="Helvetica" panose="020B0604020202020204" pitchFamily="34" charset="0"/>
                <a:ea typeface="新細明體" charset="-120"/>
              </a:rPr>
              <a:t>00000000</a:t>
            </a:r>
            <a:endParaRPr lang="en-US" altLang="zh-TW" sz="1800">
              <a:solidFill>
                <a:srgbClr val="000000"/>
              </a:solidFill>
              <a:latin typeface="Helvetica" panose="020B0604020202020204" pitchFamily="34" charset="0"/>
              <a:ea typeface="新細明體" charset="-120"/>
            </a:endParaRPr>
          </a:p>
        </p:txBody>
      </p:sp>
    </p:spTree>
    <p:extLst>
      <p:ext uri="{BB962C8B-B14F-4D97-AF65-F5344CB8AC3E}">
        <p14:creationId xmlns:p14="http://schemas.microsoft.com/office/powerpoint/2010/main" val="3737934973"/>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6" name="Rectangle 2"/>
          <p:cNvSpPr>
            <a:spLocks noGrp="1" noChangeArrowheads="1"/>
          </p:cNvSpPr>
          <p:nvPr>
            <p:ph type="title"/>
          </p:nvPr>
        </p:nvSpPr>
        <p:spPr>
          <a:xfrm>
            <a:off x="0" y="142083"/>
            <a:ext cx="7959725" cy="1143000"/>
          </a:xfrm>
          <a:noFill/>
          <a:ln/>
        </p:spPr>
        <p:txBody>
          <a:bodyPr vert="horz" lIns="82153" tIns="41076" rIns="82153" bIns="41076" rtlCol="0" anchor="ctr" anchorCtr="0">
            <a:normAutofit fontScale="90000"/>
          </a:bodyPr>
          <a:lstStyle/>
          <a:p>
            <a:r>
              <a:rPr lang="en-US" altLang="zh-TW" dirty="0">
                <a:solidFill>
                  <a:srgbClr val="00B0F0"/>
                </a:solidFill>
                <a:ea typeface="新細明體" charset="-120"/>
              </a:rPr>
              <a:t>Decimal Equivalents of Bit Patterns</a:t>
            </a:r>
          </a:p>
        </p:txBody>
      </p:sp>
      <p:sp>
        <p:nvSpPr>
          <p:cNvPr id="681988" name="Rectangle 4"/>
          <p:cNvSpPr>
            <a:spLocks noChangeArrowheads="1"/>
          </p:cNvSpPr>
          <p:nvPr/>
        </p:nvSpPr>
        <p:spPr bwMode="auto">
          <a:xfrm>
            <a:off x="2981325" y="2373313"/>
            <a:ext cx="6297128" cy="3657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6532" tIns="58267" rIns="116532" bIns="58267">
            <a:spAutoFit/>
          </a:bodyPr>
          <a:lstStyle>
            <a:lvl1pPr algn="l" defTabSz="1028700">
              <a:tabLst>
                <a:tab pos="647700" algn="ctr"/>
                <a:tab pos="1285875" algn="ctr"/>
                <a:tab pos="1933575" algn="ctr"/>
                <a:tab pos="2571750" algn="ctr"/>
                <a:tab pos="3219450" algn="ctr"/>
                <a:tab pos="3857625" algn="ctr"/>
                <a:tab pos="4505325" algn="ctr"/>
                <a:tab pos="5143500" algn="ctr"/>
                <a:tab pos="5791200" algn="ctr"/>
              </a:tabLst>
              <a:defRPr sz="2400">
                <a:solidFill>
                  <a:schemeClr val="tx1"/>
                </a:solidFill>
                <a:latin typeface="Times" panose="02020603050405020304" pitchFamily="18" charset="0"/>
              </a:defRPr>
            </a:lvl1pPr>
            <a:lvl2pPr marL="514350" algn="l" defTabSz="1028700">
              <a:tabLst>
                <a:tab pos="647700" algn="ctr"/>
                <a:tab pos="1285875" algn="ctr"/>
                <a:tab pos="1933575" algn="ctr"/>
                <a:tab pos="2571750" algn="ctr"/>
                <a:tab pos="3219450" algn="ctr"/>
                <a:tab pos="3857625" algn="ctr"/>
                <a:tab pos="4505325" algn="ctr"/>
                <a:tab pos="5143500" algn="ctr"/>
                <a:tab pos="5791200" algn="ctr"/>
              </a:tabLst>
              <a:defRPr sz="2400">
                <a:solidFill>
                  <a:schemeClr val="tx1"/>
                </a:solidFill>
                <a:latin typeface="Times" panose="02020603050405020304" pitchFamily="18" charset="0"/>
              </a:defRPr>
            </a:lvl2pPr>
            <a:lvl3pPr marL="1028700" algn="l" defTabSz="1028700">
              <a:tabLst>
                <a:tab pos="647700" algn="ctr"/>
                <a:tab pos="1285875" algn="ctr"/>
                <a:tab pos="1933575" algn="ctr"/>
                <a:tab pos="2571750" algn="ctr"/>
                <a:tab pos="3219450" algn="ctr"/>
                <a:tab pos="3857625" algn="ctr"/>
                <a:tab pos="4505325" algn="ctr"/>
                <a:tab pos="5143500" algn="ctr"/>
                <a:tab pos="5791200" algn="ctr"/>
              </a:tabLst>
              <a:defRPr sz="2400">
                <a:solidFill>
                  <a:schemeClr val="tx1"/>
                </a:solidFill>
                <a:latin typeface="Times" panose="02020603050405020304" pitchFamily="18" charset="0"/>
              </a:defRPr>
            </a:lvl3pPr>
            <a:lvl4pPr marL="1543050" algn="l" defTabSz="1028700">
              <a:tabLst>
                <a:tab pos="647700" algn="ctr"/>
                <a:tab pos="1285875" algn="ctr"/>
                <a:tab pos="1933575" algn="ctr"/>
                <a:tab pos="2571750" algn="ctr"/>
                <a:tab pos="3219450" algn="ctr"/>
                <a:tab pos="3857625" algn="ctr"/>
                <a:tab pos="4505325" algn="ctr"/>
                <a:tab pos="5143500" algn="ctr"/>
                <a:tab pos="5791200" algn="ctr"/>
              </a:tabLst>
              <a:defRPr sz="2400">
                <a:solidFill>
                  <a:schemeClr val="tx1"/>
                </a:solidFill>
                <a:latin typeface="Times" panose="02020603050405020304" pitchFamily="18" charset="0"/>
              </a:defRPr>
            </a:lvl4pPr>
            <a:lvl5pPr marL="2057400" algn="l" defTabSz="1028700">
              <a:tabLst>
                <a:tab pos="647700" algn="ctr"/>
                <a:tab pos="1285875" algn="ctr"/>
                <a:tab pos="1933575" algn="ctr"/>
                <a:tab pos="2571750" algn="ctr"/>
                <a:tab pos="3219450" algn="ctr"/>
                <a:tab pos="3857625" algn="ctr"/>
                <a:tab pos="4505325" algn="ctr"/>
                <a:tab pos="5143500" algn="ctr"/>
                <a:tab pos="5791200" algn="ctr"/>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647700" algn="ctr"/>
                <a:tab pos="1285875" algn="ctr"/>
                <a:tab pos="1933575" algn="ctr"/>
                <a:tab pos="2571750" algn="ctr"/>
                <a:tab pos="3219450" algn="ctr"/>
                <a:tab pos="3857625" algn="ctr"/>
                <a:tab pos="4505325" algn="ctr"/>
                <a:tab pos="5143500" algn="ctr"/>
                <a:tab pos="5791200" algn="ctr"/>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647700" algn="ctr"/>
                <a:tab pos="1285875" algn="ctr"/>
                <a:tab pos="1933575" algn="ctr"/>
                <a:tab pos="2571750" algn="ctr"/>
                <a:tab pos="3219450" algn="ctr"/>
                <a:tab pos="3857625" algn="ctr"/>
                <a:tab pos="4505325" algn="ctr"/>
                <a:tab pos="5143500" algn="ctr"/>
                <a:tab pos="5791200" algn="ctr"/>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647700" algn="ctr"/>
                <a:tab pos="1285875" algn="ctr"/>
                <a:tab pos="1933575" algn="ctr"/>
                <a:tab pos="2571750" algn="ctr"/>
                <a:tab pos="3219450" algn="ctr"/>
                <a:tab pos="3857625" algn="ctr"/>
                <a:tab pos="4505325" algn="ctr"/>
                <a:tab pos="5143500" algn="ctr"/>
                <a:tab pos="5791200" algn="ctr"/>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647700" algn="ctr"/>
                <a:tab pos="1285875" algn="ctr"/>
                <a:tab pos="1933575" algn="ctr"/>
                <a:tab pos="2571750" algn="ctr"/>
                <a:tab pos="3219450" algn="ctr"/>
                <a:tab pos="3857625" algn="ctr"/>
                <a:tab pos="4505325" algn="ctr"/>
                <a:tab pos="5143500" algn="ctr"/>
                <a:tab pos="5791200" algn="ctr"/>
              </a:tabLst>
              <a:defRPr sz="2400">
                <a:solidFill>
                  <a:schemeClr val="tx1"/>
                </a:solidFill>
                <a:latin typeface="Times" panose="02020603050405020304" pitchFamily="18" charset="0"/>
              </a:defRPr>
            </a:lvl9pPr>
          </a:lstStyle>
          <a:p>
            <a:pPr>
              <a:spcBef>
                <a:spcPct val="50000"/>
              </a:spcBef>
            </a:pPr>
            <a:r>
              <a:rPr lang="en-US" altLang="zh-TW" sz="2000">
                <a:latin typeface="Helvetica" panose="020B0604020202020204" pitchFamily="34" charset="0"/>
                <a:ea typeface="新細明體" charset="-120"/>
              </a:rPr>
              <a:t>1	0	0	0	0	0	0	0	=	128</a:t>
            </a:r>
          </a:p>
          <a:p>
            <a:pPr>
              <a:spcBef>
                <a:spcPct val="50000"/>
              </a:spcBef>
            </a:pPr>
            <a:r>
              <a:rPr lang="en-US" altLang="zh-TW" sz="2000">
                <a:latin typeface="Helvetica" panose="020B0604020202020204" pitchFamily="34" charset="0"/>
                <a:ea typeface="新細明體" charset="-120"/>
              </a:rPr>
              <a:t>1	1	0	0	0	0	0	0	=	192</a:t>
            </a:r>
          </a:p>
          <a:p>
            <a:pPr>
              <a:spcBef>
                <a:spcPct val="50000"/>
              </a:spcBef>
            </a:pPr>
            <a:r>
              <a:rPr lang="en-US" altLang="zh-TW" sz="2000">
                <a:latin typeface="Helvetica" panose="020B0604020202020204" pitchFamily="34" charset="0"/>
                <a:ea typeface="新細明體" charset="-120"/>
              </a:rPr>
              <a:t>1	1	1	0	0	0	0	0	=	224</a:t>
            </a:r>
          </a:p>
          <a:p>
            <a:pPr>
              <a:spcBef>
                <a:spcPct val="50000"/>
              </a:spcBef>
            </a:pPr>
            <a:r>
              <a:rPr lang="en-US" altLang="zh-TW" sz="2000">
                <a:latin typeface="Helvetica" panose="020B0604020202020204" pitchFamily="34" charset="0"/>
                <a:ea typeface="新細明體" charset="-120"/>
              </a:rPr>
              <a:t>1	1	1	1	0	0	0	0	=	240</a:t>
            </a:r>
          </a:p>
          <a:p>
            <a:pPr>
              <a:spcBef>
                <a:spcPct val="50000"/>
              </a:spcBef>
            </a:pPr>
            <a:r>
              <a:rPr lang="en-US" altLang="zh-TW" sz="2000">
                <a:latin typeface="Helvetica" panose="020B0604020202020204" pitchFamily="34" charset="0"/>
                <a:ea typeface="新細明體" charset="-120"/>
              </a:rPr>
              <a:t>1	1	1	1	1	0	0	0	=	248</a:t>
            </a:r>
          </a:p>
          <a:p>
            <a:pPr>
              <a:spcBef>
                <a:spcPct val="50000"/>
              </a:spcBef>
            </a:pPr>
            <a:r>
              <a:rPr lang="en-US" altLang="zh-TW" sz="2000">
                <a:latin typeface="Helvetica" panose="020B0604020202020204" pitchFamily="34" charset="0"/>
                <a:ea typeface="新細明體" charset="-120"/>
              </a:rPr>
              <a:t>1	1	1	1	1	1	0	0	=	252</a:t>
            </a:r>
          </a:p>
          <a:p>
            <a:pPr>
              <a:spcBef>
                <a:spcPct val="50000"/>
              </a:spcBef>
            </a:pPr>
            <a:r>
              <a:rPr lang="en-US" altLang="zh-TW" sz="2000">
                <a:latin typeface="Helvetica" panose="020B0604020202020204" pitchFamily="34" charset="0"/>
                <a:ea typeface="新細明體" charset="-120"/>
              </a:rPr>
              <a:t>1	1	1	1	1	1	1	0	=	254</a:t>
            </a:r>
          </a:p>
          <a:p>
            <a:pPr>
              <a:spcBef>
                <a:spcPct val="50000"/>
              </a:spcBef>
            </a:pPr>
            <a:r>
              <a:rPr lang="en-US" altLang="zh-TW" sz="2000">
                <a:latin typeface="Helvetica" panose="020B0604020202020204" pitchFamily="34" charset="0"/>
                <a:ea typeface="新細明體" charset="-120"/>
              </a:rPr>
              <a:t>1	1	1	1	1	1	1	1	=	255</a:t>
            </a:r>
          </a:p>
        </p:txBody>
      </p:sp>
      <p:sp>
        <p:nvSpPr>
          <p:cNvPr id="681989" name="Rectangle 5"/>
          <p:cNvSpPr>
            <a:spLocks noChangeArrowheads="1"/>
          </p:cNvSpPr>
          <p:nvPr/>
        </p:nvSpPr>
        <p:spPr bwMode="auto">
          <a:xfrm>
            <a:off x="2827339" y="1516064"/>
            <a:ext cx="4981063" cy="425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6532" tIns="58267" rIns="116532" bIns="58267">
            <a:spAutoFit/>
          </a:bodyPr>
          <a:lstStyle>
            <a:lvl1pPr algn="l" defTabSz="1028700">
              <a:tabLst>
                <a:tab pos="771525" algn="ctr"/>
                <a:tab pos="1419225" algn="ctr"/>
                <a:tab pos="2057400" algn="ctr"/>
                <a:tab pos="2705100" algn="ctr"/>
                <a:tab pos="3343275" algn="ctr"/>
                <a:tab pos="3990975" algn="ctr"/>
                <a:tab pos="4629150" algn="ctr"/>
                <a:tab pos="5143500" algn="ctr"/>
                <a:tab pos="5791200" algn="ctr"/>
              </a:tabLst>
              <a:defRPr sz="2400">
                <a:solidFill>
                  <a:schemeClr val="tx1"/>
                </a:solidFill>
                <a:latin typeface="Times" panose="02020603050405020304" pitchFamily="18" charset="0"/>
              </a:defRPr>
            </a:lvl1pPr>
            <a:lvl2pPr marL="514350" algn="l" defTabSz="1028700">
              <a:tabLst>
                <a:tab pos="771525" algn="ctr"/>
                <a:tab pos="1419225" algn="ctr"/>
                <a:tab pos="2057400" algn="ctr"/>
                <a:tab pos="2705100" algn="ctr"/>
                <a:tab pos="3343275" algn="ctr"/>
                <a:tab pos="3990975" algn="ctr"/>
                <a:tab pos="4629150" algn="ctr"/>
                <a:tab pos="5143500" algn="ctr"/>
                <a:tab pos="5791200" algn="ctr"/>
              </a:tabLst>
              <a:defRPr sz="2400">
                <a:solidFill>
                  <a:schemeClr val="tx1"/>
                </a:solidFill>
                <a:latin typeface="Times" panose="02020603050405020304" pitchFamily="18" charset="0"/>
              </a:defRPr>
            </a:lvl2pPr>
            <a:lvl3pPr marL="1028700" algn="l" defTabSz="1028700">
              <a:tabLst>
                <a:tab pos="771525" algn="ctr"/>
                <a:tab pos="1419225" algn="ctr"/>
                <a:tab pos="2057400" algn="ctr"/>
                <a:tab pos="2705100" algn="ctr"/>
                <a:tab pos="3343275" algn="ctr"/>
                <a:tab pos="3990975" algn="ctr"/>
                <a:tab pos="4629150" algn="ctr"/>
                <a:tab pos="5143500" algn="ctr"/>
                <a:tab pos="5791200" algn="ctr"/>
              </a:tabLst>
              <a:defRPr sz="2400">
                <a:solidFill>
                  <a:schemeClr val="tx1"/>
                </a:solidFill>
                <a:latin typeface="Times" panose="02020603050405020304" pitchFamily="18" charset="0"/>
              </a:defRPr>
            </a:lvl3pPr>
            <a:lvl4pPr marL="1543050" algn="l" defTabSz="1028700">
              <a:tabLst>
                <a:tab pos="771525" algn="ctr"/>
                <a:tab pos="1419225" algn="ctr"/>
                <a:tab pos="2057400" algn="ctr"/>
                <a:tab pos="2705100" algn="ctr"/>
                <a:tab pos="3343275" algn="ctr"/>
                <a:tab pos="3990975" algn="ctr"/>
                <a:tab pos="4629150" algn="ctr"/>
                <a:tab pos="5143500" algn="ctr"/>
                <a:tab pos="5791200" algn="ctr"/>
              </a:tabLst>
              <a:defRPr sz="2400">
                <a:solidFill>
                  <a:schemeClr val="tx1"/>
                </a:solidFill>
                <a:latin typeface="Times" panose="02020603050405020304" pitchFamily="18" charset="0"/>
              </a:defRPr>
            </a:lvl4pPr>
            <a:lvl5pPr marL="2057400" algn="l" defTabSz="1028700">
              <a:tabLst>
                <a:tab pos="771525" algn="ctr"/>
                <a:tab pos="1419225" algn="ctr"/>
                <a:tab pos="2057400" algn="ctr"/>
                <a:tab pos="2705100" algn="ctr"/>
                <a:tab pos="3343275" algn="ctr"/>
                <a:tab pos="3990975" algn="ctr"/>
                <a:tab pos="4629150" algn="ctr"/>
                <a:tab pos="5143500" algn="ctr"/>
                <a:tab pos="5791200" algn="ctr"/>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771525" algn="ctr"/>
                <a:tab pos="1419225" algn="ctr"/>
                <a:tab pos="2057400" algn="ctr"/>
                <a:tab pos="2705100" algn="ctr"/>
                <a:tab pos="3343275" algn="ctr"/>
                <a:tab pos="3990975" algn="ctr"/>
                <a:tab pos="4629150" algn="ctr"/>
                <a:tab pos="5143500" algn="ctr"/>
                <a:tab pos="5791200" algn="ctr"/>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771525" algn="ctr"/>
                <a:tab pos="1419225" algn="ctr"/>
                <a:tab pos="2057400" algn="ctr"/>
                <a:tab pos="2705100" algn="ctr"/>
                <a:tab pos="3343275" algn="ctr"/>
                <a:tab pos="3990975" algn="ctr"/>
                <a:tab pos="4629150" algn="ctr"/>
                <a:tab pos="5143500" algn="ctr"/>
                <a:tab pos="5791200" algn="ctr"/>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771525" algn="ctr"/>
                <a:tab pos="1419225" algn="ctr"/>
                <a:tab pos="2057400" algn="ctr"/>
                <a:tab pos="2705100" algn="ctr"/>
                <a:tab pos="3343275" algn="ctr"/>
                <a:tab pos="3990975" algn="ctr"/>
                <a:tab pos="4629150" algn="ctr"/>
                <a:tab pos="5143500" algn="ctr"/>
                <a:tab pos="5791200" algn="ctr"/>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771525" algn="ctr"/>
                <a:tab pos="1419225" algn="ctr"/>
                <a:tab pos="2057400" algn="ctr"/>
                <a:tab pos="2705100" algn="ctr"/>
                <a:tab pos="3343275" algn="ctr"/>
                <a:tab pos="3990975" algn="ctr"/>
                <a:tab pos="4629150" algn="ctr"/>
                <a:tab pos="5143500" algn="ctr"/>
                <a:tab pos="5791200" algn="ctr"/>
              </a:tabLst>
              <a:defRPr sz="2400">
                <a:solidFill>
                  <a:schemeClr val="tx1"/>
                </a:solidFill>
                <a:latin typeface="Times" panose="02020603050405020304" pitchFamily="18" charset="0"/>
              </a:defRPr>
            </a:lvl9pPr>
          </a:lstStyle>
          <a:p>
            <a:pPr>
              <a:spcBef>
                <a:spcPct val="50000"/>
              </a:spcBef>
            </a:pPr>
            <a:r>
              <a:rPr lang="en-US" altLang="zh-TW" sz="2000">
                <a:latin typeface="Helvetica" panose="020B0604020202020204" pitchFamily="34" charset="0"/>
                <a:ea typeface="新細明體" charset="-120"/>
              </a:rPr>
              <a:t>128  	64	32	16	8	4	2	1</a:t>
            </a:r>
          </a:p>
        </p:txBody>
      </p:sp>
      <p:sp>
        <p:nvSpPr>
          <p:cNvPr id="681990" name="Rectangle 6"/>
          <p:cNvSpPr>
            <a:spLocks noChangeArrowheads="1"/>
          </p:cNvSpPr>
          <p:nvPr/>
        </p:nvSpPr>
        <p:spPr bwMode="auto">
          <a:xfrm>
            <a:off x="8586789" y="2414589"/>
            <a:ext cx="691664" cy="455612"/>
          </a:xfrm>
          <a:prstGeom prst="rect">
            <a:avLst/>
          </a:prstGeom>
          <a:noFill/>
          <a:ln w="25400">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16532" tIns="58267" rIns="116532" bIns="58267">
            <a:spAutoFit/>
          </a:bodyPr>
          <a:lstStyle/>
          <a:p>
            <a:endParaRPr lang="en-US"/>
          </a:p>
        </p:txBody>
      </p:sp>
      <p:sp>
        <p:nvSpPr>
          <p:cNvPr id="681991" name="Rectangle 7"/>
          <p:cNvSpPr>
            <a:spLocks noChangeArrowheads="1"/>
          </p:cNvSpPr>
          <p:nvPr/>
        </p:nvSpPr>
        <p:spPr bwMode="auto">
          <a:xfrm>
            <a:off x="8586789" y="2870201"/>
            <a:ext cx="691664" cy="418483"/>
          </a:xfrm>
          <a:prstGeom prst="rect">
            <a:avLst/>
          </a:prstGeom>
          <a:noFill/>
          <a:ln w="25400">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16532" tIns="58267" rIns="116532" bIns="58267">
            <a:spAutoFit/>
          </a:bodyPr>
          <a:lstStyle/>
          <a:p>
            <a:endParaRPr lang="en-US"/>
          </a:p>
        </p:txBody>
      </p:sp>
      <p:sp>
        <p:nvSpPr>
          <p:cNvPr id="681992" name="Rectangle 8"/>
          <p:cNvSpPr>
            <a:spLocks noChangeArrowheads="1"/>
          </p:cNvSpPr>
          <p:nvPr/>
        </p:nvSpPr>
        <p:spPr bwMode="auto">
          <a:xfrm>
            <a:off x="8586789" y="3340101"/>
            <a:ext cx="691664" cy="353397"/>
          </a:xfrm>
          <a:prstGeom prst="rect">
            <a:avLst/>
          </a:prstGeom>
          <a:noFill/>
          <a:ln w="25400">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16532" tIns="58267" rIns="116532" bIns="58267">
            <a:spAutoFit/>
          </a:bodyPr>
          <a:lstStyle/>
          <a:p>
            <a:endParaRPr lang="en-US"/>
          </a:p>
        </p:txBody>
      </p:sp>
      <p:sp>
        <p:nvSpPr>
          <p:cNvPr id="681993" name="Rectangle 9"/>
          <p:cNvSpPr>
            <a:spLocks noChangeArrowheads="1"/>
          </p:cNvSpPr>
          <p:nvPr/>
        </p:nvSpPr>
        <p:spPr bwMode="auto">
          <a:xfrm>
            <a:off x="8586789" y="3786189"/>
            <a:ext cx="691664" cy="468430"/>
          </a:xfrm>
          <a:prstGeom prst="rect">
            <a:avLst/>
          </a:prstGeom>
          <a:noFill/>
          <a:ln w="25400">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16532" tIns="58267" rIns="116532" bIns="58267">
            <a:spAutoFit/>
          </a:bodyPr>
          <a:lstStyle/>
          <a:p>
            <a:endParaRPr lang="en-US"/>
          </a:p>
        </p:txBody>
      </p:sp>
      <p:sp>
        <p:nvSpPr>
          <p:cNvPr id="681994" name="Rectangle 10"/>
          <p:cNvSpPr>
            <a:spLocks noChangeArrowheads="1"/>
          </p:cNvSpPr>
          <p:nvPr/>
        </p:nvSpPr>
        <p:spPr bwMode="auto">
          <a:xfrm>
            <a:off x="8586789" y="4273552"/>
            <a:ext cx="691664" cy="380384"/>
          </a:xfrm>
          <a:prstGeom prst="rect">
            <a:avLst/>
          </a:prstGeom>
          <a:noFill/>
          <a:ln w="25400">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16532" tIns="58267" rIns="116532" bIns="58267">
            <a:spAutoFit/>
          </a:bodyPr>
          <a:lstStyle/>
          <a:p>
            <a:endParaRPr lang="en-US"/>
          </a:p>
        </p:txBody>
      </p:sp>
      <p:sp>
        <p:nvSpPr>
          <p:cNvPr id="681995" name="Rectangle 11"/>
          <p:cNvSpPr>
            <a:spLocks noChangeArrowheads="1"/>
          </p:cNvSpPr>
          <p:nvPr/>
        </p:nvSpPr>
        <p:spPr bwMode="auto">
          <a:xfrm>
            <a:off x="8586789" y="4729164"/>
            <a:ext cx="691664" cy="527168"/>
          </a:xfrm>
          <a:prstGeom prst="rect">
            <a:avLst/>
          </a:prstGeom>
          <a:noFill/>
          <a:ln w="25400">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16532" tIns="58267" rIns="116532" bIns="58267">
            <a:spAutoFit/>
          </a:bodyPr>
          <a:lstStyle/>
          <a:p>
            <a:endParaRPr lang="en-US"/>
          </a:p>
        </p:txBody>
      </p:sp>
      <p:sp>
        <p:nvSpPr>
          <p:cNvPr id="681996" name="Rectangle 12"/>
          <p:cNvSpPr>
            <a:spLocks noChangeArrowheads="1"/>
          </p:cNvSpPr>
          <p:nvPr/>
        </p:nvSpPr>
        <p:spPr bwMode="auto">
          <a:xfrm>
            <a:off x="8586789" y="5143140"/>
            <a:ext cx="691664" cy="469900"/>
          </a:xfrm>
          <a:prstGeom prst="rect">
            <a:avLst/>
          </a:prstGeom>
          <a:noFill/>
          <a:ln w="25400">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16532" tIns="58267" rIns="116532" bIns="58267">
            <a:spAutoFit/>
          </a:bodyPr>
          <a:lstStyle/>
          <a:p>
            <a:endParaRPr lang="en-US"/>
          </a:p>
        </p:txBody>
      </p:sp>
      <p:sp>
        <p:nvSpPr>
          <p:cNvPr id="681997" name="Rectangle 13"/>
          <p:cNvSpPr>
            <a:spLocks noChangeArrowheads="1"/>
          </p:cNvSpPr>
          <p:nvPr/>
        </p:nvSpPr>
        <p:spPr bwMode="auto">
          <a:xfrm>
            <a:off x="8586789" y="5654676"/>
            <a:ext cx="691664" cy="394672"/>
          </a:xfrm>
          <a:prstGeom prst="rect">
            <a:avLst/>
          </a:prstGeom>
          <a:noFill/>
          <a:ln w="25400">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16532" tIns="58267" rIns="116532" bIns="58267">
            <a:spAutoFit/>
          </a:bodyPr>
          <a:lstStyle/>
          <a:p>
            <a:endParaRPr lang="en-US"/>
          </a:p>
        </p:txBody>
      </p:sp>
      <p:sp>
        <p:nvSpPr>
          <p:cNvPr id="681998" name="Line 14"/>
          <p:cNvSpPr>
            <a:spLocks noChangeShapeType="1"/>
          </p:cNvSpPr>
          <p:nvPr/>
        </p:nvSpPr>
        <p:spPr bwMode="auto">
          <a:xfrm>
            <a:off x="2913064" y="2314575"/>
            <a:ext cx="4973637" cy="0"/>
          </a:xfrm>
          <a:prstGeom prst="line">
            <a:avLst/>
          </a:prstGeom>
          <a:noFill/>
          <a:ln w="127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6532" tIns="58267" rIns="116532" bIns="58267">
            <a:spAutoFit/>
          </a:bodyPr>
          <a:lstStyle/>
          <a:p>
            <a:endParaRPr lang="en-US"/>
          </a:p>
        </p:txBody>
      </p:sp>
      <p:sp>
        <p:nvSpPr>
          <p:cNvPr id="681999" name="Line 15"/>
          <p:cNvSpPr>
            <a:spLocks noChangeShapeType="1"/>
          </p:cNvSpPr>
          <p:nvPr/>
        </p:nvSpPr>
        <p:spPr bwMode="auto">
          <a:xfrm>
            <a:off x="3170238" y="1885951"/>
            <a:ext cx="0" cy="428625"/>
          </a:xfrm>
          <a:prstGeom prst="line">
            <a:avLst/>
          </a:prstGeom>
          <a:noFill/>
          <a:ln w="25400">
            <a:solidFill>
              <a:schemeClr val="accent1"/>
            </a:solidFill>
            <a:round/>
            <a:headEnd type="none" w="sm" len="sm"/>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lIns="116532" tIns="58267" rIns="116532" bIns="58267">
            <a:spAutoFit/>
          </a:bodyPr>
          <a:lstStyle/>
          <a:p>
            <a:endParaRPr lang="en-US"/>
          </a:p>
        </p:txBody>
      </p:sp>
      <p:sp>
        <p:nvSpPr>
          <p:cNvPr id="682000" name="Line 16"/>
          <p:cNvSpPr>
            <a:spLocks noChangeShapeType="1"/>
          </p:cNvSpPr>
          <p:nvPr/>
        </p:nvSpPr>
        <p:spPr bwMode="auto">
          <a:xfrm>
            <a:off x="3711575" y="1885951"/>
            <a:ext cx="0" cy="428625"/>
          </a:xfrm>
          <a:prstGeom prst="line">
            <a:avLst/>
          </a:prstGeom>
          <a:noFill/>
          <a:ln w="25400">
            <a:solidFill>
              <a:schemeClr val="accent1"/>
            </a:solidFill>
            <a:round/>
            <a:headEnd type="none" w="sm" len="sm"/>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lIns="116532" tIns="58267" rIns="116532" bIns="58267">
            <a:spAutoFit/>
          </a:bodyPr>
          <a:lstStyle/>
          <a:p>
            <a:endParaRPr lang="en-US"/>
          </a:p>
        </p:txBody>
      </p:sp>
      <p:sp>
        <p:nvSpPr>
          <p:cNvPr id="682001" name="Line 17"/>
          <p:cNvSpPr>
            <a:spLocks noChangeShapeType="1"/>
          </p:cNvSpPr>
          <p:nvPr/>
        </p:nvSpPr>
        <p:spPr bwMode="auto">
          <a:xfrm>
            <a:off x="4370388" y="1885951"/>
            <a:ext cx="0" cy="428625"/>
          </a:xfrm>
          <a:prstGeom prst="line">
            <a:avLst/>
          </a:prstGeom>
          <a:noFill/>
          <a:ln w="25400">
            <a:solidFill>
              <a:schemeClr val="accent1"/>
            </a:solidFill>
            <a:round/>
            <a:headEnd type="none" w="sm" len="sm"/>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lIns="116532" tIns="58267" rIns="116532" bIns="58267">
            <a:spAutoFit/>
          </a:bodyPr>
          <a:lstStyle/>
          <a:p>
            <a:endParaRPr lang="en-US"/>
          </a:p>
        </p:txBody>
      </p:sp>
      <p:sp>
        <p:nvSpPr>
          <p:cNvPr id="682002" name="Line 18"/>
          <p:cNvSpPr>
            <a:spLocks noChangeShapeType="1"/>
          </p:cNvSpPr>
          <p:nvPr/>
        </p:nvSpPr>
        <p:spPr bwMode="auto">
          <a:xfrm>
            <a:off x="4997450" y="1885951"/>
            <a:ext cx="0" cy="428625"/>
          </a:xfrm>
          <a:prstGeom prst="line">
            <a:avLst/>
          </a:prstGeom>
          <a:noFill/>
          <a:ln w="25400">
            <a:solidFill>
              <a:schemeClr val="accent1"/>
            </a:solidFill>
            <a:round/>
            <a:headEnd type="none" w="sm" len="sm"/>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lIns="116532" tIns="58267" rIns="116532" bIns="58267">
            <a:spAutoFit/>
          </a:bodyPr>
          <a:lstStyle/>
          <a:p>
            <a:endParaRPr lang="en-US"/>
          </a:p>
        </p:txBody>
      </p:sp>
      <p:sp>
        <p:nvSpPr>
          <p:cNvPr id="682003" name="Line 19"/>
          <p:cNvSpPr>
            <a:spLocks noChangeShapeType="1"/>
          </p:cNvSpPr>
          <p:nvPr/>
        </p:nvSpPr>
        <p:spPr bwMode="auto">
          <a:xfrm>
            <a:off x="5656263" y="1885951"/>
            <a:ext cx="0" cy="428625"/>
          </a:xfrm>
          <a:prstGeom prst="line">
            <a:avLst/>
          </a:prstGeom>
          <a:noFill/>
          <a:ln w="25400">
            <a:solidFill>
              <a:schemeClr val="accent1"/>
            </a:solidFill>
            <a:round/>
            <a:headEnd type="none" w="sm" len="sm"/>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lIns="116532" tIns="58267" rIns="116532" bIns="58267">
            <a:spAutoFit/>
          </a:bodyPr>
          <a:lstStyle/>
          <a:p>
            <a:endParaRPr lang="en-US"/>
          </a:p>
        </p:txBody>
      </p:sp>
      <p:sp>
        <p:nvSpPr>
          <p:cNvPr id="682004" name="Line 20"/>
          <p:cNvSpPr>
            <a:spLocks noChangeShapeType="1"/>
          </p:cNvSpPr>
          <p:nvPr/>
        </p:nvSpPr>
        <p:spPr bwMode="auto">
          <a:xfrm>
            <a:off x="6283325" y="1885951"/>
            <a:ext cx="0" cy="428625"/>
          </a:xfrm>
          <a:prstGeom prst="line">
            <a:avLst/>
          </a:prstGeom>
          <a:noFill/>
          <a:ln w="25400">
            <a:solidFill>
              <a:schemeClr val="accent1"/>
            </a:solidFill>
            <a:round/>
            <a:headEnd type="none" w="sm" len="sm"/>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lIns="116532" tIns="58267" rIns="116532" bIns="58267">
            <a:spAutoFit/>
          </a:bodyPr>
          <a:lstStyle/>
          <a:p>
            <a:endParaRPr lang="en-US"/>
          </a:p>
        </p:txBody>
      </p:sp>
      <p:sp>
        <p:nvSpPr>
          <p:cNvPr id="682005" name="Line 21"/>
          <p:cNvSpPr>
            <a:spLocks noChangeShapeType="1"/>
          </p:cNvSpPr>
          <p:nvPr/>
        </p:nvSpPr>
        <p:spPr bwMode="auto">
          <a:xfrm>
            <a:off x="6943725" y="1885951"/>
            <a:ext cx="0" cy="428625"/>
          </a:xfrm>
          <a:prstGeom prst="line">
            <a:avLst/>
          </a:prstGeom>
          <a:noFill/>
          <a:ln w="25400">
            <a:solidFill>
              <a:schemeClr val="accent1"/>
            </a:solidFill>
            <a:round/>
            <a:headEnd type="none" w="sm" len="sm"/>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lIns="116532" tIns="58267" rIns="116532" bIns="58267">
            <a:spAutoFit/>
          </a:bodyPr>
          <a:lstStyle/>
          <a:p>
            <a:endParaRPr lang="en-US"/>
          </a:p>
        </p:txBody>
      </p:sp>
      <p:sp>
        <p:nvSpPr>
          <p:cNvPr id="682006" name="Line 22"/>
          <p:cNvSpPr>
            <a:spLocks noChangeShapeType="1"/>
          </p:cNvSpPr>
          <p:nvPr/>
        </p:nvSpPr>
        <p:spPr bwMode="auto">
          <a:xfrm>
            <a:off x="7570788" y="1885951"/>
            <a:ext cx="0" cy="428625"/>
          </a:xfrm>
          <a:prstGeom prst="line">
            <a:avLst/>
          </a:prstGeom>
          <a:noFill/>
          <a:ln w="25400">
            <a:solidFill>
              <a:schemeClr val="accent1"/>
            </a:solidFill>
            <a:round/>
            <a:headEnd type="none" w="sm" len="sm"/>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lIns="116532" tIns="58267" rIns="116532" bIns="58267">
            <a:spAutoFit/>
          </a:bodyPr>
          <a:lstStyle/>
          <a:p>
            <a:endParaRPr lang="en-US"/>
          </a:p>
        </p:txBody>
      </p:sp>
    </p:spTree>
    <p:extLst>
      <p:ext uri="{BB962C8B-B14F-4D97-AF65-F5344CB8AC3E}">
        <p14:creationId xmlns:p14="http://schemas.microsoft.com/office/powerpoint/2010/main" val="2112257340"/>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078" name="Rectangle 46"/>
          <p:cNvSpPr>
            <a:spLocks noChangeArrowheads="1"/>
          </p:cNvSpPr>
          <p:nvPr/>
        </p:nvSpPr>
        <p:spPr bwMode="auto">
          <a:xfrm>
            <a:off x="5392738" y="4343400"/>
            <a:ext cx="1465262" cy="457200"/>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684039" name="Rectangle 7"/>
          <p:cNvSpPr>
            <a:spLocks noChangeArrowheads="1"/>
          </p:cNvSpPr>
          <p:nvPr/>
        </p:nvSpPr>
        <p:spPr bwMode="auto">
          <a:xfrm>
            <a:off x="5886450" y="4424364"/>
            <a:ext cx="74295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16</a:t>
            </a:r>
          </a:p>
        </p:txBody>
      </p:sp>
      <p:sp>
        <p:nvSpPr>
          <p:cNvPr id="684074" name="Rectangle 42"/>
          <p:cNvSpPr>
            <a:spLocks noChangeArrowheads="1"/>
          </p:cNvSpPr>
          <p:nvPr/>
        </p:nvSpPr>
        <p:spPr bwMode="auto">
          <a:xfrm>
            <a:off x="3944938" y="4343400"/>
            <a:ext cx="1465262" cy="457200"/>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684079" name="Rectangle 47"/>
          <p:cNvSpPr>
            <a:spLocks noChangeArrowheads="1"/>
          </p:cNvSpPr>
          <p:nvPr/>
        </p:nvSpPr>
        <p:spPr bwMode="auto">
          <a:xfrm>
            <a:off x="6858001" y="4343400"/>
            <a:ext cx="1465263" cy="457200"/>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684080" name="Rectangle 48"/>
          <p:cNvSpPr>
            <a:spLocks noChangeArrowheads="1"/>
          </p:cNvSpPr>
          <p:nvPr/>
        </p:nvSpPr>
        <p:spPr bwMode="auto">
          <a:xfrm>
            <a:off x="8305801" y="4343400"/>
            <a:ext cx="1465263" cy="457200"/>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684034" name="Rectangle 2"/>
          <p:cNvSpPr>
            <a:spLocks noChangeArrowheads="1"/>
          </p:cNvSpPr>
          <p:nvPr/>
        </p:nvSpPr>
        <p:spPr bwMode="auto">
          <a:xfrm>
            <a:off x="4683126" y="1658938"/>
            <a:ext cx="1814513"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2700">
                <a:solidFill>
                  <a:srgbClr val="000000"/>
                </a:solidFill>
                <a:latin typeface="Helvetica" panose="020B0604020202020204" pitchFamily="34" charset="0"/>
                <a:ea typeface="新細明體" charset="-120"/>
              </a:rPr>
              <a:t>Network</a:t>
            </a:r>
          </a:p>
        </p:txBody>
      </p:sp>
      <p:sp>
        <p:nvSpPr>
          <p:cNvPr id="684035" name="Rectangle 3"/>
          <p:cNvSpPr>
            <a:spLocks noChangeArrowheads="1"/>
          </p:cNvSpPr>
          <p:nvPr/>
        </p:nvSpPr>
        <p:spPr bwMode="auto">
          <a:xfrm>
            <a:off x="7712075" y="1687513"/>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2700">
                <a:solidFill>
                  <a:srgbClr val="000000"/>
                </a:solidFill>
                <a:latin typeface="Helvetica" panose="020B0604020202020204" pitchFamily="34" charset="0"/>
                <a:ea typeface="新細明體" charset="-120"/>
              </a:rPr>
              <a:t>Host</a:t>
            </a:r>
          </a:p>
        </p:txBody>
      </p:sp>
      <p:sp>
        <p:nvSpPr>
          <p:cNvPr id="684038" name="Rectangle 6"/>
          <p:cNvSpPr>
            <a:spLocks noChangeArrowheads="1"/>
          </p:cNvSpPr>
          <p:nvPr/>
        </p:nvSpPr>
        <p:spPr bwMode="auto">
          <a:xfrm>
            <a:off x="4343400" y="4424364"/>
            <a:ext cx="74295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172</a:t>
            </a:r>
          </a:p>
        </p:txBody>
      </p:sp>
      <p:sp>
        <p:nvSpPr>
          <p:cNvPr id="684040" name="Rectangle 8"/>
          <p:cNvSpPr>
            <a:spLocks noChangeArrowheads="1"/>
          </p:cNvSpPr>
          <p:nvPr/>
        </p:nvSpPr>
        <p:spPr bwMode="auto">
          <a:xfrm>
            <a:off x="7543800" y="4424364"/>
            <a:ext cx="45720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0</a:t>
            </a:r>
          </a:p>
        </p:txBody>
      </p:sp>
      <p:sp>
        <p:nvSpPr>
          <p:cNvPr id="684041" name="Rectangle 9"/>
          <p:cNvSpPr>
            <a:spLocks noChangeArrowheads="1"/>
          </p:cNvSpPr>
          <p:nvPr/>
        </p:nvSpPr>
        <p:spPr bwMode="auto">
          <a:xfrm>
            <a:off x="8915400" y="4424364"/>
            <a:ext cx="45720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0</a:t>
            </a:r>
          </a:p>
        </p:txBody>
      </p:sp>
      <p:sp>
        <p:nvSpPr>
          <p:cNvPr id="684043" name="Line 11"/>
          <p:cNvSpPr>
            <a:spLocks noChangeShapeType="1"/>
          </p:cNvSpPr>
          <p:nvPr/>
        </p:nvSpPr>
        <p:spPr bwMode="auto">
          <a:xfrm>
            <a:off x="4010025" y="3586163"/>
            <a:ext cx="5657850"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84045" name="Line 13"/>
          <p:cNvSpPr>
            <a:spLocks noChangeShapeType="1"/>
          </p:cNvSpPr>
          <p:nvPr/>
        </p:nvSpPr>
        <p:spPr bwMode="auto">
          <a:xfrm>
            <a:off x="8305800" y="2200276"/>
            <a:ext cx="0" cy="1914525"/>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84050" name="Rectangle 18"/>
          <p:cNvSpPr>
            <a:spLocks noChangeArrowheads="1"/>
          </p:cNvSpPr>
          <p:nvPr/>
        </p:nvSpPr>
        <p:spPr bwMode="auto">
          <a:xfrm>
            <a:off x="3910014" y="2628901"/>
            <a:ext cx="1285875"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10101100</a:t>
            </a:r>
          </a:p>
        </p:txBody>
      </p:sp>
      <p:sp>
        <p:nvSpPr>
          <p:cNvPr id="684051" name="Rectangle 19"/>
          <p:cNvSpPr>
            <a:spLocks noChangeArrowheads="1"/>
          </p:cNvSpPr>
          <p:nvPr/>
        </p:nvSpPr>
        <p:spPr bwMode="auto">
          <a:xfrm>
            <a:off x="3910014" y="3143251"/>
            <a:ext cx="12858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solidFill>
                  <a:srgbClr val="000000"/>
                </a:solidFill>
                <a:latin typeface="Helvetica" panose="020B0604020202020204" pitchFamily="34" charset="0"/>
                <a:ea typeface="新細明體" charset="-120"/>
              </a:rPr>
              <a:t>11111111</a:t>
            </a:r>
          </a:p>
        </p:txBody>
      </p:sp>
      <p:sp>
        <p:nvSpPr>
          <p:cNvPr id="684052" name="Rectangle 20"/>
          <p:cNvSpPr>
            <a:spLocks noChangeArrowheads="1"/>
          </p:cNvSpPr>
          <p:nvPr/>
        </p:nvSpPr>
        <p:spPr bwMode="auto">
          <a:xfrm>
            <a:off x="3924300" y="3729039"/>
            <a:ext cx="1257300" cy="41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solidFill>
                  <a:srgbClr val="000000"/>
                </a:solidFill>
                <a:latin typeface="Helvetica" panose="020B0604020202020204" pitchFamily="34" charset="0"/>
                <a:ea typeface="新細明體" charset="-120"/>
              </a:rPr>
              <a:t>10101100</a:t>
            </a:r>
          </a:p>
        </p:txBody>
      </p:sp>
      <p:sp>
        <p:nvSpPr>
          <p:cNvPr id="684053" name="Rectangle 21"/>
          <p:cNvSpPr>
            <a:spLocks noChangeArrowheads="1"/>
          </p:cNvSpPr>
          <p:nvPr/>
        </p:nvSpPr>
        <p:spPr bwMode="auto">
          <a:xfrm>
            <a:off x="5424489" y="2628901"/>
            <a:ext cx="1271587"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00010000</a:t>
            </a:r>
          </a:p>
        </p:txBody>
      </p:sp>
      <p:sp>
        <p:nvSpPr>
          <p:cNvPr id="684054" name="Rectangle 22"/>
          <p:cNvSpPr>
            <a:spLocks noChangeArrowheads="1"/>
          </p:cNvSpPr>
          <p:nvPr/>
        </p:nvSpPr>
        <p:spPr bwMode="auto">
          <a:xfrm>
            <a:off x="5424489" y="3143251"/>
            <a:ext cx="12858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solidFill>
                  <a:srgbClr val="000000"/>
                </a:solidFill>
                <a:latin typeface="Helvetica" panose="020B0604020202020204" pitchFamily="34" charset="0"/>
                <a:ea typeface="新細明體" charset="-120"/>
              </a:rPr>
              <a:t>11111111</a:t>
            </a:r>
          </a:p>
        </p:txBody>
      </p:sp>
      <p:sp>
        <p:nvSpPr>
          <p:cNvPr id="684055" name="Rectangle 23"/>
          <p:cNvSpPr>
            <a:spLocks noChangeArrowheads="1"/>
          </p:cNvSpPr>
          <p:nvPr/>
        </p:nvSpPr>
        <p:spPr bwMode="auto">
          <a:xfrm>
            <a:off x="5424489" y="3729039"/>
            <a:ext cx="1271587" cy="41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solidFill>
                  <a:srgbClr val="000000"/>
                </a:solidFill>
                <a:latin typeface="Helvetica" panose="020B0604020202020204" pitchFamily="34" charset="0"/>
                <a:ea typeface="新細明體" charset="-120"/>
              </a:rPr>
              <a:t>00010000</a:t>
            </a:r>
          </a:p>
        </p:txBody>
      </p:sp>
      <p:sp>
        <p:nvSpPr>
          <p:cNvPr id="684056" name="Rectangle 24"/>
          <p:cNvSpPr>
            <a:spLocks noChangeArrowheads="1"/>
          </p:cNvSpPr>
          <p:nvPr/>
        </p:nvSpPr>
        <p:spPr bwMode="auto">
          <a:xfrm>
            <a:off x="6797676" y="3159126"/>
            <a:ext cx="1400175"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solidFill>
                  <a:srgbClr val="000000"/>
                </a:solidFill>
                <a:latin typeface="Helvetica" panose="020B0604020202020204" pitchFamily="34" charset="0"/>
                <a:ea typeface="新細明體" charset="-120"/>
              </a:rPr>
              <a:t>00000000</a:t>
            </a:r>
          </a:p>
        </p:txBody>
      </p:sp>
      <p:sp>
        <p:nvSpPr>
          <p:cNvPr id="684057" name="Rectangle 25"/>
          <p:cNvSpPr>
            <a:spLocks noChangeArrowheads="1"/>
          </p:cNvSpPr>
          <p:nvPr/>
        </p:nvSpPr>
        <p:spPr bwMode="auto">
          <a:xfrm>
            <a:off x="6811964" y="3673475"/>
            <a:ext cx="1385887"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solidFill>
                  <a:srgbClr val="000000"/>
                </a:solidFill>
                <a:latin typeface="Helvetica" panose="020B0604020202020204" pitchFamily="34" charset="0"/>
                <a:ea typeface="新細明體" charset="-120"/>
              </a:rPr>
              <a:t>00000000</a:t>
            </a:r>
          </a:p>
        </p:txBody>
      </p:sp>
      <p:sp>
        <p:nvSpPr>
          <p:cNvPr id="684058" name="Rectangle 26"/>
          <p:cNvSpPr>
            <a:spLocks noChangeArrowheads="1"/>
          </p:cNvSpPr>
          <p:nvPr/>
        </p:nvSpPr>
        <p:spPr bwMode="auto">
          <a:xfrm>
            <a:off x="8212138" y="2630488"/>
            <a:ext cx="1371600" cy="500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10100000</a:t>
            </a:r>
          </a:p>
        </p:txBody>
      </p:sp>
      <p:sp>
        <p:nvSpPr>
          <p:cNvPr id="684059" name="Rectangle 27"/>
          <p:cNvSpPr>
            <a:spLocks noChangeArrowheads="1"/>
          </p:cNvSpPr>
          <p:nvPr/>
        </p:nvSpPr>
        <p:spPr bwMode="auto">
          <a:xfrm>
            <a:off x="8197851" y="3144839"/>
            <a:ext cx="1414463"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solidFill>
                  <a:srgbClr val="000000"/>
                </a:solidFill>
                <a:latin typeface="Helvetica" panose="020B0604020202020204" pitchFamily="34" charset="0"/>
                <a:ea typeface="新細明體" charset="-120"/>
              </a:rPr>
              <a:t>00000000</a:t>
            </a:r>
          </a:p>
        </p:txBody>
      </p:sp>
      <p:sp>
        <p:nvSpPr>
          <p:cNvPr id="684060" name="Rectangle 28"/>
          <p:cNvSpPr>
            <a:spLocks noChangeArrowheads="1"/>
          </p:cNvSpPr>
          <p:nvPr/>
        </p:nvSpPr>
        <p:spPr bwMode="auto">
          <a:xfrm>
            <a:off x="8212139" y="3673475"/>
            <a:ext cx="1385887"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solidFill>
                  <a:srgbClr val="000000"/>
                </a:solidFill>
                <a:latin typeface="Helvetica" panose="020B0604020202020204" pitchFamily="34" charset="0"/>
                <a:ea typeface="新細明體" charset="-120"/>
              </a:rPr>
              <a:t>00000000</a:t>
            </a:r>
          </a:p>
        </p:txBody>
      </p:sp>
      <p:sp>
        <p:nvSpPr>
          <p:cNvPr id="684061" name="Rectangle 29"/>
          <p:cNvSpPr>
            <a:spLocks noGrp="1" noChangeArrowheads="1"/>
          </p:cNvSpPr>
          <p:nvPr>
            <p:ph type="body" sz="half" idx="2"/>
          </p:nvPr>
        </p:nvSpPr>
        <p:spPr>
          <a:xfrm>
            <a:off x="1982788" y="5218114"/>
            <a:ext cx="8221662" cy="725487"/>
          </a:xfrm>
          <a:noFill/>
          <a:ln/>
        </p:spPr>
        <p:txBody>
          <a:bodyPr vert="horz" lIns="82153" tIns="41076" rIns="82153" bIns="41076" rtlCol="0" anchor="ctr" anchorCtr="1">
            <a:normAutofit/>
          </a:bodyPr>
          <a:lstStyle/>
          <a:p>
            <a:r>
              <a:rPr lang="en-US" altLang="zh-TW" sz="3100">
                <a:ea typeface="新細明體" charset="-120"/>
              </a:rPr>
              <a:t>Subnets not in use—the default</a:t>
            </a:r>
          </a:p>
        </p:txBody>
      </p:sp>
      <p:sp>
        <p:nvSpPr>
          <p:cNvPr id="684062" name="Rectangle 30"/>
          <p:cNvSpPr>
            <a:spLocks noChangeArrowheads="1"/>
          </p:cNvSpPr>
          <p:nvPr/>
        </p:nvSpPr>
        <p:spPr bwMode="auto">
          <a:xfrm>
            <a:off x="6826251" y="2628901"/>
            <a:ext cx="1343025" cy="50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00000010</a:t>
            </a:r>
          </a:p>
        </p:txBody>
      </p:sp>
      <p:sp>
        <p:nvSpPr>
          <p:cNvPr id="684063" name="Rectangle 31"/>
          <p:cNvSpPr>
            <a:spLocks noGrp="1" noChangeArrowheads="1"/>
          </p:cNvSpPr>
          <p:nvPr>
            <p:ph type="title"/>
          </p:nvPr>
        </p:nvSpPr>
        <p:spPr>
          <a:noFill/>
          <a:ln/>
        </p:spPr>
        <p:txBody>
          <a:bodyPr vert="horz" lIns="82153" tIns="41076" rIns="82153" bIns="41076" rtlCol="0" anchor="ctr" anchorCtr="0">
            <a:normAutofit/>
          </a:bodyPr>
          <a:lstStyle/>
          <a:p>
            <a:r>
              <a:rPr lang="en-US" altLang="zh-TW" dirty="0">
                <a:solidFill>
                  <a:srgbClr val="00B0F0"/>
                </a:solidFill>
                <a:ea typeface="新細明體" charset="-120"/>
              </a:rPr>
              <a:t>Subnet Mask without Subnets</a:t>
            </a:r>
          </a:p>
        </p:txBody>
      </p:sp>
      <p:sp>
        <p:nvSpPr>
          <p:cNvPr id="684071" name="Line 39"/>
          <p:cNvSpPr>
            <a:spLocks noChangeShapeType="1"/>
          </p:cNvSpPr>
          <p:nvPr/>
        </p:nvSpPr>
        <p:spPr bwMode="auto">
          <a:xfrm>
            <a:off x="4038600" y="2209800"/>
            <a:ext cx="5657850"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84072" name="Line 40"/>
          <p:cNvSpPr>
            <a:spLocks noChangeShapeType="1"/>
          </p:cNvSpPr>
          <p:nvPr/>
        </p:nvSpPr>
        <p:spPr bwMode="auto">
          <a:xfrm>
            <a:off x="5410200" y="2209801"/>
            <a:ext cx="0" cy="1914525"/>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84070" name="Line 38"/>
          <p:cNvSpPr>
            <a:spLocks noChangeShapeType="1"/>
          </p:cNvSpPr>
          <p:nvPr/>
        </p:nvSpPr>
        <p:spPr bwMode="auto">
          <a:xfrm>
            <a:off x="6858000" y="1771650"/>
            <a:ext cx="0" cy="2362200"/>
          </a:xfrm>
          <a:prstGeom prst="line">
            <a:avLst/>
          </a:prstGeom>
          <a:noFill/>
          <a:ln w="28575">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84081" name="Rectangle 49"/>
          <p:cNvSpPr>
            <a:spLocks noChangeArrowheads="1"/>
          </p:cNvSpPr>
          <p:nvPr/>
        </p:nvSpPr>
        <p:spPr bwMode="auto">
          <a:xfrm>
            <a:off x="2039938" y="2601914"/>
            <a:ext cx="1617662" cy="369887"/>
          </a:xfrm>
          <a:prstGeom prst="rect">
            <a:avLst/>
          </a:prstGeom>
          <a:solidFill>
            <a:schemeClr val="folHlink"/>
          </a:solidFill>
          <a:ln w="9525">
            <a:solidFill>
              <a:schemeClr val="tx1"/>
            </a:solidFill>
            <a:miter lim="800000"/>
            <a:headEnd/>
            <a:tailEnd/>
          </a:ln>
          <a:effectLst>
            <a:outerShdw dist="35921" dir="2700000" algn="ctr" rotWithShape="0">
              <a:schemeClr val="bg2"/>
            </a:outerShdw>
          </a:effec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172.16.2.160</a:t>
            </a:r>
          </a:p>
        </p:txBody>
      </p:sp>
      <p:sp>
        <p:nvSpPr>
          <p:cNvPr id="684082" name="Rectangle 50"/>
          <p:cNvSpPr>
            <a:spLocks noChangeArrowheads="1"/>
          </p:cNvSpPr>
          <p:nvPr/>
        </p:nvSpPr>
        <p:spPr bwMode="auto">
          <a:xfrm>
            <a:off x="1981201" y="3200400"/>
            <a:ext cx="1743075" cy="304800"/>
          </a:xfrm>
          <a:prstGeom prst="rect">
            <a:avLst/>
          </a:prstGeom>
          <a:solidFill>
            <a:schemeClr val="folHlink"/>
          </a:solidFill>
          <a:ln w="9525">
            <a:solidFill>
              <a:schemeClr val="tx1"/>
            </a:solidFill>
            <a:miter lim="800000"/>
            <a:headEnd/>
            <a:tailEnd/>
          </a:ln>
          <a:effectLst>
            <a:outerShdw dist="35921" dir="2700000" algn="ctr" rotWithShape="0">
              <a:schemeClr val="bg2"/>
            </a:outerShdw>
          </a:effec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025"/>
              </a:lnSpc>
            </a:pPr>
            <a:r>
              <a:rPr lang="zh-TW" altLang="en-US" sz="2000">
                <a:solidFill>
                  <a:srgbClr val="000000"/>
                </a:solidFill>
                <a:latin typeface="Helvetica" panose="020B0604020202020204" pitchFamily="34" charset="0"/>
                <a:ea typeface="新細明體" charset="-120"/>
              </a:rPr>
              <a:t>  </a:t>
            </a:r>
            <a:r>
              <a:rPr lang="en-US" altLang="zh-TW" sz="2000">
                <a:solidFill>
                  <a:srgbClr val="000000"/>
                </a:solidFill>
                <a:latin typeface="Helvetica" panose="020B0604020202020204" pitchFamily="34" charset="0"/>
                <a:ea typeface="新細明體" charset="-120"/>
              </a:rPr>
              <a:t>255.255.0.0</a:t>
            </a:r>
          </a:p>
        </p:txBody>
      </p:sp>
      <p:sp>
        <p:nvSpPr>
          <p:cNvPr id="684083" name="Rectangle 51"/>
          <p:cNvSpPr>
            <a:spLocks noChangeArrowheads="1"/>
          </p:cNvSpPr>
          <p:nvPr/>
        </p:nvSpPr>
        <p:spPr bwMode="auto">
          <a:xfrm>
            <a:off x="2057401" y="4171950"/>
            <a:ext cx="1814513"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2700">
                <a:solidFill>
                  <a:srgbClr val="000000"/>
                </a:solidFill>
                <a:latin typeface="Helvetica" panose="020B0604020202020204" pitchFamily="34" charset="0"/>
                <a:ea typeface="新細明體" charset="-120"/>
              </a:rPr>
              <a:t>Network</a:t>
            </a:r>
            <a:br>
              <a:rPr lang="en-US" altLang="zh-TW" sz="2700">
                <a:solidFill>
                  <a:srgbClr val="000000"/>
                </a:solidFill>
                <a:latin typeface="Helvetica" panose="020B0604020202020204" pitchFamily="34" charset="0"/>
                <a:ea typeface="新細明體" charset="-120"/>
              </a:rPr>
            </a:br>
            <a:r>
              <a:rPr lang="en-US" altLang="zh-TW" sz="2700">
                <a:solidFill>
                  <a:srgbClr val="000000"/>
                </a:solidFill>
                <a:latin typeface="Helvetica" panose="020B0604020202020204" pitchFamily="34" charset="0"/>
                <a:ea typeface="新細明體" charset="-120"/>
              </a:rPr>
              <a:t>Number</a:t>
            </a:r>
          </a:p>
        </p:txBody>
      </p:sp>
    </p:spTree>
    <p:extLst>
      <p:ext uri="{BB962C8B-B14F-4D97-AF65-F5344CB8AC3E}">
        <p14:creationId xmlns:p14="http://schemas.microsoft.com/office/powerpoint/2010/main" val="103511817"/>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7" name="Rectangle 37"/>
          <p:cNvSpPr>
            <a:spLocks noChangeArrowheads="1"/>
          </p:cNvSpPr>
          <p:nvPr/>
        </p:nvSpPr>
        <p:spPr bwMode="auto">
          <a:xfrm>
            <a:off x="3944938" y="5114925"/>
            <a:ext cx="1465262" cy="457200"/>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686148" name="Rectangle 68"/>
          <p:cNvSpPr>
            <a:spLocks noChangeArrowheads="1"/>
          </p:cNvSpPr>
          <p:nvPr/>
        </p:nvSpPr>
        <p:spPr bwMode="auto">
          <a:xfrm>
            <a:off x="8077200" y="4172228"/>
            <a:ext cx="211138" cy="369332"/>
          </a:xfrm>
          <a:prstGeom prst="rect">
            <a:avLst/>
          </a:prstGeom>
          <a:solidFill>
            <a:srgbClr val="FFFFFF"/>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endParaRPr lang="en-US"/>
          </a:p>
        </p:txBody>
      </p:sp>
      <p:sp>
        <p:nvSpPr>
          <p:cNvPr id="686105" name="Rectangle 25"/>
          <p:cNvSpPr>
            <a:spLocks noGrp="1" noChangeArrowheads="1"/>
          </p:cNvSpPr>
          <p:nvPr>
            <p:ph type="body" sz="half" idx="2"/>
          </p:nvPr>
        </p:nvSpPr>
        <p:spPr>
          <a:xfrm>
            <a:off x="1982788" y="5989638"/>
            <a:ext cx="8221662" cy="639762"/>
          </a:xfrm>
          <a:noFill/>
          <a:ln/>
        </p:spPr>
        <p:txBody>
          <a:bodyPr vert="horz" lIns="82153" tIns="41076" rIns="82153" bIns="41076" rtlCol="0" anchor="ctr" anchorCtr="1">
            <a:normAutofit/>
          </a:bodyPr>
          <a:lstStyle/>
          <a:p>
            <a:r>
              <a:rPr lang="en-US" altLang="zh-TW" sz="3100">
                <a:ea typeface="新細明體" charset="-120"/>
              </a:rPr>
              <a:t>Network number extended by eight bits</a:t>
            </a:r>
          </a:p>
        </p:txBody>
      </p:sp>
      <p:sp>
        <p:nvSpPr>
          <p:cNvPr id="686114" name="Rectangle 34"/>
          <p:cNvSpPr>
            <a:spLocks noGrp="1" noChangeArrowheads="1"/>
          </p:cNvSpPr>
          <p:nvPr>
            <p:ph type="title"/>
          </p:nvPr>
        </p:nvSpPr>
        <p:spPr>
          <a:noFill/>
          <a:ln/>
        </p:spPr>
        <p:txBody>
          <a:bodyPr vert="horz" lIns="82153" tIns="41076" rIns="82153" bIns="41076" rtlCol="0" anchor="ctr" anchorCtr="0">
            <a:normAutofit/>
          </a:bodyPr>
          <a:lstStyle/>
          <a:p>
            <a:r>
              <a:rPr lang="en-US" altLang="zh-TW" dirty="0">
                <a:solidFill>
                  <a:srgbClr val="00B0F0"/>
                </a:solidFill>
                <a:ea typeface="新細明體" charset="-120"/>
              </a:rPr>
              <a:t>Subnet Mask with Subnets</a:t>
            </a:r>
          </a:p>
        </p:txBody>
      </p:sp>
      <p:sp>
        <p:nvSpPr>
          <p:cNvPr id="686115" name="Rectangle 35"/>
          <p:cNvSpPr>
            <a:spLocks noChangeArrowheads="1"/>
          </p:cNvSpPr>
          <p:nvPr/>
        </p:nvSpPr>
        <p:spPr bwMode="auto">
          <a:xfrm>
            <a:off x="5392738" y="5114925"/>
            <a:ext cx="1465262" cy="457200"/>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686116" name="Rectangle 36"/>
          <p:cNvSpPr>
            <a:spLocks noChangeArrowheads="1"/>
          </p:cNvSpPr>
          <p:nvPr/>
        </p:nvSpPr>
        <p:spPr bwMode="auto">
          <a:xfrm>
            <a:off x="5886450" y="5195889"/>
            <a:ext cx="74295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16</a:t>
            </a:r>
          </a:p>
        </p:txBody>
      </p:sp>
      <p:sp>
        <p:nvSpPr>
          <p:cNvPr id="686118" name="Rectangle 38"/>
          <p:cNvSpPr>
            <a:spLocks noChangeArrowheads="1"/>
          </p:cNvSpPr>
          <p:nvPr/>
        </p:nvSpPr>
        <p:spPr bwMode="auto">
          <a:xfrm>
            <a:off x="6858001" y="5114925"/>
            <a:ext cx="1465263" cy="457200"/>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686119" name="Rectangle 39"/>
          <p:cNvSpPr>
            <a:spLocks noChangeArrowheads="1"/>
          </p:cNvSpPr>
          <p:nvPr/>
        </p:nvSpPr>
        <p:spPr bwMode="auto">
          <a:xfrm>
            <a:off x="8305801" y="5114925"/>
            <a:ext cx="1465263" cy="457200"/>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686120" name="Rectangle 40"/>
          <p:cNvSpPr>
            <a:spLocks noChangeArrowheads="1"/>
          </p:cNvSpPr>
          <p:nvPr/>
        </p:nvSpPr>
        <p:spPr bwMode="auto">
          <a:xfrm>
            <a:off x="4683126" y="1658938"/>
            <a:ext cx="1814513"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2700">
                <a:solidFill>
                  <a:srgbClr val="000000"/>
                </a:solidFill>
                <a:latin typeface="Helvetica" panose="020B0604020202020204" pitchFamily="34" charset="0"/>
                <a:ea typeface="新細明體" charset="-120"/>
              </a:rPr>
              <a:t>Network</a:t>
            </a:r>
          </a:p>
        </p:txBody>
      </p:sp>
      <p:sp>
        <p:nvSpPr>
          <p:cNvPr id="686121" name="Rectangle 41"/>
          <p:cNvSpPr>
            <a:spLocks noChangeArrowheads="1"/>
          </p:cNvSpPr>
          <p:nvPr/>
        </p:nvSpPr>
        <p:spPr bwMode="auto">
          <a:xfrm>
            <a:off x="8553450" y="1687513"/>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2700">
                <a:solidFill>
                  <a:srgbClr val="000000"/>
                </a:solidFill>
                <a:latin typeface="Helvetica" panose="020B0604020202020204" pitchFamily="34" charset="0"/>
                <a:ea typeface="新細明體" charset="-120"/>
              </a:rPr>
              <a:t>Host</a:t>
            </a:r>
          </a:p>
        </p:txBody>
      </p:sp>
      <p:sp>
        <p:nvSpPr>
          <p:cNvPr id="686122" name="Rectangle 42"/>
          <p:cNvSpPr>
            <a:spLocks noChangeArrowheads="1"/>
          </p:cNvSpPr>
          <p:nvPr/>
        </p:nvSpPr>
        <p:spPr bwMode="auto">
          <a:xfrm>
            <a:off x="2039938" y="2601914"/>
            <a:ext cx="1617662" cy="369887"/>
          </a:xfrm>
          <a:prstGeom prst="rect">
            <a:avLst/>
          </a:prstGeom>
          <a:solidFill>
            <a:schemeClr val="folHlink"/>
          </a:solidFill>
          <a:ln w="9525">
            <a:solidFill>
              <a:schemeClr val="tx1"/>
            </a:solidFill>
            <a:miter lim="800000"/>
            <a:headEnd/>
            <a:tailEnd/>
          </a:ln>
          <a:effectLst>
            <a:outerShdw dist="35921" dir="2700000" algn="ctr" rotWithShape="0">
              <a:schemeClr val="bg2"/>
            </a:outerShdw>
          </a:effec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172.16.2.160</a:t>
            </a:r>
          </a:p>
        </p:txBody>
      </p:sp>
      <p:sp>
        <p:nvSpPr>
          <p:cNvPr id="686123" name="Rectangle 43"/>
          <p:cNvSpPr>
            <a:spLocks noChangeArrowheads="1"/>
          </p:cNvSpPr>
          <p:nvPr/>
        </p:nvSpPr>
        <p:spPr bwMode="auto">
          <a:xfrm>
            <a:off x="1981200" y="3200400"/>
            <a:ext cx="1905000" cy="304800"/>
          </a:xfrm>
          <a:prstGeom prst="rect">
            <a:avLst/>
          </a:prstGeom>
          <a:solidFill>
            <a:schemeClr val="folHlink"/>
          </a:solidFill>
          <a:ln w="9525">
            <a:solidFill>
              <a:schemeClr val="tx1"/>
            </a:solidFill>
            <a:miter lim="800000"/>
            <a:headEnd/>
            <a:tailEnd/>
          </a:ln>
          <a:effectLst>
            <a:outerShdw dist="35921" dir="2700000" algn="ctr" rotWithShape="0">
              <a:schemeClr val="bg2"/>
            </a:outerShdw>
          </a:effec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025"/>
              </a:lnSpc>
            </a:pPr>
            <a:r>
              <a:rPr lang="zh-TW" altLang="en-US" sz="2000">
                <a:solidFill>
                  <a:srgbClr val="000000"/>
                </a:solidFill>
                <a:latin typeface="Helvetica" panose="020B0604020202020204" pitchFamily="34" charset="0"/>
                <a:ea typeface="新細明體" charset="-120"/>
              </a:rPr>
              <a:t>  </a:t>
            </a:r>
            <a:r>
              <a:rPr lang="en-US" altLang="zh-TW" sz="2000">
                <a:solidFill>
                  <a:srgbClr val="000000"/>
                </a:solidFill>
                <a:latin typeface="Helvetica" panose="020B0604020202020204" pitchFamily="34" charset="0"/>
                <a:ea typeface="新細明體" charset="-120"/>
              </a:rPr>
              <a:t>255.255.</a:t>
            </a:r>
            <a:r>
              <a:rPr lang="en-US" altLang="zh-TW" sz="2000">
                <a:solidFill>
                  <a:schemeClr val="accent2"/>
                </a:solidFill>
                <a:latin typeface="Helvetica" panose="020B0604020202020204" pitchFamily="34" charset="0"/>
                <a:ea typeface="新細明體" charset="-120"/>
              </a:rPr>
              <a:t>255</a:t>
            </a:r>
            <a:r>
              <a:rPr lang="en-US" altLang="zh-TW" sz="2000">
                <a:solidFill>
                  <a:srgbClr val="000000"/>
                </a:solidFill>
                <a:latin typeface="Helvetica" panose="020B0604020202020204" pitchFamily="34" charset="0"/>
                <a:ea typeface="新細明體" charset="-120"/>
              </a:rPr>
              <a:t>.0</a:t>
            </a:r>
          </a:p>
        </p:txBody>
      </p:sp>
      <p:sp>
        <p:nvSpPr>
          <p:cNvPr id="686124" name="Rectangle 44"/>
          <p:cNvSpPr>
            <a:spLocks noChangeArrowheads="1"/>
          </p:cNvSpPr>
          <p:nvPr/>
        </p:nvSpPr>
        <p:spPr bwMode="auto">
          <a:xfrm>
            <a:off x="4343400" y="5195889"/>
            <a:ext cx="74295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172</a:t>
            </a:r>
          </a:p>
        </p:txBody>
      </p:sp>
      <p:sp>
        <p:nvSpPr>
          <p:cNvPr id="686125" name="Rectangle 45"/>
          <p:cNvSpPr>
            <a:spLocks noChangeArrowheads="1"/>
          </p:cNvSpPr>
          <p:nvPr/>
        </p:nvSpPr>
        <p:spPr bwMode="auto">
          <a:xfrm>
            <a:off x="7543800" y="5195889"/>
            <a:ext cx="45720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2</a:t>
            </a:r>
          </a:p>
        </p:txBody>
      </p:sp>
      <p:sp>
        <p:nvSpPr>
          <p:cNvPr id="686126" name="Rectangle 46"/>
          <p:cNvSpPr>
            <a:spLocks noChangeArrowheads="1"/>
          </p:cNvSpPr>
          <p:nvPr/>
        </p:nvSpPr>
        <p:spPr bwMode="auto">
          <a:xfrm>
            <a:off x="8915400" y="5195889"/>
            <a:ext cx="45720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0</a:t>
            </a:r>
          </a:p>
        </p:txBody>
      </p:sp>
      <p:sp>
        <p:nvSpPr>
          <p:cNvPr id="686127" name="Line 47"/>
          <p:cNvSpPr>
            <a:spLocks noChangeShapeType="1"/>
          </p:cNvSpPr>
          <p:nvPr/>
        </p:nvSpPr>
        <p:spPr bwMode="auto">
          <a:xfrm>
            <a:off x="4010025" y="3586163"/>
            <a:ext cx="5657850"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86129" name="Rectangle 49"/>
          <p:cNvSpPr>
            <a:spLocks noChangeArrowheads="1"/>
          </p:cNvSpPr>
          <p:nvPr/>
        </p:nvSpPr>
        <p:spPr bwMode="auto">
          <a:xfrm>
            <a:off x="3910014" y="2628901"/>
            <a:ext cx="1285875"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10101100</a:t>
            </a:r>
          </a:p>
        </p:txBody>
      </p:sp>
      <p:sp>
        <p:nvSpPr>
          <p:cNvPr id="686130" name="Rectangle 50"/>
          <p:cNvSpPr>
            <a:spLocks noChangeArrowheads="1"/>
          </p:cNvSpPr>
          <p:nvPr/>
        </p:nvSpPr>
        <p:spPr bwMode="auto">
          <a:xfrm>
            <a:off x="3910014" y="3143251"/>
            <a:ext cx="12858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solidFill>
                  <a:srgbClr val="000000"/>
                </a:solidFill>
                <a:latin typeface="Helvetica" panose="020B0604020202020204" pitchFamily="34" charset="0"/>
                <a:ea typeface="新細明體" charset="-120"/>
              </a:rPr>
              <a:t>11111111</a:t>
            </a:r>
          </a:p>
        </p:txBody>
      </p:sp>
      <p:sp>
        <p:nvSpPr>
          <p:cNvPr id="686131" name="Rectangle 51"/>
          <p:cNvSpPr>
            <a:spLocks noChangeArrowheads="1"/>
          </p:cNvSpPr>
          <p:nvPr/>
        </p:nvSpPr>
        <p:spPr bwMode="auto">
          <a:xfrm>
            <a:off x="3924300" y="3729039"/>
            <a:ext cx="1257300" cy="41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solidFill>
                  <a:srgbClr val="000000"/>
                </a:solidFill>
                <a:latin typeface="Helvetica" panose="020B0604020202020204" pitchFamily="34" charset="0"/>
                <a:ea typeface="新細明體" charset="-120"/>
              </a:rPr>
              <a:t>10101100</a:t>
            </a:r>
          </a:p>
        </p:txBody>
      </p:sp>
      <p:sp>
        <p:nvSpPr>
          <p:cNvPr id="686132" name="Rectangle 52"/>
          <p:cNvSpPr>
            <a:spLocks noChangeArrowheads="1"/>
          </p:cNvSpPr>
          <p:nvPr/>
        </p:nvSpPr>
        <p:spPr bwMode="auto">
          <a:xfrm>
            <a:off x="5424489" y="2628901"/>
            <a:ext cx="1271587"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00010000</a:t>
            </a:r>
          </a:p>
        </p:txBody>
      </p:sp>
      <p:sp>
        <p:nvSpPr>
          <p:cNvPr id="686133" name="Rectangle 53"/>
          <p:cNvSpPr>
            <a:spLocks noChangeArrowheads="1"/>
          </p:cNvSpPr>
          <p:nvPr/>
        </p:nvSpPr>
        <p:spPr bwMode="auto">
          <a:xfrm>
            <a:off x="5424489" y="3143251"/>
            <a:ext cx="12858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solidFill>
                  <a:srgbClr val="000000"/>
                </a:solidFill>
                <a:latin typeface="Helvetica" panose="020B0604020202020204" pitchFamily="34" charset="0"/>
                <a:ea typeface="新細明體" charset="-120"/>
              </a:rPr>
              <a:t>11111111</a:t>
            </a:r>
          </a:p>
        </p:txBody>
      </p:sp>
      <p:sp>
        <p:nvSpPr>
          <p:cNvPr id="686134" name="Rectangle 54"/>
          <p:cNvSpPr>
            <a:spLocks noChangeArrowheads="1"/>
          </p:cNvSpPr>
          <p:nvPr/>
        </p:nvSpPr>
        <p:spPr bwMode="auto">
          <a:xfrm>
            <a:off x="5424489" y="3729039"/>
            <a:ext cx="1271587" cy="41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solidFill>
                  <a:srgbClr val="000000"/>
                </a:solidFill>
                <a:latin typeface="Helvetica" panose="020B0604020202020204" pitchFamily="34" charset="0"/>
                <a:ea typeface="新細明體" charset="-120"/>
              </a:rPr>
              <a:t>00010000</a:t>
            </a:r>
          </a:p>
        </p:txBody>
      </p:sp>
      <p:sp>
        <p:nvSpPr>
          <p:cNvPr id="686135" name="Rectangle 55"/>
          <p:cNvSpPr>
            <a:spLocks noChangeArrowheads="1"/>
          </p:cNvSpPr>
          <p:nvPr/>
        </p:nvSpPr>
        <p:spPr bwMode="auto">
          <a:xfrm>
            <a:off x="6797676" y="3159126"/>
            <a:ext cx="1400175"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solidFill>
                  <a:schemeClr val="accent2"/>
                </a:solidFill>
                <a:latin typeface="Helvetica" panose="020B0604020202020204" pitchFamily="34" charset="0"/>
                <a:ea typeface="新細明體" charset="-120"/>
              </a:rPr>
              <a:t>11111111</a:t>
            </a:r>
            <a:endParaRPr lang="en-US" altLang="zh-TW" sz="2000">
              <a:solidFill>
                <a:srgbClr val="000000"/>
              </a:solidFill>
              <a:latin typeface="Helvetica" panose="020B0604020202020204" pitchFamily="34" charset="0"/>
              <a:ea typeface="新細明體" charset="-120"/>
            </a:endParaRPr>
          </a:p>
        </p:txBody>
      </p:sp>
      <p:sp>
        <p:nvSpPr>
          <p:cNvPr id="686136" name="Rectangle 56"/>
          <p:cNvSpPr>
            <a:spLocks noChangeArrowheads="1"/>
          </p:cNvSpPr>
          <p:nvPr/>
        </p:nvSpPr>
        <p:spPr bwMode="auto">
          <a:xfrm>
            <a:off x="6811964" y="3738564"/>
            <a:ext cx="1385887"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solidFill>
                  <a:schemeClr val="accent2"/>
                </a:solidFill>
                <a:latin typeface="Helvetica" panose="020B0604020202020204" pitchFamily="34" charset="0"/>
                <a:ea typeface="新細明體" charset="-120"/>
              </a:rPr>
              <a:t>00000010</a:t>
            </a:r>
            <a:endParaRPr lang="en-US" altLang="zh-TW" sz="2000">
              <a:solidFill>
                <a:srgbClr val="000000"/>
              </a:solidFill>
              <a:latin typeface="Helvetica" panose="020B0604020202020204" pitchFamily="34" charset="0"/>
              <a:ea typeface="新細明體" charset="-120"/>
            </a:endParaRPr>
          </a:p>
        </p:txBody>
      </p:sp>
      <p:sp>
        <p:nvSpPr>
          <p:cNvPr id="686137" name="Rectangle 57"/>
          <p:cNvSpPr>
            <a:spLocks noChangeArrowheads="1"/>
          </p:cNvSpPr>
          <p:nvPr/>
        </p:nvSpPr>
        <p:spPr bwMode="auto">
          <a:xfrm>
            <a:off x="8212138" y="2630488"/>
            <a:ext cx="1371600" cy="500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10100000</a:t>
            </a:r>
          </a:p>
        </p:txBody>
      </p:sp>
      <p:sp>
        <p:nvSpPr>
          <p:cNvPr id="686138" name="Rectangle 58"/>
          <p:cNvSpPr>
            <a:spLocks noChangeArrowheads="1"/>
          </p:cNvSpPr>
          <p:nvPr/>
        </p:nvSpPr>
        <p:spPr bwMode="auto">
          <a:xfrm>
            <a:off x="8197851" y="3144839"/>
            <a:ext cx="1414463"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solidFill>
                  <a:srgbClr val="000000"/>
                </a:solidFill>
                <a:latin typeface="Helvetica" panose="020B0604020202020204" pitchFamily="34" charset="0"/>
                <a:ea typeface="新細明體" charset="-120"/>
              </a:rPr>
              <a:t>00000000</a:t>
            </a:r>
          </a:p>
        </p:txBody>
      </p:sp>
      <p:sp>
        <p:nvSpPr>
          <p:cNvPr id="686139" name="Rectangle 59"/>
          <p:cNvSpPr>
            <a:spLocks noChangeArrowheads="1"/>
          </p:cNvSpPr>
          <p:nvPr/>
        </p:nvSpPr>
        <p:spPr bwMode="auto">
          <a:xfrm>
            <a:off x="8212139" y="3738564"/>
            <a:ext cx="1385887"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solidFill>
                  <a:srgbClr val="000000"/>
                </a:solidFill>
                <a:latin typeface="Helvetica" panose="020B0604020202020204" pitchFamily="34" charset="0"/>
                <a:ea typeface="新細明體" charset="-120"/>
              </a:rPr>
              <a:t>00000000</a:t>
            </a:r>
          </a:p>
        </p:txBody>
      </p:sp>
      <p:sp>
        <p:nvSpPr>
          <p:cNvPr id="686140" name="Rectangle 60"/>
          <p:cNvSpPr>
            <a:spLocks noChangeArrowheads="1"/>
          </p:cNvSpPr>
          <p:nvPr/>
        </p:nvSpPr>
        <p:spPr bwMode="auto">
          <a:xfrm>
            <a:off x="6826251" y="2628901"/>
            <a:ext cx="1343025" cy="50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00000010</a:t>
            </a:r>
          </a:p>
        </p:txBody>
      </p:sp>
      <p:sp>
        <p:nvSpPr>
          <p:cNvPr id="686141" name="Line 61"/>
          <p:cNvSpPr>
            <a:spLocks noChangeShapeType="1"/>
          </p:cNvSpPr>
          <p:nvPr/>
        </p:nvSpPr>
        <p:spPr bwMode="auto">
          <a:xfrm>
            <a:off x="4038600" y="2209800"/>
            <a:ext cx="5657850"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86142" name="Line 62"/>
          <p:cNvSpPr>
            <a:spLocks noChangeShapeType="1"/>
          </p:cNvSpPr>
          <p:nvPr/>
        </p:nvSpPr>
        <p:spPr bwMode="auto">
          <a:xfrm>
            <a:off x="5410200" y="2209801"/>
            <a:ext cx="0" cy="1914525"/>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86143" name="Line 63"/>
          <p:cNvSpPr>
            <a:spLocks noChangeShapeType="1"/>
          </p:cNvSpPr>
          <p:nvPr/>
        </p:nvSpPr>
        <p:spPr bwMode="auto">
          <a:xfrm>
            <a:off x="6858000" y="1752600"/>
            <a:ext cx="0" cy="2362200"/>
          </a:xfrm>
          <a:prstGeom prst="line">
            <a:avLst/>
          </a:prstGeom>
          <a:noFill/>
          <a:ln w="28575">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86144" name="Line 64"/>
          <p:cNvSpPr>
            <a:spLocks noChangeShapeType="1"/>
          </p:cNvSpPr>
          <p:nvPr/>
        </p:nvSpPr>
        <p:spPr bwMode="auto">
          <a:xfrm>
            <a:off x="8305800" y="1752600"/>
            <a:ext cx="0" cy="2362200"/>
          </a:xfrm>
          <a:prstGeom prst="line">
            <a:avLst/>
          </a:prstGeom>
          <a:noFill/>
          <a:ln w="28575">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86145" name="Rectangle 65"/>
          <p:cNvSpPr>
            <a:spLocks noChangeArrowheads="1"/>
          </p:cNvSpPr>
          <p:nvPr/>
        </p:nvSpPr>
        <p:spPr bwMode="auto">
          <a:xfrm>
            <a:off x="7010401" y="1657350"/>
            <a:ext cx="1814513"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2700">
                <a:solidFill>
                  <a:srgbClr val="000000"/>
                </a:solidFill>
                <a:latin typeface="Helvetica" panose="020B0604020202020204" pitchFamily="34" charset="0"/>
                <a:ea typeface="新細明體" charset="-120"/>
              </a:rPr>
              <a:t>Subnet</a:t>
            </a:r>
          </a:p>
        </p:txBody>
      </p:sp>
      <p:sp>
        <p:nvSpPr>
          <p:cNvPr id="686146" name="Rectangle 66"/>
          <p:cNvSpPr>
            <a:spLocks noChangeArrowheads="1"/>
          </p:cNvSpPr>
          <p:nvPr/>
        </p:nvSpPr>
        <p:spPr bwMode="auto">
          <a:xfrm>
            <a:off x="2057401" y="4714875"/>
            <a:ext cx="1814513"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2700">
                <a:solidFill>
                  <a:srgbClr val="000000"/>
                </a:solidFill>
                <a:latin typeface="Helvetica" panose="020B0604020202020204" pitchFamily="34" charset="0"/>
                <a:ea typeface="新細明體" charset="-120"/>
              </a:rPr>
              <a:t>Network</a:t>
            </a:r>
            <a:br>
              <a:rPr lang="en-US" altLang="zh-TW" sz="2700">
                <a:solidFill>
                  <a:srgbClr val="000000"/>
                </a:solidFill>
                <a:latin typeface="Helvetica" panose="020B0604020202020204" pitchFamily="34" charset="0"/>
                <a:ea typeface="新細明體" charset="-120"/>
              </a:rPr>
            </a:br>
            <a:r>
              <a:rPr lang="en-US" altLang="zh-TW" sz="2700">
                <a:solidFill>
                  <a:srgbClr val="000000"/>
                </a:solidFill>
                <a:latin typeface="Helvetica" panose="020B0604020202020204" pitchFamily="34" charset="0"/>
                <a:ea typeface="新細明體" charset="-120"/>
              </a:rPr>
              <a:t>Number</a:t>
            </a:r>
          </a:p>
        </p:txBody>
      </p:sp>
      <p:sp>
        <p:nvSpPr>
          <p:cNvPr id="686147" name="Rectangle 67"/>
          <p:cNvSpPr>
            <a:spLocks noChangeArrowheads="1"/>
          </p:cNvSpPr>
          <p:nvPr/>
        </p:nvSpPr>
        <p:spPr bwMode="auto">
          <a:xfrm rot="16200000">
            <a:off x="6996906" y="4052094"/>
            <a:ext cx="4841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1300"/>
              </a:lnSpc>
            </a:pPr>
            <a:r>
              <a:rPr lang="en-US" altLang="zh-TW" sz="1400">
                <a:latin typeface="Helvetica" panose="020B0604020202020204" pitchFamily="34" charset="0"/>
                <a:ea typeface="新細明體" charset="-120"/>
              </a:rPr>
              <a:t>128</a:t>
            </a:r>
          </a:p>
          <a:p>
            <a:pPr algn="r">
              <a:lnSpc>
                <a:spcPts val="1300"/>
              </a:lnSpc>
            </a:pPr>
            <a:r>
              <a:rPr lang="en-US" altLang="zh-TW" sz="1400">
                <a:latin typeface="Helvetica" panose="020B0604020202020204" pitchFamily="34" charset="0"/>
                <a:ea typeface="新細明體" charset="-120"/>
              </a:rPr>
              <a:t>192</a:t>
            </a:r>
          </a:p>
          <a:p>
            <a:pPr algn="r">
              <a:lnSpc>
                <a:spcPts val="1300"/>
              </a:lnSpc>
            </a:pPr>
            <a:r>
              <a:rPr lang="en-US" altLang="zh-TW" sz="1400">
                <a:latin typeface="Helvetica" panose="020B0604020202020204" pitchFamily="34" charset="0"/>
                <a:ea typeface="新細明體" charset="-120"/>
              </a:rPr>
              <a:t>224</a:t>
            </a:r>
          </a:p>
          <a:p>
            <a:pPr algn="r">
              <a:lnSpc>
                <a:spcPts val="1300"/>
              </a:lnSpc>
            </a:pPr>
            <a:r>
              <a:rPr lang="en-US" altLang="zh-TW" sz="1400">
                <a:latin typeface="Helvetica" panose="020B0604020202020204" pitchFamily="34" charset="0"/>
                <a:ea typeface="新細明體" charset="-120"/>
              </a:rPr>
              <a:t>240</a:t>
            </a:r>
          </a:p>
          <a:p>
            <a:pPr algn="r">
              <a:lnSpc>
                <a:spcPts val="1300"/>
              </a:lnSpc>
            </a:pPr>
            <a:r>
              <a:rPr lang="en-US" altLang="zh-TW" sz="1400">
                <a:latin typeface="Helvetica" panose="020B0604020202020204" pitchFamily="34" charset="0"/>
                <a:ea typeface="新細明體" charset="-120"/>
              </a:rPr>
              <a:t>248</a:t>
            </a:r>
          </a:p>
          <a:p>
            <a:pPr algn="r">
              <a:lnSpc>
                <a:spcPts val="1300"/>
              </a:lnSpc>
            </a:pPr>
            <a:r>
              <a:rPr lang="en-US" altLang="zh-TW" sz="1400">
                <a:latin typeface="Helvetica" panose="020B0604020202020204" pitchFamily="34" charset="0"/>
                <a:ea typeface="新細明體" charset="-120"/>
              </a:rPr>
              <a:t>252</a:t>
            </a:r>
          </a:p>
          <a:p>
            <a:pPr algn="r">
              <a:lnSpc>
                <a:spcPts val="1300"/>
              </a:lnSpc>
            </a:pPr>
            <a:r>
              <a:rPr lang="en-US" altLang="zh-TW" sz="1400">
                <a:latin typeface="Helvetica" panose="020B0604020202020204" pitchFamily="34" charset="0"/>
                <a:ea typeface="新細明體" charset="-120"/>
              </a:rPr>
              <a:t>254</a:t>
            </a:r>
          </a:p>
          <a:p>
            <a:pPr algn="r">
              <a:lnSpc>
                <a:spcPts val="1300"/>
              </a:lnSpc>
            </a:pPr>
            <a:r>
              <a:rPr lang="en-US" altLang="zh-TW" sz="1400">
                <a:solidFill>
                  <a:schemeClr val="accent2"/>
                </a:solidFill>
                <a:latin typeface="Helvetica" panose="020B0604020202020204" pitchFamily="34" charset="0"/>
                <a:ea typeface="新細明體" charset="-120"/>
              </a:rPr>
              <a:t>255</a:t>
            </a:r>
            <a:endParaRPr lang="en-US" altLang="zh-TW" sz="2800">
              <a:solidFill>
                <a:srgbClr val="000000"/>
              </a:solidFill>
              <a:latin typeface="Helvetica" panose="020B0604020202020204" pitchFamily="34" charset="0"/>
              <a:ea typeface="新細明體" charset="-120"/>
            </a:endParaRPr>
          </a:p>
        </p:txBody>
      </p:sp>
      <p:sp>
        <p:nvSpPr>
          <p:cNvPr id="686149" name="Rectangle 69"/>
          <p:cNvSpPr>
            <a:spLocks noChangeArrowheads="1"/>
          </p:cNvSpPr>
          <p:nvPr/>
        </p:nvSpPr>
        <p:spPr bwMode="auto">
          <a:xfrm>
            <a:off x="3124200" y="3183215"/>
            <a:ext cx="533400" cy="369332"/>
          </a:xfrm>
          <a:prstGeom prst="rect">
            <a:avLst/>
          </a:prstGeom>
          <a:noFill/>
          <a:ln w="28575">
            <a:solidFill>
              <a:schemeClr val="tx1"/>
            </a:solidFill>
            <a:miter lim="800000"/>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endParaRPr lang="en-US"/>
          </a:p>
        </p:txBody>
      </p:sp>
    </p:spTree>
    <p:extLst>
      <p:ext uri="{BB962C8B-B14F-4D97-AF65-F5344CB8AC3E}">
        <p14:creationId xmlns:p14="http://schemas.microsoft.com/office/powerpoint/2010/main" val="3653929960"/>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9784" name="Rectangle 1064"/>
          <p:cNvSpPr>
            <a:spLocks noChangeArrowheads="1"/>
          </p:cNvSpPr>
          <p:nvPr/>
        </p:nvSpPr>
        <p:spPr bwMode="auto">
          <a:xfrm>
            <a:off x="3944938" y="5114925"/>
            <a:ext cx="1465262" cy="457200"/>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799747" name="Rectangle 1027"/>
          <p:cNvSpPr>
            <a:spLocks noGrp="1" noChangeArrowheads="1"/>
          </p:cNvSpPr>
          <p:nvPr>
            <p:ph type="title"/>
          </p:nvPr>
        </p:nvSpPr>
        <p:spPr>
          <a:xfrm>
            <a:off x="342372" y="260740"/>
            <a:ext cx="10164233" cy="1143000"/>
          </a:xfrm>
          <a:noFill/>
          <a:ln/>
        </p:spPr>
        <p:txBody>
          <a:bodyPr vert="horz" lIns="82153" tIns="41076" rIns="82153" bIns="41076" rtlCol="0" anchor="ctr" anchorCtr="0">
            <a:normAutofit/>
          </a:bodyPr>
          <a:lstStyle/>
          <a:p>
            <a:r>
              <a:rPr lang="en-US" altLang="zh-TW" dirty="0">
                <a:solidFill>
                  <a:srgbClr val="00B0F0"/>
                </a:solidFill>
                <a:ea typeface="新細明體" charset="-120"/>
              </a:rPr>
              <a:t>Subnet Mask with Subnets (cont.)</a:t>
            </a:r>
          </a:p>
        </p:txBody>
      </p:sp>
      <p:sp>
        <p:nvSpPr>
          <p:cNvPr id="799753" name="Rectangle 1033"/>
          <p:cNvSpPr>
            <a:spLocks noChangeArrowheads="1"/>
          </p:cNvSpPr>
          <p:nvPr/>
        </p:nvSpPr>
        <p:spPr bwMode="auto">
          <a:xfrm>
            <a:off x="4683126" y="1658938"/>
            <a:ext cx="1814513"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2700">
                <a:solidFill>
                  <a:srgbClr val="000000"/>
                </a:solidFill>
                <a:latin typeface="Helvetica" panose="020B0604020202020204" pitchFamily="34" charset="0"/>
                <a:ea typeface="新細明體" charset="-120"/>
              </a:rPr>
              <a:t>Network</a:t>
            </a:r>
          </a:p>
        </p:txBody>
      </p:sp>
      <p:sp>
        <p:nvSpPr>
          <p:cNvPr id="799754" name="Rectangle 1034"/>
          <p:cNvSpPr>
            <a:spLocks noChangeArrowheads="1"/>
          </p:cNvSpPr>
          <p:nvPr/>
        </p:nvSpPr>
        <p:spPr bwMode="auto">
          <a:xfrm>
            <a:off x="8782050" y="1687513"/>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2700">
                <a:solidFill>
                  <a:srgbClr val="000000"/>
                </a:solidFill>
                <a:latin typeface="Helvetica" panose="020B0604020202020204" pitchFamily="34" charset="0"/>
                <a:ea typeface="新細明體" charset="-120"/>
              </a:rPr>
              <a:t>Host</a:t>
            </a:r>
          </a:p>
        </p:txBody>
      </p:sp>
      <p:sp>
        <p:nvSpPr>
          <p:cNvPr id="799755" name="Rectangle 1035"/>
          <p:cNvSpPr>
            <a:spLocks noChangeArrowheads="1"/>
          </p:cNvSpPr>
          <p:nvPr/>
        </p:nvSpPr>
        <p:spPr bwMode="auto">
          <a:xfrm>
            <a:off x="1676401" y="2601914"/>
            <a:ext cx="1617663" cy="369887"/>
          </a:xfrm>
          <a:prstGeom prst="rect">
            <a:avLst/>
          </a:prstGeom>
          <a:solidFill>
            <a:schemeClr val="folHlink"/>
          </a:solidFill>
          <a:ln w="9525">
            <a:solidFill>
              <a:schemeClr val="tx1"/>
            </a:solidFill>
            <a:miter lim="800000"/>
            <a:headEnd/>
            <a:tailEnd/>
          </a:ln>
          <a:effectLst>
            <a:outerShdw dist="35921" dir="2700000" algn="ctr" rotWithShape="0">
              <a:schemeClr val="bg2"/>
            </a:outerShdw>
          </a:effec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172.16.2.160</a:t>
            </a:r>
          </a:p>
        </p:txBody>
      </p:sp>
      <p:sp>
        <p:nvSpPr>
          <p:cNvPr id="799756" name="Rectangle 1036"/>
          <p:cNvSpPr>
            <a:spLocks noChangeArrowheads="1"/>
          </p:cNvSpPr>
          <p:nvPr/>
        </p:nvSpPr>
        <p:spPr bwMode="auto">
          <a:xfrm>
            <a:off x="1676400" y="3200400"/>
            <a:ext cx="2133600" cy="304800"/>
          </a:xfrm>
          <a:prstGeom prst="rect">
            <a:avLst/>
          </a:prstGeom>
          <a:solidFill>
            <a:schemeClr val="folHlink"/>
          </a:solidFill>
          <a:ln w="9525">
            <a:solidFill>
              <a:schemeClr val="tx1"/>
            </a:solidFill>
            <a:miter lim="800000"/>
            <a:headEnd/>
            <a:tailEnd/>
          </a:ln>
          <a:effectLst>
            <a:outerShdw dist="35921" dir="2700000" algn="ctr" rotWithShape="0">
              <a:schemeClr val="bg2"/>
            </a:outerShdw>
          </a:effec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025"/>
              </a:lnSpc>
            </a:pPr>
            <a:r>
              <a:rPr lang="zh-TW" altLang="en-US" sz="2000">
                <a:solidFill>
                  <a:srgbClr val="000000"/>
                </a:solidFill>
                <a:latin typeface="Helvetica" panose="020B0604020202020204" pitchFamily="34" charset="0"/>
                <a:ea typeface="新細明體" charset="-120"/>
              </a:rPr>
              <a:t>  </a:t>
            </a:r>
            <a:r>
              <a:rPr lang="en-US" altLang="zh-TW" sz="2000">
                <a:solidFill>
                  <a:srgbClr val="000000"/>
                </a:solidFill>
                <a:latin typeface="Helvetica" panose="020B0604020202020204" pitchFamily="34" charset="0"/>
                <a:ea typeface="新細明體" charset="-120"/>
              </a:rPr>
              <a:t>255.255.</a:t>
            </a:r>
            <a:r>
              <a:rPr lang="en-US" altLang="zh-TW" sz="2000">
                <a:solidFill>
                  <a:schemeClr val="accent2"/>
                </a:solidFill>
                <a:latin typeface="Helvetica" panose="020B0604020202020204" pitchFamily="34" charset="0"/>
                <a:ea typeface="新細明體" charset="-120"/>
              </a:rPr>
              <a:t>255</a:t>
            </a:r>
            <a:r>
              <a:rPr lang="en-US" altLang="zh-TW" sz="2000">
                <a:solidFill>
                  <a:srgbClr val="000000"/>
                </a:solidFill>
                <a:latin typeface="Helvetica" panose="020B0604020202020204" pitchFamily="34" charset="0"/>
                <a:ea typeface="新細明體" charset="-120"/>
              </a:rPr>
              <a:t>.</a:t>
            </a:r>
            <a:r>
              <a:rPr lang="en-US" altLang="zh-TW" sz="2000">
                <a:solidFill>
                  <a:schemeClr val="accent2"/>
                </a:solidFill>
                <a:latin typeface="Helvetica" panose="020B0604020202020204" pitchFamily="34" charset="0"/>
                <a:ea typeface="新細明體" charset="-120"/>
              </a:rPr>
              <a:t>192</a:t>
            </a:r>
          </a:p>
        </p:txBody>
      </p:sp>
      <p:sp>
        <p:nvSpPr>
          <p:cNvPr id="799760" name="Line 1040"/>
          <p:cNvSpPr>
            <a:spLocks noChangeShapeType="1"/>
          </p:cNvSpPr>
          <p:nvPr/>
        </p:nvSpPr>
        <p:spPr bwMode="auto">
          <a:xfrm>
            <a:off x="4010025" y="3586163"/>
            <a:ext cx="5657850"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99761" name="Rectangle 1041"/>
          <p:cNvSpPr>
            <a:spLocks noChangeArrowheads="1"/>
          </p:cNvSpPr>
          <p:nvPr/>
        </p:nvSpPr>
        <p:spPr bwMode="auto">
          <a:xfrm>
            <a:off x="3910014" y="2628901"/>
            <a:ext cx="1285875"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10101100</a:t>
            </a:r>
          </a:p>
        </p:txBody>
      </p:sp>
      <p:sp>
        <p:nvSpPr>
          <p:cNvPr id="799762" name="Rectangle 1042"/>
          <p:cNvSpPr>
            <a:spLocks noChangeArrowheads="1"/>
          </p:cNvSpPr>
          <p:nvPr/>
        </p:nvSpPr>
        <p:spPr bwMode="auto">
          <a:xfrm>
            <a:off x="3910014" y="3143251"/>
            <a:ext cx="12858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solidFill>
                  <a:srgbClr val="000000"/>
                </a:solidFill>
                <a:latin typeface="Helvetica" panose="020B0604020202020204" pitchFamily="34" charset="0"/>
                <a:ea typeface="新細明體" charset="-120"/>
              </a:rPr>
              <a:t>11111111</a:t>
            </a:r>
          </a:p>
        </p:txBody>
      </p:sp>
      <p:sp>
        <p:nvSpPr>
          <p:cNvPr id="799763" name="Rectangle 1043"/>
          <p:cNvSpPr>
            <a:spLocks noChangeArrowheads="1"/>
          </p:cNvSpPr>
          <p:nvPr/>
        </p:nvSpPr>
        <p:spPr bwMode="auto">
          <a:xfrm>
            <a:off x="3924300" y="3729039"/>
            <a:ext cx="1257300" cy="41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solidFill>
                  <a:srgbClr val="000000"/>
                </a:solidFill>
                <a:latin typeface="Helvetica" panose="020B0604020202020204" pitchFamily="34" charset="0"/>
                <a:ea typeface="新細明體" charset="-120"/>
              </a:rPr>
              <a:t>10101100</a:t>
            </a:r>
          </a:p>
        </p:txBody>
      </p:sp>
      <p:sp>
        <p:nvSpPr>
          <p:cNvPr id="799764" name="Rectangle 1044"/>
          <p:cNvSpPr>
            <a:spLocks noChangeArrowheads="1"/>
          </p:cNvSpPr>
          <p:nvPr/>
        </p:nvSpPr>
        <p:spPr bwMode="auto">
          <a:xfrm>
            <a:off x="5424489" y="2628901"/>
            <a:ext cx="1271587"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00010000</a:t>
            </a:r>
          </a:p>
        </p:txBody>
      </p:sp>
      <p:sp>
        <p:nvSpPr>
          <p:cNvPr id="799765" name="Rectangle 1045"/>
          <p:cNvSpPr>
            <a:spLocks noChangeArrowheads="1"/>
          </p:cNvSpPr>
          <p:nvPr/>
        </p:nvSpPr>
        <p:spPr bwMode="auto">
          <a:xfrm>
            <a:off x="5424489" y="3143251"/>
            <a:ext cx="12858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solidFill>
                  <a:srgbClr val="000000"/>
                </a:solidFill>
                <a:latin typeface="Helvetica" panose="020B0604020202020204" pitchFamily="34" charset="0"/>
                <a:ea typeface="新細明體" charset="-120"/>
              </a:rPr>
              <a:t>11111111</a:t>
            </a:r>
          </a:p>
        </p:txBody>
      </p:sp>
      <p:sp>
        <p:nvSpPr>
          <p:cNvPr id="799766" name="Rectangle 1046"/>
          <p:cNvSpPr>
            <a:spLocks noChangeArrowheads="1"/>
          </p:cNvSpPr>
          <p:nvPr/>
        </p:nvSpPr>
        <p:spPr bwMode="auto">
          <a:xfrm>
            <a:off x="5424489" y="3729039"/>
            <a:ext cx="1271587" cy="41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solidFill>
                  <a:srgbClr val="000000"/>
                </a:solidFill>
                <a:latin typeface="Helvetica" panose="020B0604020202020204" pitchFamily="34" charset="0"/>
                <a:ea typeface="新細明體" charset="-120"/>
              </a:rPr>
              <a:t>00010000</a:t>
            </a:r>
          </a:p>
        </p:txBody>
      </p:sp>
      <p:sp>
        <p:nvSpPr>
          <p:cNvPr id="799767" name="Rectangle 1047"/>
          <p:cNvSpPr>
            <a:spLocks noChangeArrowheads="1"/>
          </p:cNvSpPr>
          <p:nvPr/>
        </p:nvSpPr>
        <p:spPr bwMode="auto">
          <a:xfrm>
            <a:off x="6797676" y="3159126"/>
            <a:ext cx="1400175"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solidFill>
                  <a:schemeClr val="accent2"/>
                </a:solidFill>
                <a:latin typeface="Helvetica" panose="020B0604020202020204" pitchFamily="34" charset="0"/>
                <a:ea typeface="新細明體" charset="-120"/>
              </a:rPr>
              <a:t>11111111</a:t>
            </a:r>
            <a:endParaRPr lang="en-US" altLang="zh-TW" sz="2000">
              <a:solidFill>
                <a:srgbClr val="000000"/>
              </a:solidFill>
              <a:latin typeface="Helvetica" panose="020B0604020202020204" pitchFamily="34" charset="0"/>
              <a:ea typeface="新細明體" charset="-120"/>
            </a:endParaRPr>
          </a:p>
        </p:txBody>
      </p:sp>
      <p:sp>
        <p:nvSpPr>
          <p:cNvPr id="799768" name="Rectangle 1048"/>
          <p:cNvSpPr>
            <a:spLocks noChangeArrowheads="1"/>
          </p:cNvSpPr>
          <p:nvPr/>
        </p:nvSpPr>
        <p:spPr bwMode="auto">
          <a:xfrm>
            <a:off x="6811964" y="3738564"/>
            <a:ext cx="1385887"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solidFill>
                  <a:schemeClr val="accent2"/>
                </a:solidFill>
                <a:latin typeface="Helvetica" panose="020B0604020202020204" pitchFamily="34" charset="0"/>
                <a:ea typeface="新細明體" charset="-120"/>
              </a:rPr>
              <a:t>00000010</a:t>
            </a:r>
            <a:endParaRPr lang="en-US" altLang="zh-TW" sz="2000">
              <a:solidFill>
                <a:srgbClr val="000000"/>
              </a:solidFill>
              <a:latin typeface="Helvetica" panose="020B0604020202020204" pitchFamily="34" charset="0"/>
              <a:ea typeface="新細明體" charset="-120"/>
            </a:endParaRPr>
          </a:p>
        </p:txBody>
      </p:sp>
      <p:sp>
        <p:nvSpPr>
          <p:cNvPr id="799769" name="Rectangle 1049"/>
          <p:cNvSpPr>
            <a:spLocks noChangeArrowheads="1"/>
          </p:cNvSpPr>
          <p:nvPr/>
        </p:nvSpPr>
        <p:spPr bwMode="auto">
          <a:xfrm>
            <a:off x="8240713" y="2624138"/>
            <a:ext cx="1371600" cy="500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10100000</a:t>
            </a:r>
          </a:p>
        </p:txBody>
      </p:sp>
      <p:sp>
        <p:nvSpPr>
          <p:cNvPr id="799770" name="Rectangle 1050"/>
          <p:cNvSpPr>
            <a:spLocks noChangeArrowheads="1"/>
          </p:cNvSpPr>
          <p:nvPr/>
        </p:nvSpPr>
        <p:spPr bwMode="auto">
          <a:xfrm>
            <a:off x="8197851" y="3144839"/>
            <a:ext cx="1414463"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solidFill>
                  <a:schemeClr val="accent2"/>
                </a:solidFill>
                <a:latin typeface="Helvetica" panose="020B0604020202020204" pitchFamily="34" charset="0"/>
                <a:ea typeface="新細明體" charset="-120"/>
              </a:rPr>
              <a:t>11</a:t>
            </a:r>
            <a:r>
              <a:rPr lang="en-US" altLang="zh-TW" sz="2000">
                <a:solidFill>
                  <a:srgbClr val="000000"/>
                </a:solidFill>
                <a:latin typeface="Helvetica" panose="020B0604020202020204" pitchFamily="34" charset="0"/>
                <a:ea typeface="新細明體" charset="-120"/>
              </a:rPr>
              <a:t>000000</a:t>
            </a:r>
          </a:p>
        </p:txBody>
      </p:sp>
      <p:sp>
        <p:nvSpPr>
          <p:cNvPr id="799771" name="Rectangle 1051"/>
          <p:cNvSpPr>
            <a:spLocks noChangeArrowheads="1"/>
          </p:cNvSpPr>
          <p:nvPr/>
        </p:nvSpPr>
        <p:spPr bwMode="auto">
          <a:xfrm>
            <a:off x="8212139" y="3738564"/>
            <a:ext cx="1385887"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solidFill>
                  <a:schemeClr val="accent2"/>
                </a:solidFill>
                <a:latin typeface="Helvetica" panose="020B0604020202020204" pitchFamily="34" charset="0"/>
                <a:ea typeface="新細明體" charset="-120"/>
              </a:rPr>
              <a:t>10</a:t>
            </a:r>
            <a:r>
              <a:rPr lang="en-US" altLang="zh-TW" sz="2000">
                <a:solidFill>
                  <a:srgbClr val="000000"/>
                </a:solidFill>
                <a:latin typeface="Helvetica" panose="020B0604020202020204" pitchFamily="34" charset="0"/>
                <a:ea typeface="新細明體" charset="-120"/>
              </a:rPr>
              <a:t>000000</a:t>
            </a:r>
          </a:p>
        </p:txBody>
      </p:sp>
      <p:sp>
        <p:nvSpPr>
          <p:cNvPr id="799772" name="Rectangle 1052"/>
          <p:cNvSpPr>
            <a:spLocks noChangeArrowheads="1"/>
          </p:cNvSpPr>
          <p:nvPr/>
        </p:nvSpPr>
        <p:spPr bwMode="auto">
          <a:xfrm>
            <a:off x="6826251" y="2628901"/>
            <a:ext cx="1343025" cy="50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00000010</a:t>
            </a:r>
          </a:p>
        </p:txBody>
      </p:sp>
      <p:sp>
        <p:nvSpPr>
          <p:cNvPr id="799773" name="Line 1053"/>
          <p:cNvSpPr>
            <a:spLocks noChangeShapeType="1"/>
          </p:cNvSpPr>
          <p:nvPr/>
        </p:nvSpPr>
        <p:spPr bwMode="auto">
          <a:xfrm>
            <a:off x="4038600" y="2209800"/>
            <a:ext cx="5657850"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99774" name="Line 1054"/>
          <p:cNvSpPr>
            <a:spLocks noChangeShapeType="1"/>
          </p:cNvSpPr>
          <p:nvPr/>
        </p:nvSpPr>
        <p:spPr bwMode="auto">
          <a:xfrm>
            <a:off x="5410200" y="2209801"/>
            <a:ext cx="0" cy="1914525"/>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99775" name="Line 1055"/>
          <p:cNvSpPr>
            <a:spLocks noChangeShapeType="1"/>
          </p:cNvSpPr>
          <p:nvPr/>
        </p:nvSpPr>
        <p:spPr bwMode="auto">
          <a:xfrm>
            <a:off x="6858000" y="1752600"/>
            <a:ext cx="0" cy="2362200"/>
          </a:xfrm>
          <a:prstGeom prst="line">
            <a:avLst/>
          </a:prstGeom>
          <a:noFill/>
          <a:ln w="28575">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99776" name="Line 1056"/>
          <p:cNvSpPr>
            <a:spLocks noChangeShapeType="1"/>
          </p:cNvSpPr>
          <p:nvPr/>
        </p:nvSpPr>
        <p:spPr bwMode="auto">
          <a:xfrm>
            <a:off x="8763000" y="1752600"/>
            <a:ext cx="0" cy="2362200"/>
          </a:xfrm>
          <a:prstGeom prst="line">
            <a:avLst/>
          </a:prstGeom>
          <a:noFill/>
          <a:ln w="28575">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99777" name="Rectangle 1057"/>
          <p:cNvSpPr>
            <a:spLocks noChangeArrowheads="1"/>
          </p:cNvSpPr>
          <p:nvPr/>
        </p:nvSpPr>
        <p:spPr bwMode="auto">
          <a:xfrm>
            <a:off x="7010401" y="1657350"/>
            <a:ext cx="1814513"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2700">
                <a:solidFill>
                  <a:srgbClr val="000000"/>
                </a:solidFill>
                <a:latin typeface="Helvetica" panose="020B0604020202020204" pitchFamily="34" charset="0"/>
                <a:ea typeface="新細明體" charset="-120"/>
              </a:rPr>
              <a:t>Subnet</a:t>
            </a:r>
          </a:p>
        </p:txBody>
      </p:sp>
      <p:sp>
        <p:nvSpPr>
          <p:cNvPr id="799781" name="Rectangle 1061"/>
          <p:cNvSpPr>
            <a:spLocks noGrp="1" noChangeArrowheads="1"/>
          </p:cNvSpPr>
          <p:nvPr>
            <p:ph type="body" sz="half" idx="2"/>
          </p:nvPr>
        </p:nvSpPr>
        <p:spPr>
          <a:xfrm>
            <a:off x="1982788" y="5989638"/>
            <a:ext cx="8221662" cy="639762"/>
          </a:xfrm>
          <a:noFill/>
          <a:ln/>
        </p:spPr>
        <p:txBody>
          <a:bodyPr vert="horz" lIns="82153" tIns="41076" rIns="82153" bIns="41076" rtlCol="0" anchor="ctr" anchorCtr="1">
            <a:normAutofit/>
          </a:bodyPr>
          <a:lstStyle/>
          <a:p>
            <a:r>
              <a:rPr lang="en-US" altLang="zh-TW" sz="3100">
                <a:ea typeface="新細明體" charset="-120"/>
              </a:rPr>
              <a:t>Network number extended by ten bits</a:t>
            </a:r>
          </a:p>
        </p:txBody>
      </p:sp>
      <p:sp>
        <p:nvSpPr>
          <p:cNvPr id="799782" name="Rectangle 1062"/>
          <p:cNvSpPr>
            <a:spLocks noChangeArrowheads="1"/>
          </p:cNvSpPr>
          <p:nvPr/>
        </p:nvSpPr>
        <p:spPr bwMode="auto">
          <a:xfrm>
            <a:off x="5392738" y="5114925"/>
            <a:ext cx="1465262" cy="457200"/>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799783" name="Rectangle 1063"/>
          <p:cNvSpPr>
            <a:spLocks noChangeArrowheads="1"/>
          </p:cNvSpPr>
          <p:nvPr/>
        </p:nvSpPr>
        <p:spPr bwMode="auto">
          <a:xfrm>
            <a:off x="5886450" y="5195889"/>
            <a:ext cx="74295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16</a:t>
            </a:r>
          </a:p>
        </p:txBody>
      </p:sp>
      <p:sp>
        <p:nvSpPr>
          <p:cNvPr id="799785" name="Rectangle 1065"/>
          <p:cNvSpPr>
            <a:spLocks noChangeArrowheads="1"/>
          </p:cNvSpPr>
          <p:nvPr/>
        </p:nvSpPr>
        <p:spPr bwMode="auto">
          <a:xfrm>
            <a:off x="6858001" y="5114925"/>
            <a:ext cx="1465263" cy="457200"/>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799786" name="Rectangle 1066"/>
          <p:cNvSpPr>
            <a:spLocks noChangeArrowheads="1"/>
          </p:cNvSpPr>
          <p:nvPr/>
        </p:nvSpPr>
        <p:spPr bwMode="auto">
          <a:xfrm>
            <a:off x="8305801" y="5114925"/>
            <a:ext cx="1465263" cy="457200"/>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799787" name="Rectangle 1067"/>
          <p:cNvSpPr>
            <a:spLocks noChangeArrowheads="1"/>
          </p:cNvSpPr>
          <p:nvPr/>
        </p:nvSpPr>
        <p:spPr bwMode="auto">
          <a:xfrm>
            <a:off x="4343400" y="5195889"/>
            <a:ext cx="74295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172</a:t>
            </a:r>
          </a:p>
        </p:txBody>
      </p:sp>
      <p:sp>
        <p:nvSpPr>
          <p:cNvPr id="799788" name="Rectangle 1068"/>
          <p:cNvSpPr>
            <a:spLocks noChangeArrowheads="1"/>
          </p:cNvSpPr>
          <p:nvPr/>
        </p:nvSpPr>
        <p:spPr bwMode="auto">
          <a:xfrm>
            <a:off x="7543800" y="5195889"/>
            <a:ext cx="45720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2</a:t>
            </a:r>
          </a:p>
        </p:txBody>
      </p:sp>
      <p:sp>
        <p:nvSpPr>
          <p:cNvPr id="799789" name="Rectangle 1069"/>
          <p:cNvSpPr>
            <a:spLocks noChangeArrowheads="1"/>
          </p:cNvSpPr>
          <p:nvPr/>
        </p:nvSpPr>
        <p:spPr bwMode="auto">
          <a:xfrm>
            <a:off x="8839200" y="5195889"/>
            <a:ext cx="45720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128</a:t>
            </a:r>
          </a:p>
        </p:txBody>
      </p:sp>
      <p:sp>
        <p:nvSpPr>
          <p:cNvPr id="799790" name="Rectangle 1070"/>
          <p:cNvSpPr>
            <a:spLocks noChangeArrowheads="1"/>
          </p:cNvSpPr>
          <p:nvPr/>
        </p:nvSpPr>
        <p:spPr bwMode="auto">
          <a:xfrm>
            <a:off x="2057401" y="4714875"/>
            <a:ext cx="1814513"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2700">
                <a:solidFill>
                  <a:srgbClr val="000000"/>
                </a:solidFill>
                <a:latin typeface="Helvetica" panose="020B0604020202020204" pitchFamily="34" charset="0"/>
                <a:ea typeface="新細明體" charset="-120"/>
              </a:rPr>
              <a:t>Network</a:t>
            </a:r>
            <a:br>
              <a:rPr lang="en-US" altLang="zh-TW" sz="2700">
                <a:solidFill>
                  <a:srgbClr val="000000"/>
                </a:solidFill>
                <a:latin typeface="Helvetica" panose="020B0604020202020204" pitchFamily="34" charset="0"/>
                <a:ea typeface="新細明體" charset="-120"/>
              </a:rPr>
            </a:br>
            <a:r>
              <a:rPr lang="en-US" altLang="zh-TW" sz="2700">
                <a:solidFill>
                  <a:srgbClr val="000000"/>
                </a:solidFill>
                <a:latin typeface="Helvetica" panose="020B0604020202020204" pitchFamily="34" charset="0"/>
                <a:ea typeface="新細明體" charset="-120"/>
              </a:rPr>
              <a:t>Number</a:t>
            </a:r>
          </a:p>
        </p:txBody>
      </p:sp>
      <p:sp>
        <p:nvSpPr>
          <p:cNvPr id="799791" name="Rectangle 1071"/>
          <p:cNvSpPr>
            <a:spLocks noChangeArrowheads="1"/>
          </p:cNvSpPr>
          <p:nvPr/>
        </p:nvSpPr>
        <p:spPr bwMode="auto">
          <a:xfrm rot="16200000">
            <a:off x="6996906" y="4052094"/>
            <a:ext cx="4841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1300"/>
              </a:lnSpc>
            </a:pPr>
            <a:r>
              <a:rPr lang="en-US" altLang="zh-TW" sz="1400">
                <a:latin typeface="Helvetica" panose="020B0604020202020204" pitchFamily="34" charset="0"/>
                <a:ea typeface="新細明體" charset="-120"/>
              </a:rPr>
              <a:t>128</a:t>
            </a:r>
          </a:p>
          <a:p>
            <a:pPr algn="r">
              <a:lnSpc>
                <a:spcPts val="1300"/>
              </a:lnSpc>
            </a:pPr>
            <a:r>
              <a:rPr lang="en-US" altLang="zh-TW" sz="1400">
                <a:latin typeface="Helvetica" panose="020B0604020202020204" pitchFamily="34" charset="0"/>
                <a:ea typeface="新細明體" charset="-120"/>
              </a:rPr>
              <a:t>192</a:t>
            </a:r>
          </a:p>
          <a:p>
            <a:pPr algn="r">
              <a:lnSpc>
                <a:spcPts val="1300"/>
              </a:lnSpc>
            </a:pPr>
            <a:r>
              <a:rPr lang="en-US" altLang="zh-TW" sz="1400">
                <a:latin typeface="Helvetica" panose="020B0604020202020204" pitchFamily="34" charset="0"/>
                <a:ea typeface="新細明體" charset="-120"/>
              </a:rPr>
              <a:t>224</a:t>
            </a:r>
          </a:p>
          <a:p>
            <a:pPr algn="r">
              <a:lnSpc>
                <a:spcPts val="1300"/>
              </a:lnSpc>
            </a:pPr>
            <a:r>
              <a:rPr lang="en-US" altLang="zh-TW" sz="1400">
                <a:latin typeface="Helvetica" panose="020B0604020202020204" pitchFamily="34" charset="0"/>
                <a:ea typeface="新細明體" charset="-120"/>
              </a:rPr>
              <a:t>240</a:t>
            </a:r>
          </a:p>
          <a:p>
            <a:pPr algn="r">
              <a:lnSpc>
                <a:spcPts val="1300"/>
              </a:lnSpc>
            </a:pPr>
            <a:r>
              <a:rPr lang="en-US" altLang="zh-TW" sz="1400">
                <a:latin typeface="Helvetica" panose="020B0604020202020204" pitchFamily="34" charset="0"/>
                <a:ea typeface="新細明體" charset="-120"/>
              </a:rPr>
              <a:t>248</a:t>
            </a:r>
          </a:p>
          <a:p>
            <a:pPr algn="r">
              <a:lnSpc>
                <a:spcPts val="1300"/>
              </a:lnSpc>
            </a:pPr>
            <a:r>
              <a:rPr lang="en-US" altLang="zh-TW" sz="1400">
                <a:latin typeface="Helvetica" panose="020B0604020202020204" pitchFamily="34" charset="0"/>
                <a:ea typeface="新細明體" charset="-120"/>
              </a:rPr>
              <a:t>252</a:t>
            </a:r>
          </a:p>
          <a:p>
            <a:pPr algn="r">
              <a:lnSpc>
                <a:spcPts val="1300"/>
              </a:lnSpc>
            </a:pPr>
            <a:r>
              <a:rPr lang="en-US" altLang="zh-TW" sz="1400">
                <a:latin typeface="Helvetica" panose="020B0604020202020204" pitchFamily="34" charset="0"/>
                <a:ea typeface="新細明體" charset="-120"/>
              </a:rPr>
              <a:t>254</a:t>
            </a:r>
          </a:p>
          <a:p>
            <a:pPr algn="r">
              <a:lnSpc>
                <a:spcPts val="1300"/>
              </a:lnSpc>
            </a:pPr>
            <a:r>
              <a:rPr lang="en-US" altLang="zh-TW" sz="1400">
                <a:solidFill>
                  <a:schemeClr val="accent2"/>
                </a:solidFill>
                <a:latin typeface="Helvetica" panose="020B0604020202020204" pitchFamily="34" charset="0"/>
                <a:ea typeface="新細明體" charset="-120"/>
              </a:rPr>
              <a:t>255</a:t>
            </a:r>
            <a:endParaRPr lang="en-US" altLang="zh-TW" sz="1400">
              <a:latin typeface="Helvetica" panose="020B0604020202020204" pitchFamily="34" charset="0"/>
              <a:ea typeface="新細明體" charset="-120"/>
            </a:endParaRPr>
          </a:p>
        </p:txBody>
      </p:sp>
      <p:sp>
        <p:nvSpPr>
          <p:cNvPr id="799792" name="Rectangle 1072"/>
          <p:cNvSpPr>
            <a:spLocks noChangeArrowheads="1"/>
          </p:cNvSpPr>
          <p:nvPr/>
        </p:nvSpPr>
        <p:spPr bwMode="auto">
          <a:xfrm rot="16200000">
            <a:off x="8462169" y="4052094"/>
            <a:ext cx="4841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8879" tIns="69246" rIns="48879" bIns="69246"/>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1300"/>
              </a:lnSpc>
            </a:pPr>
            <a:r>
              <a:rPr lang="en-US" altLang="zh-TW" sz="1400">
                <a:latin typeface="Helvetica" panose="020B0604020202020204" pitchFamily="34" charset="0"/>
                <a:ea typeface="新細明體" charset="-120"/>
              </a:rPr>
              <a:t>128</a:t>
            </a:r>
          </a:p>
          <a:p>
            <a:pPr algn="r">
              <a:lnSpc>
                <a:spcPts val="1300"/>
              </a:lnSpc>
            </a:pPr>
            <a:r>
              <a:rPr lang="en-US" altLang="zh-TW" sz="1400">
                <a:solidFill>
                  <a:schemeClr val="accent2"/>
                </a:solidFill>
                <a:latin typeface="Helvetica" panose="020B0604020202020204" pitchFamily="34" charset="0"/>
                <a:ea typeface="新細明體" charset="-120"/>
              </a:rPr>
              <a:t>192</a:t>
            </a:r>
            <a:endParaRPr lang="en-US" altLang="zh-TW" sz="1400">
              <a:latin typeface="Helvetica" panose="020B0604020202020204" pitchFamily="34" charset="0"/>
              <a:ea typeface="新細明體" charset="-120"/>
            </a:endParaRPr>
          </a:p>
          <a:p>
            <a:pPr algn="r">
              <a:lnSpc>
                <a:spcPts val="1300"/>
              </a:lnSpc>
            </a:pPr>
            <a:r>
              <a:rPr lang="en-US" altLang="zh-TW" sz="1400">
                <a:latin typeface="Helvetica" panose="020B0604020202020204" pitchFamily="34" charset="0"/>
                <a:ea typeface="新細明體" charset="-120"/>
              </a:rPr>
              <a:t>224</a:t>
            </a:r>
          </a:p>
          <a:p>
            <a:pPr algn="r">
              <a:lnSpc>
                <a:spcPts val="1300"/>
              </a:lnSpc>
            </a:pPr>
            <a:r>
              <a:rPr lang="en-US" altLang="zh-TW" sz="1400">
                <a:latin typeface="Helvetica" panose="020B0604020202020204" pitchFamily="34" charset="0"/>
                <a:ea typeface="新細明體" charset="-120"/>
              </a:rPr>
              <a:t>240</a:t>
            </a:r>
          </a:p>
          <a:p>
            <a:pPr algn="r">
              <a:lnSpc>
                <a:spcPts val="1300"/>
              </a:lnSpc>
            </a:pPr>
            <a:r>
              <a:rPr lang="en-US" altLang="zh-TW" sz="1400">
                <a:latin typeface="Helvetica" panose="020B0604020202020204" pitchFamily="34" charset="0"/>
                <a:ea typeface="新細明體" charset="-120"/>
              </a:rPr>
              <a:t>248</a:t>
            </a:r>
          </a:p>
          <a:p>
            <a:pPr algn="r">
              <a:lnSpc>
                <a:spcPts val="1300"/>
              </a:lnSpc>
            </a:pPr>
            <a:r>
              <a:rPr lang="en-US" altLang="zh-TW" sz="1400">
                <a:latin typeface="Helvetica" panose="020B0604020202020204" pitchFamily="34" charset="0"/>
                <a:ea typeface="新細明體" charset="-120"/>
              </a:rPr>
              <a:t>252</a:t>
            </a:r>
          </a:p>
          <a:p>
            <a:pPr algn="r">
              <a:lnSpc>
                <a:spcPts val="1300"/>
              </a:lnSpc>
            </a:pPr>
            <a:r>
              <a:rPr lang="en-US" altLang="zh-TW" sz="1400">
                <a:latin typeface="Helvetica" panose="020B0604020202020204" pitchFamily="34" charset="0"/>
                <a:ea typeface="新細明體" charset="-120"/>
              </a:rPr>
              <a:t>254</a:t>
            </a:r>
          </a:p>
          <a:p>
            <a:pPr algn="r">
              <a:lnSpc>
                <a:spcPts val="1300"/>
              </a:lnSpc>
            </a:pPr>
            <a:r>
              <a:rPr lang="en-US" altLang="zh-TW" sz="1400">
                <a:latin typeface="Helvetica" panose="020B0604020202020204" pitchFamily="34" charset="0"/>
                <a:ea typeface="新細明體" charset="-120"/>
              </a:rPr>
              <a:t>255</a:t>
            </a:r>
          </a:p>
        </p:txBody>
      </p:sp>
      <p:sp>
        <p:nvSpPr>
          <p:cNvPr id="799793" name="Rectangle 1073"/>
          <p:cNvSpPr>
            <a:spLocks noChangeArrowheads="1"/>
          </p:cNvSpPr>
          <p:nvPr/>
        </p:nvSpPr>
        <p:spPr bwMode="auto">
          <a:xfrm>
            <a:off x="8077200" y="4172228"/>
            <a:ext cx="211138" cy="369332"/>
          </a:xfrm>
          <a:prstGeom prst="rect">
            <a:avLst/>
          </a:prstGeom>
          <a:noFill/>
          <a:ln w="28575">
            <a:solidFill>
              <a:schemeClr val="tx1"/>
            </a:solidFill>
            <a:miter lim="800000"/>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endParaRPr lang="en-US"/>
          </a:p>
        </p:txBody>
      </p:sp>
      <p:sp>
        <p:nvSpPr>
          <p:cNvPr id="799794" name="Rectangle 1074"/>
          <p:cNvSpPr>
            <a:spLocks noChangeArrowheads="1"/>
          </p:cNvSpPr>
          <p:nvPr/>
        </p:nvSpPr>
        <p:spPr bwMode="auto">
          <a:xfrm>
            <a:off x="2743200" y="3170515"/>
            <a:ext cx="533400" cy="369332"/>
          </a:xfrm>
          <a:prstGeom prst="rect">
            <a:avLst/>
          </a:prstGeom>
          <a:noFill/>
          <a:ln w="28575">
            <a:solidFill>
              <a:schemeClr val="tx1"/>
            </a:solidFill>
            <a:miter lim="800000"/>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endParaRPr lang="en-US"/>
          </a:p>
        </p:txBody>
      </p:sp>
      <p:sp>
        <p:nvSpPr>
          <p:cNvPr id="799795" name="Rectangle 1075"/>
          <p:cNvSpPr>
            <a:spLocks noChangeArrowheads="1"/>
          </p:cNvSpPr>
          <p:nvPr/>
        </p:nvSpPr>
        <p:spPr bwMode="auto">
          <a:xfrm>
            <a:off x="8534400" y="4172228"/>
            <a:ext cx="211138" cy="369332"/>
          </a:xfrm>
          <a:prstGeom prst="rect">
            <a:avLst/>
          </a:prstGeom>
          <a:noFill/>
          <a:ln w="28575">
            <a:solidFill>
              <a:schemeClr val="tx1"/>
            </a:solidFill>
            <a:miter lim="800000"/>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endParaRPr lang="en-US"/>
          </a:p>
        </p:txBody>
      </p:sp>
      <p:sp>
        <p:nvSpPr>
          <p:cNvPr id="799796" name="Rectangle 1076"/>
          <p:cNvSpPr>
            <a:spLocks noChangeArrowheads="1"/>
          </p:cNvSpPr>
          <p:nvPr/>
        </p:nvSpPr>
        <p:spPr bwMode="auto">
          <a:xfrm>
            <a:off x="3276600" y="3170515"/>
            <a:ext cx="533400" cy="369332"/>
          </a:xfrm>
          <a:prstGeom prst="rect">
            <a:avLst/>
          </a:prstGeom>
          <a:noFill/>
          <a:ln w="28575">
            <a:solidFill>
              <a:schemeClr val="tx1"/>
            </a:solidFill>
            <a:miter lim="800000"/>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endParaRPr lang="en-US"/>
          </a:p>
        </p:txBody>
      </p:sp>
    </p:spTree>
    <p:extLst>
      <p:ext uri="{BB962C8B-B14F-4D97-AF65-F5344CB8AC3E}">
        <p14:creationId xmlns:p14="http://schemas.microsoft.com/office/powerpoint/2010/main" val="731114671"/>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8130" name="Rectangle 1026"/>
          <p:cNvSpPr>
            <a:spLocks noChangeArrowheads="1"/>
          </p:cNvSpPr>
          <p:nvPr/>
        </p:nvSpPr>
        <p:spPr bwMode="auto">
          <a:xfrm>
            <a:off x="2460625" y="2579689"/>
            <a:ext cx="6929438" cy="2300287"/>
          </a:xfrm>
          <a:prstGeom prst="rect">
            <a:avLst/>
          </a:prstGeom>
          <a:solidFill>
            <a:srgbClr val="FFEFC2"/>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88131" name="Rectangle 1027"/>
          <p:cNvSpPr>
            <a:spLocks noChangeArrowheads="1"/>
          </p:cNvSpPr>
          <p:nvPr/>
        </p:nvSpPr>
        <p:spPr bwMode="auto">
          <a:xfrm>
            <a:off x="2460625" y="2493964"/>
            <a:ext cx="6929438" cy="585787"/>
          </a:xfrm>
          <a:prstGeom prst="rect">
            <a:avLst/>
          </a:prstGeom>
          <a:solidFill>
            <a:schemeClr val="folHlink"/>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88132" name="Rectangle 1028"/>
          <p:cNvSpPr>
            <a:spLocks noGrp="1" noChangeArrowheads="1"/>
          </p:cNvSpPr>
          <p:nvPr>
            <p:ph type="title"/>
          </p:nvPr>
        </p:nvSpPr>
        <p:spPr>
          <a:noFill/>
          <a:ln/>
        </p:spPr>
        <p:txBody>
          <a:bodyPr vert="horz" lIns="82153" tIns="41076" rIns="82153" bIns="41076" rtlCol="0" anchor="ctr" anchorCtr="0">
            <a:normAutofit/>
          </a:bodyPr>
          <a:lstStyle/>
          <a:p>
            <a:r>
              <a:rPr lang="en-US" altLang="zh-TW">
                <a:ea typeface="新細明體" charset="-120"/>
              </a:rPr>
              <a:t>Subnet Mask Exercise</a:t>
            </a:r>
          </a:p>
        </p:txBody>
      </p:sp>
      <p:sp>
        <p:nvSpPr>
          <p:cNvPr id="688133" name="Freeform 1029"/>
          <p:cNvSpPr>
            <a:spLocks/>
          </p:cNvSpPr>
          <p:nvPr/>
        </p:nvSpPr>
        <p:spPr bwMode="auto">
          <a:xfrm>
            <a:off x="9394826" y="2314575"/>
            <a:ext cx="174625" cy="2573338"/>
          </a:xfrm>
          <a:custGeom>
            <a:avLst/>
            <a:gdLst>
              <a:gd name="T0" fmla="*/ 97 w 98"/>
              <a:gd name="T1" fmla="*/ 0 h 1441"/>
              <a:gd name="T2" fmla="*/ 97 w 98"/>
              <a:gd name="T3" fmla="*/ 0 h 1441"/>
              <a:gd name="T4" fmla="*/ 1 w 98"/>
              <a:gd name="T5" fmla="*/ 96 h 1441"/>
              <a:gd name="T6" fmla="*/ 0 w 98"/>
              <a:gd name="T7" fmla="*/ 1440 h 1441"/>
              <a:gd name="T8" fmla="*/ 96 w 98"/>
              <a:gd name="T9" fmla="*/ 1344 h 1441"/>
              <a:gd name="T10" fmla="*/ 97 w 98"/>
              <a:gd name="T11" fmla="*/ 0 h 1441"/>
            </a:gdLst>
            <a:ahLst/>
            <a:cxnLst>
              <a:cxn ang="0">
                <a:pos x="T0" y="T1"/>
              </a:cxn>
              <a:cxn ang="0">
                <a:pos x="T2" y="T3"/>
              </a:cxn>
              <a:cxn ang="0">
                <a:pos x="T4" y="T5"/>
              </a:cxn>
              <a:cxn ang="0">
                <a:pos x="T6" y="T7"/>
              </a:cxn>
              <a:cxn ang="0">
                <a:pos x="T8" y="T9"/>
              </a:cxn>
              <a:cxn ang="0">
                <a:pos x="T10" y="T11"/>
              </a:cxn>
            </a:cxnLst>
            <a:rect l="0" t="0" r="r" b="b"/>
            <a:pathLst>
              <a:path w="98" h="1441">
                <a:moveTo>
                  <a:pt x="97" y="0"/>
                </a:moveTo>
                <a:lnTo>
                  <a:pt x="97" y="0"/>
                </a:lnTo>
                <a:lnTo>
                  <a:pt x="1" y="96"/>
                </a:lnTo>
                <a:lnTo>
                  <a:pt x="0" y="1440"/>
                </a:lnTo>
                <a:lnTo>
                  <a:pt x="96" y="1344"/>
                </a:lnTo>
                <a:lnTo>
                  <a:pt x="97" y="0"/>
                </a:lnTo>
              </a:path>
            </a:pathLst>
          </a:custGeom>
          <a:solidFill>
            <a:srgbClr val="FFDA74"/>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88134" name="Freeform 1030"/>
          <p:cNvSpPr>
            <a:spLocks/>
          </p:cNvSpPr>
          <p:nvPr/>
        </p:nvSpPr>
        <p:spPr bwMode="auto">
          <a:xfrm>
            <a:off x="2452688" y="2314575"/>
            <a:ext cx="7116762" cy="173038"/>
          </a:xfrm>
          <a:custGeom>
            <a:avLst/>
            <a:gdLst>
              <a:gd name="T0" fmla="*/ 0 w 3985"/>
              <a:gd name="T1" fmla="*/ 96 h 97"/>
              <a:gd name="T2" fmla="*/ 96 w 3985"/>
              <a:gd name="T3" fmla="*/ 0 h 97"/>
              <a:gd name="T4" fmla="*/ 3984 w 3985"/>
              <a:gd name="T5" fmla="*/ 0 h 97"/>
              <a:gd name="T6" fmla="*/ 3888 w 3985"/>
              <a:gd name="T7" fmla="*/ 96 h 97"/>
              <a:gd name="T8" fmla="*/ 0 w 3985"/>
              <a:gd name="T9" fmla="*/ 96 h 97"/>
            </a:gdLst>
            <a:ahLst/>
            <a:cxnLst>
              <a:cxn ang="0">
                <a:pos x="T0" y="T1"/>
              </a:cxn>
              <a:cxn ang="0">
                <a:pos x="T2" y="T3"/>
              </a:cxn>
              <a:cxn ang="0">
                <a:pos x="T4" y="T5"/>
              </a:cxn>
              <a:cxn ang="0">
                <a:pos x="T6" y="T7"/>
              </a:cxn>
              <a:cxn ang="0">
                <a:pos x="T8" y="T9"/>
              </a:cxn>
            </a:cxnLst>
            <a:rect l="0" t="0" r="r" b="b"/>
            <a:pathLst>
              <a:path w="3985" h="97">
                <a:moveTo>
                  <a:pt x="0" y="96"/>
                </a:moveTo>
                <a:lnTo>
                  <a:pt x="96" y="0"/>
                </a:lnTo>
                <a:lnTo>
                  <a:pt x="3984" y="0"/>
                </a:lnTo>
                <a:lnTo>
                  <a:pt x="3888" y="96"/>
                </a:lnTo>
                <a:lnTo>
                  <a:pt x="0" y="96"/>
                </a:lnTo>
              </a:path>
            </a:pathLst>
          </a:custGeom>
          <a:solidFill>
            <a:srgbClr val="FFDA74"/>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88135" name="Rectangle 1031"/>
          <p:cNvSpPr>
            <a:spLocks noChangeArrowheads="1"/>
          </p:cNvSpPr>
          <p:nvPr/>
        </p:nvSpPr>
        <p:spPr bwMode="auto">
          <a:xfrm>
            <a:off x="2506664" y="2614614"/>
            <a:ext cx="14573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5000"/>
              </a:lnSpc>
              <a:spcBef>
                <a:spcPct val="50000"/>
              </a:spcBef>
            </a:pPr>
            <a:r>
              <a:rPr lang="en-US" altLang="zh-TW" sz="1800">
                <a:solidFill>
                  <a:schemeClr val="bg2"/>
                </a:solidFill>
                <a:latin typeface="Helvetica" panose="020B0604020202020204" pitchFamily="34" charset="0"/>
                <a:ea typeface="新細明體" charset="-120"/>
              </a:rPr>
              <a:t>Address</a:t>
            </a:r>
          </a:p>
        </p:txBody>
      </p:sp>
      <p:sp>
        <p:nvSpPr>
          <p:cNvPr id="688136" name="Rectangle 1032"/>
          <p:cNvSpPr>
            <a:spLocks noChangeArrowheads="1"/>
          </p:cNvSpPr>
          <p:nvPr/>
        </p:nvSpPr>
        <p:spPr bwMode="auto">
          <a:xfrm>
            <a:off x="4495801" y="2614614"/>
            <a:ext cx="16430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5000"/>
              </a:lnSpc>
              <a:spcBef>
                <a:spcPct val="50000"/>
              </a:spcBef>
            </a:pPr>
            <a:r>
              <a:rPr lang="en-US" altLang="zh-TW" sz="1800">
                <a:solidFill>
                  <a:schemeClr val="bg2"/>
                </a:solidFill>
                <a:latin typeface="Helvetica" panose="020B0604020202020204" pitchFamily="34" charset="0"/>
                <a:ea typeface="新細明體" charset="-120"/>
              </a:rPr>
              <a:t>Subnet Mask</a:t>
            </a:r>
          </a:p>
        </p:txBody>
      </p:sp>
      <p:sp>
        <p:nvSpPr>
          <p:cNvPr id="688137" name="Rectangle 1033"/>
          <p:cNvSpPr>
            <a:spLocks noChangeArrowheads="1"/>
          </p:cNvSpPr>
          <p:nvPr/>
        </p:nvSpPr>
        <p:spPr bwMode="auto">
          <a:xfrm>
            <a:off x="6207125" y="2614614"/>
            <a:ext cx="14747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5000"/>
              </a:lnSpc>
              <a:spcBef>
                <a:spcPct val="50000"/>
              </a:spcBef>
            </a:pPr>
            <a:r>
              <a:rPr lang="en-US" altLang="zh-TW" sz="1800">
                <a:solidFill>
                  <a:schemeClr val="bg2"/>
                </a:solidFill>
                <a:latin typeface="Helvetica" panose="020B0604020202020204" pitchFamily="34" charset="0"/>
                <a:ea typeface="新細明體" charset="-120"/>
              </a:rPr>
              <a:t>Class</a:t>
            </a:r>
          </a:p>
        </p:txBody>
      </p:sp>
      <p:sp>
        <p:nvSpPr>
          <p:cNvPr id="688138" name="Rectangle 1034"/>
          <p:cNvSpPr>
            <a:spLocks noChangeArrowheads="1"/>
          </p:cNvSpPr>
          <p:nvPr/>
        </p:nvSpPr>
        <p:spPr bwMode="auto">
          <a:xfrm>
            <a:off x="7664450" y="2614614"/>
            <a:ext cx="141605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5000"/>
              </a:lnSpc>
              <a:spcBef>
                <a:spcPct val="50000"/>
              </a:spcBef>
            </a:pPr>
            <a:r>
              <a:rPr lang="en-US" altLang="zh-TW" sz="1800">
                <a:solidFill>
                  <a:schemeClr val="bg2"/>
                </a:solidFill>
                <a:latin typeface="Helvetica" panose="020B0604020202020204" pitchFamily="34" charset="0"/>
                <a:ea typeface="新細明體" charset="-120"/>
              </a:rPr>
              <a:t>Subnet</a:t>
            </a:r>
          </a:p>
        </p:txBody>
      </p:sp>
      <p:sp>
        <p:nvSpPr>
          <p:cNvPr id="688139" name="Rectangle 1035"/>
          <p:cNvSpPr>
            <a:spLocks noChangeArrowheads="1"/>
          </p:cNvSpPr>
          <p:nvPr/>
        </p:nvSpPr>
        <p:spPr bwMode="auto">
          <a:xfrm>
            <a:off x="2592388" y="3214689"/>
            <a:ext cx="19177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172.16.2.10</a:t>
            </a:r>
          </a:p>
        </p:txBody>
      </p:sp>
      <p:sp>
        <p:nvSpPr>
          <p:cNvPr id="688140" name="Rectangle 1036"/>
          <p:cNvSpPr>
            <a:spLocks noChangeArrowheads="1"/>
          </p:cNvSpPr>
          <p:nvPr/>
        </p:nvSpPr>
        <p:spPr bwMode="auto">
          <a:xfrm>
            <a:off x="2592388" y="3814764"/>
            <a:ext cx="19177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10.6.24.20</a:t>
            </a:r>
          </a:p>
        </p:txBody>
      </p:sp>
      <p:sp>
        <p:nvSpPr>
          <p:cNvPr id="688141" name="Rectangle 1037"/>
          <p:cNvSpPr>
            <a:spLocks noChangeArrowheads="1"/>
          </p:cNvSpPr>
          <p:nvPr/>
        </p:nvSpPr>
        <p:spPr bwMode="auto">
          <a:xfrm>
            <a:off x="2592388" y="4414839"/>
            <a:ext cx="19177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10.30.36.12</a:t>
            </a:r>
          </a:p>
        </p:txBody>
      </p:sp>
      <p:sp>
        <p:nvSpPr>
          <p:cNvPr id="688142" name="Rectangle 1038"/>
          <p:cNvSpPr>
            <a:spLocks noChangeArrowheads="1"/>
          </p:cNvSpPr>
          <p:nvPr/>
        </p:nvSpPr>
        <p:spPr bwMode="auto">
          <a:xfrm>
            <a:off x="4451351" y="3214689"/>
            <a:ext cx="1858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255.255.255.0</a:t>
            </a:r>
          </a:p>
        </p:txBody>
      </p:sp>
      <p:sp>
        <p:nvSpPr>
          <p:cNvPr id="688143" name="Rectangle 1039"/>
          <p:cNvSpPr>
            <a:spLocks noChangeArrowheads="1"/>
          </p:cNvSpPr>
          <p:nvPr/>
        </p:nvSpPr>
        <p:spPr bwMode="auto">
          <a:xfrm>
            <a:off x="4451351" y="3814764"/>
            <a:ext cx="1858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255.255.240.0</a:t>
            </a:r>
          </a:p>
        </p:txBody>
      </p:sp>
      <p:sp>
        <p:nvSpPr>
          <p:cNvPr id="688144" name="Rectangle 1040"/>
          <p:cNvSpPr>
            <a:spLocks noChangeArrowheads="1"/>
          </p:cNvSpPr>
          <p:nvPr/>
        </p:nvSpPr>
        <p:spPr bwMode="auto">
          <a:xfrm>
            <a:off x="4451351" y="4414839"/>
            <a:ext cx="18589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255.255.255.0</a:t>
            </a:r>
          </a:p>
        </p:txBody>
      </p:sp>
    </p:spTree>
    <p:extLst>
      <p:ext uri="{BB962C8B-B14F-4D97-AF65-F5344CB8AC3E}">
        <p14:creationId xmlns:p14="http://schemas.microsoft.com/office/powerpoint/2010/main" val="560318102"/>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0418" name="Rectangle 2"/>
          <p:cNvSpPr>
            <a:spLocks noGrp="1" noChangeArrowheads="1"/>
          </p:cNvSpPr>
          <p:nvPr>
            <p:ph type="title"/>
          </p:nvPr>
        </p:nvSpPr>
        <p:spPr>
          <a:xfrm>
            <a:off x="457200" y="168892"/>
            <a:ext cx="10515600" cy="1325563"/>
          </a:xfrm>
          <a:noFill/>
          <a:ln/>
        </p:spPr>
        <p:txBody>
          <a:bodyPr vert="horz" lIns="82153" tIns="41076" rIns="82153" bIns="41076" rtlCol="0" anchor="ctr" anchorCtr="0">
            <a:normAutofit/>
          </a:bodyPr>
          <a:lstStyle/>
          <a:p>
            <a:r>
              <a:rPr lang="en-US" altLang="zh-TW" dirty="0">
                <a:solidFill>
                  <a:srgbClr val="00B0F0"/>
                </a:solidFill>
                <a:ea typeface="新細明體" charset="-120"/>
              </a:rPr>
              <a:t>Subnet Mask Exercise Answers</a:t>
            </a:r>
          </a:p>
        </p:txBody>
      </p:sp>
      <p:sp>
        <p:nvSpPr>
          <p:cNvPr id="700419" name="Rectangle 3"/>
          <p:cNvSpPr>
            <a:spLocks noChangeArrowheads="1"/>
          </p:cNvSpPr>
          <p:nvPr/>
        </p:nvSpPr>
        <p:spPr bwMode="auto">
          <a:xfrm>
            <a:off x="2459039" y="3591333"/>
            <a:ext cx="6929437" cy="276999"/>
          </a:xfrm>
          <a:prstGeom prst="rect">
            <a:avLst/>
          </a:prstGeom>
          <a:solidFill>
            <a:srgbClr val="FFEFC2"/>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endParaRPr lang="en-US"/>
          </a:p>
        </p:txBody>
      </p:sp>
      <p:sp>
        <p:nvSpPr>
          <p:cNvPr id="700420" name="Rectangle 4"/>
          <p:cNvSpPr>
            <a:spLocks noChangeArrowheads="1"/>
          </p:cNvSpPr>
          <p:nvPr/>
        </p:nvSpPr>
        <p:spPr bwMode="auto">
          <a:xfrm>
            <a:off x="2459039" y="2648358"/>
            <a:ext cx="6929437" cy="276999"/>
          </a:xfrm>
          <a:prstGeom prst="rect">
            <a:avLst/>
          </a:prstGeom>
          <a:solidFill>
            <a:schemeClr val="folHlink"/>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endParaRPr lang="en-US"/>
          </a:p>
        </p:txBody>
      </p:sp>
      <p:sp>
        <p:nvSpPr>
          <p:cNvPr id="700421" name="Freeform 5"/>
          <p:cNvSpPr>
            <a:spLocks/>
          </p:cNvSpPr>
          <p:nvPr/>
        </p:nvSpPr>
        <p:spPr bwMode="auto">
          <a:xfrm>
            <a:off x="9394826" y="3462745"/>
            <a:ext cx="174625" cy="276999"/>
          </a:xfrm>
          <a:custGeom>
            <a:avLst/>
            <a:gdLst>
              <a:gd name="T0" fmla="*/ 97 w 98"/>
              <a:gd name="T1" fmla="*/ 0 h 1441"/>
              <a:gd name="T2" fmla="*/ 97 w 98"/>
              <a:gd name="T3" fmla="*/ 0 h 1441"/>
              <a:gd name="T4" fmla="*/ 1 w 98"/>
              <a:gd name="T5" fmla="*/ 96 h 1441"/>
              <a:gd name="T6" fmla="*/ 0 w 98"/>
              <a:gd name="T7" fmla="*/ 1440 h 1441"/>
              <a:gd name="T8" fmla="*/ 96 w 98"/>
              <a:gd name="T9" fmla="*/ 1344 h 1441"/>
              <a:gd name="T10" fmla="*/ 97 w 98"/>
              <a:gd name="T11" fmla="*/ 0 h 1441"/>
            </a:gdLst>
            <a:ahLst/>
            <a:cxnLst>
              <a:cxn ang="0">
                <a:pos x="T0" y="T1"/>
              </a:cxn>
              <a:cxn ang="0">
                <a:pos x="T2" y="T3"/>
              </a:cxn>
              <a:cxn ang="0">
                <a:pos x="T4" y="T5"/>
              </a:cxn>
              <a:cxn ang="0">
                <a:pos x="T6" y="T7"/>
              </a:cxn>
              <a:cxn ang="0">
                <a:pos x="T8" y="T9"/>
              </a:cxn>
              <a:cxn ang="0">
                <a:pos x="T10" y="T11"/>
              </a:cxn>
            </a:cxnLst>
            <a:rect l="0" t="0" r="r" b="b"/>
            <a:pathLst>
              <a:path w="98" h="1441">
                <a:moveTo>
                  <a:pt x="97" y="0"/>
                </a:moveTo>
                <a:lnTo>
                  <a:pt x="97" y="0"/>
                </a:lnTo>
                <a:lnTo>
                  <a:pt x="1" y="96"/>
                </a:lnTo>
                <a:lnTo>
                  <a:pt x="0" y="1440"/>
                </a:lnTo>
                <a:lnTo>
                  <a:pt x="96" y="1344"/>
                </a:lnTo>
                <a:lnTo>
                  <a:pt x="97" y="0"/>
                </a:lnTo>
              </a:path>
            </a:pathLst>
          </a:custGeom>
          <a:solidFill>
            <a:srgbClr val="FFDA74"/>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endParaRPr lang="en-US"/>
          </a:p>
        </p:txBody>
      </p:sp>
      <p:sp>
        <p:nvSpPr>
          <p:cNvPr id="700422" name="Freeform 6"/>
          <p:cNvSpPr>
            <a:spLocks/>
          </p:cNvSpPr>
          <p:nvPr/>
        </p:nvSpPr>
        <p:spPr bwMode="auto">
          <a:xfrm>
            <a:off x="2452688" y="2262596"/>
            <a:ext cx="7116762" cy="276999"/>
          </a:xfrm>
          <a:custGeom>
            <a:avLst/>
            <a:gdLst>
              <a:gd name="T0" fmla="*/ 0 w 3985"/>
              <a:gd name="T1" fmla="*/ 96 h 97"/>
              <a:gd name="T2" fmla="*/ 96 w 3985"/>
              <a:gd name="T3" fmla="*/ 0 h 97"/>
              <a:gd name="T4" fmla="*/ 3984 w 3985"/>
              <a:gd name="T5" fmla="*/ 0 h 97"/>
              <a:gd name="T6" fmla="*/ 3888 w 3985"/>
              <a:gd name="T7" fmla="*/ 96 h 97"/>
              <a:gd name="T8" fmla="*/ 0 w 3985"/>
              <a:gd name="T9" fmla="*/ 96 h 97"/>
            </a:gdLst>
            <a:ahLst/>
            <a:cxnLst>
              <a:cxn ang="0">
                <a:pos x="T0" y="T1"/>
              </a:cxn>
              <a:cxn ang="0">
                <a:pos x="T2" y="T3"/>
              </a:cxn>
              <a:cxn ang="0">
                <a:pos x="T4" y="T5"/>
              </a:cxn>
              <a:cxn ang="0">
                <a:pos x="T6" y="T7"/>
              </a:cxn>
              <a:cxn ang="0">
                <a:pos x="T8" y="T9"/>
              </a:cxn>
            </a:cxnLst>
            <a:rect l="0" t="0" r="r" b="b"/>
            <a:pathLst>
              <a:path w="3985" h="97">
                <a:moveTo>
                  <a:pt x="0" y="96"/>
                </a:moveTo>
                <a:lnTo>
                  <a:pt x="96" y="0"/>
                </a:lnTo>
                <a:lnTo>
                  <a:pt x="3984" y="0"/>
                </a:lnTo>
                <a:lnTo>
                  <a:pt x="3888" y="96"/>
                </a:lnTo>
                <a:lnTo>
                  <a:pt x="0" y="96"/>
                </a:lnTo>
              </a:path>
            </a:pathLst>
          </a:custGeom>
          <a:solidFill>
            <a:srgbClr val="FFDA74"/>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endParaRPr lang="en-US"/>
          </a:p>
        </p:txBody>
      </p:sp>
      <p:sp>
        <p:nvSpPr>
          <p:cNvPr id="700423" name="Rectangle 7"/>
          <p:cNvSpPr>
            <a:spLocks noChangeArrowheads="1"/>
          </p:cNvSpPr>
          <p:nvPr/>
        </p:nvSpPr>
        <p:spPr bwMode="auto">
          <a:xfrm>
            <a:off x="2506664" y="2741802"/>
            <a:ext cx="1457325"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5000"/>
              </a:lnSpc>
              <a:spcBef>
                <a:spcPct val="50000"/>
              </a:spcBef>
            </a:pPr>
            <a:r>
              <a:rPr lang="en-US" altLang="zh-TW" sz="1800">
                <a:solidFill>
                  <a:schemeClr val="bg2"/>
                </a:solidFill>
                <a:latin typeface="Helvetica" panose="020B0604020202020204" pitchFamily="34" charset="0"/>
                <a:ea typeface="新細明體" charset="-120"/>
              </a:rPr>
              <a:t>Address</a:t>
            </a:r>
          </a:p>
        </p:txBody>
      </p:sp>
      <p:sp>
        <p:nvSpPr>
          <p:cNvPr id="700424" name="Rectangle 8"/>
          <p:cNvSpPr>
            <a:spLocks noChangeArrowheads="1"/>
          </p:cNvSpPr>
          <p:nvPr/>
        </p:nvSpPr>
        <p:spPr bwMode="auto">
          <a:xfrm>
            <a:off x="4495801" y="2741802"/>
            <a:ext cx="1643063"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5000"/>
              </a:lnSpc>
              <a:spcBef>
                <a:spcPct val="50000"/>
              </a:spcBef>
            </a:pPr>
            <a:r>
              <a:rPr lang="en-US" altLang="zh-TW" sz="1800">
                <a:solidFill>
                  <a:schemeClr val="bg2"/>
                </a:solidFill>
                <a:latin typeface="Helvetica" panose="020B0604020202020204" pitchFamily="34" charset="0"/>
                <a:ea typeface="新細明體" charset="-120"/>
              </a:rPr>
              <a:t>Subnet Mask</a:t>
            </a:r>
          </a:p>
        </p:txBody>
      </p:sp>
      <p:sp>
        <p:nvSpPr>
          <p:cNvPr id="700425" name="Rectangle 9"/>
          <p:cNvSpPr>
            <a:spLocks noChangeArrowheads="1"/>
          </p:cNvSpPr>
          <p:nvPr/>
        </p:nvSpPr>
        <p:spPr bwMode="auto">
          <a:xfrm>
            <a:off x="6207125" y="2741802"/>
            <a:ext cx="1474788"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5000"/>
              </a:lnSpc>
              <a:spcBef>
                <a:spcPct val="50000"/>
              </a:spcBef>
            </a:pPr>
            <a:r>
              <a:rPr lang="en-US" altLang="zh-TW" sz="1800">
                <a:solidFill>
                  <a:schemeClr val="bg2"/>
                </a:solidFill>
                <a:latin typeface="Helvetica" panose="020B0604020202020204" pitchFamily="34" charset="0"/>
                <a:ea typeface="新細明體" charset="-120"/>
              </a:rPr>
              <a:t>Class</a:t>
            </a:r>
          </a:p>
        </p:txBody>
      </p:sp>
      <p:sp>
        <p:nvSpPr>
          <p:cNvPr id="700426" name="Rectangle 10"/>
          <p:cNvSpPr>
            <a:spLocks noChangeArrowheads="1"/>
          </p:cNvSpPr>
          <p:nvPr/>
        </p:nvSpPr>
        <p:spPr bwMode="auto">
          <a:xfrm>
            <a:off x="7664450" y="2741802"/>
            <a:ext cx="1416050"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5000"/>
              </a:lnSpc>
              <a:spcBef>
                <a:spcPct val="50000"/>
              </a:spcBef>
            </a:pPr>
            <a:r>
              <a:rPr lang="en-US" altLang="zh-TW" sz="1800">
                <a:solidFill>
                  <a:schemeClr val="bg2"/>
                </a:solidFill>
                <a:latin typeface="Helvetica" panose="020B0604020202020204" pitchFamily="34" charset="0"/>
                <a:ea typeface="新細明體" charset="-120"/>
              </a:rPr>
              <a:t>Subnet</a:t>
            </a:r>
          </a:p>
        </p:txBody>
      </p:sp>
      <p:sp>
        <p:nvSpPr>
          <p:cNvPr id="700427" name="Rectangle 11"/>
          <p:cNvSpPr>
            <a:spLocks noChangeArrowheads="1"/>
          </p:cNvSpPr>
          <p:nvPr/>
        </p:nvSpPr>
        <p:spPr bwMode="auto">
          <a:xfrm>
            <a:off x="2592388" y="3275202"/>
            <a:ext cx="1917700"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172.16.2.10</a:t>
            </a:r>
          </a:p>
        </p:txBody>
      </p:sp>
      <p:sp>
        <p:nvSpPr>
          <p:cNvPr id="700428" name="Rectangle 12"/>
          <p:cNvSpPr>
            <a:spLocks noChangeArrowheads="1"/>
          </p:cNvSpPr>
          <p:nvPr/>
        </p:nvSpPr>
        <p:spPr bwMode="auto">
          <a:xfrm>
            <a:off x="2592388" y="3808602"/>
            <a:ext cx="1917700"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10.6.24.20</a:t>
            </a:r>
          </a:p>
        </p:txBody>
      </p:sp>
      <p:sp>
        <p:nvSpPr>
          <p:cNvPr id="700429" name="Rectangle 13"/>
          <p:cNvSpPr>
            <a:spLocks noChangeArrowheads="1"/>
          </p:cNvSpPr>
          <p:nvPr/>
        </p:nvSpPr>
        <p:spPr bwMode="auto">
          <a:xfrm>
            <a:off x="2592388" y="4342002"/>
            <a:ext cx="1917700"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10.30.36.12</a:t>
            </a:r>
          </a:p>
        </p:txBody>
      </p:sp>
      <p:sp>
        <p:nvSpPr>
          <p:cNvPr id="700430" name="Rectangle 14"/>
          <p:cNvSpPr>
            <a:spLocks noChangeArrowheads="1"/>
          </p:cNvSpPr>
          <p:nvPr/>
        </p:nvSpPr>
        <p:spPr bwMode="auto">
          <a:xfrm>
            <a:off x="4419601" y="3275202"/>
            <a:ext cx="1858963"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255.255.255.0</a:t>
            </a:r>
          </a:p>
        </p:txBody>
      </p:sp>
      <p:sp>
        <p:nvSpPr>
          <p:cNvPr id="700431" name="Rectangle 15"/>
          <p:cNvSpPr>
            <a:spLocks noChangeArrowheads="1"/>
          </p:cNvSpPr>
          <p:nvPr/>
        </p:nvSpPr>
        <p:spPr bwMode="auto">
          <a:xfrm>
            <a:off x="4419601" y="3808602"/>
            <a:ext cx="1858963"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255.255.240.0</a:t>
            </a:r>
          </a:p>
        </p:txBody>
      </p:sp>
      <p:sp>
        <p:nvSpPr>
          <p:cNvPr id="700432" name="Rectangle 16"/>
          <p:cNvSpPr>
            <a:spLocks noChangeArrowheads="1"/>
          </p:cNvSpPr>
          <p:nvPr/>
        </p:nvSpPr>
        <p:spPr bwMode="auto">
          <a:xfrm>
            <a:off x="4419601" y="4342002"/>
            <a:ext cx="1858963"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255.255.255.0</a:t>
            </a:r>
          </a:p>
        </p:txBody>
      </p:sp>
      <p:sp>
        <p:nvSpPr>
          <p:cNvPr id="700433" name="Rectangle 17"/>
          <p:cNvSpPr>
            <a:spLocks noChangeArrowheads="1"/>
          </p:cNvSpPr>
          <p:nvPr/>
        </p:nvSpPr>
        <p:spPr bwMode="auto">
          <a:xfrm>
            <a:off x="6192839" y="3275202"/>
            <a:ext cx="1489075"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5000"/>
              </a:lnSpc>
              <a:spcBef>
                <a:spcPct val="50000"/>
              </a:spcBef>
            </a:pPr>
            <a:r>
              <a:rPr lang="en-US" altLang="zh-TW" sz="1800">
                <a:solidFill>
                  <a:schemeClr val="tx2"/>
                </a:solidFill>
                <a:latin typeface="Helvetica" panose="020B0604020202020204" pitchFamily="34" charset="0"/>
                <a:ea typeface="新細明體" charset="-120"/>
              </a:rPr>
              <a:t>B</a:t>
            </a:r>
          </a:p>
        </p:txBody>
      </p:sp>
      <p:sp>
        <p:nvSpPr>
          <p:cNvPr id="700434" name="Rectangle 18"/>
          <p:cNvSpPr>
            <a:spLocks noChangeArrowheads="1"/>
          </p:cNvSpPr>
          <p:nvPr/>
        </p:nvSpPr>
        <p:spPr bwMode="auto">
          <a:xfrm>
            <a:off x="6192839" y="3808602"/>
            <a:ext cx="1489075"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5000"/>
              </a:lnSpc>
              <a:spcBef>
                <a:spcPct val="50000"/>
              </a:spcBef>
            </a:pPr>
            <a:r>
              <a:rPr lang="en-US" altLang="zh-TW" sz="1800">
                <a:solidFill>
                  <a:schemeClr val="tx2"/>
                </a:solidFill>
                <a:latin typeface="Helvetica" panose="020B0604020202020204" pitchFamily="34" charset="0"/>
                <a:ea typeface="新細明體" charset="-120"/>
              </a:rPr>
              <a:t>A</a:t>
            </a:r>
          </a:p>
        </p:txBody>
      </p:sp>
      <p:sp>
        <p:nvSpPr>
          <p:cNvPr id="700435" name="Rectangle 19"/>
          <p:cNvSpPr>
            <a:spLocks noChangeArrowheads="1"/>
          </p:cNvSpPr>
          <p:nvPr/>
        </p:nvSpPr>
        <p:spPr bwMode="auto">
          <a:xfrm>
            <a:off x="6192839" y="4342002"/>
            <a:ext cx="1489075"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5000"/>
              </a:lnSpc>
              <a:spcBef>
                <a:spcPct val="50000"/>
              </a:spcBef>
            </a:pPr>
            <a:r>
              <a:rPr lang="en-US" altLang="zh-TW" sz="1800">
                <a:solidFill>
                  <a:schemeClr val="tx2"/>
                </a:solidFill>
                <a:latin typeface="Helvetica" panose="020B0604020202020204" pitchFamily="34" charset="0"/>
                <a:ea typeface="新細明體" charset="-120"/>
              </a:rPr>
              <a:t>A</a:t>
            </a:r>
          </a:p>
        </p:txBody>
      </p:sp>
      <p:sp>
        <p:nvSpPr>
          <p:cNvPr id="700436" name="Rectangle 20"/>
          <p:cNvSpPr>
            <a:spLocks noChangeArrowheads="1"/>
          </p:cNvSpPr>
          <p:nvPr/>
        </p:nvSpPr>
        <p:spPr bwMode="auto">
          <a:xfrm>
            <a:off x="7620001" y="3275202"/>
            <a:ext cx="1516063"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172.16.2.0</a:t>
            </a:r>
          </a:p>
        </p:txBody>
      </p:sp>
      <p:sp>
        <p:nvSpPr>
          <p:cNvPr id="700437" name="Rectangle 21"/>
          <p:cNvSpPr>
            <a:spLocks noChangeArrowheads="1"/>
          </p:cNvSpPr>
          <p:nvPr/>
        </p:nvSpPr>
        <p:spPr bwMode="auto">
          <a:xfrm>
            <a:off x="7696201" y="3808602"/>
            <a:ext cx="1516063"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10.6.16.0</a:t>
            </a:r>
          </a:p>
        </p:txBody>
      </p:sp>
      <p:sp>
        <p:nvSpPr>
          <p:cNvPr id="700438" name="Rectangle 22"/>
          <p:cNvSpPr>
            <a:spLocks noChangeArrowheads="1"/>
          </p:cNvSpPr>
          <p:nvPr/>
        </p:nvSpPr>
        <p:spPr bwMode="auto">
          <a:xfrm>
            <a:off x="7620001" y="4342002"/>
            <a:ext cx="1516063"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10.30.36.0</a:t>
            </a:r>
          </a:p>
        </p:txBody>
      </p:sp>
    </p:spTree>
    <p:extLst>
      <p:ext uri="{BB962C8B-B14F-4D97-AF65-F5344CB8AC3E}">
        <p14:creationId xmlns:p14="http://schemas.microsoft.com/office/powerpoint/2010/main" val="4274592443"/>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4754" name="Rectangle 2"/>
          <p:cNvSpPr>
            <a:spLocks noGrp="1" noChangeArrowheads="1"/>
          </p:cNvSpPr>
          <p:nvPr>
            <p:ph type="title"/>
          </p:nvPr>
        </p:nvSpPr>
        <p:spPr>
          <a:xfrm>
            <a:off x="465138" y="64942"/>
            <a:ext cx="10515600" cy="1325563"/>
          </a:xfrm>
          <a:noFill/>
          <a:ln/>
        </p:spPr>
        <p:txBody>
          <a:bodyPr vert="horz" lIns="82153" tIns="41076" rIns="82153" bIns="41076" rtlCol="0" anchor="ctr" anchorCtr="0">
            <a:normAutofit/>
          </a:bodyPr>
          <a:lstStyle/>
          <a:p>
            <a:r>
              <a:rPr lang="en-US" altLang="zh-TW" dirty="0">
                <a:solidFill>
                  <a:srgbClr val="00B0F0"/>
                </a:solidFill>
                <a:ea typeface="新細明體" charset="-120"/>
              </a:rPr>
              <a:t>Broadcast Addresses</a:t>
            </a:r>
          </a:p>
        </p:txBody>
      </p:sp>
      <p:sp>
        <p:nvSpPr>
          <p:cNvPr id="714756" name="Line 4"/>
          <p:cNvSpPr>
            <a:spLocks noChangeShapeType="1"/>
          </p:cNvSpPr>
          <p:nvPr/>
        </p:nvSpPr>
        <p:spPr bwMode="auto">
          <a:xfrm flipV="1">
            <a:off x="3476625" y="4157664"/>
            <a:ext cx="0" cy="371475"/>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714757" name="Line 5"/>
          <p:cNvSpPr>
            <a:spLocks noChangeShapeType="1"/>
          </p:cNvSpPr>
          <p:nvPr/>
        </p:nvSpPr>
        <p:spPr bwMode="auto">
          <a:xfrm flipV="1">
            <a:off x="7777163" y="4171951"/>
            <a:ext cx="0" cy="385763"/>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714758" name="Line 6"/>
          <p:cNvSpPr>
            <a:spLocks noChangeShapeType="1"/>
          </p:cNvSpPr>
          <p:nvPr/>
        </p:nvSpPr>
        <p:spPr bwMode="auto">
          <a:xfrm flipV="1">
            <a:off x="8605838" y="4157663"/>
            <a:ext cx="0" cy="385762"/>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714759" name="Line 7"/>
          <p:cNvSpPr>
            <a:spLocks noChangeShapeType="1"/>
          </p:cNvSpPr>
          <p:nvPr/>
        </p:nvSpPr>
        <p:spPr bwMode="auto">
          <a:xfrm flipV="1">
            <a:off x="6905625" y="4157663"/>
            <a:ext cx="0" cy="385762"/>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714761" name="Line 9"/>
          <p:cNvSpPr>
            <a:spLocks noChangeShapeType="1"/>
          </p:cNvSpPr>
          <p:nvPr/>
        </p:nvSpPr>
        <p:spPr bwMode="auto">
          <a:xfrm flipV="1">
            <a:off x="5376863" y="2143126"/>
            <a:ext cx="0" cy="385763"/>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714762" name="Line 10"/>
          <p:cNvSpPr>
            <a:spLocks noChangeShapeType="1"/>
          </p:cNvSpPr>
          <p:nvPr/>
        </p:nvSpPr>
        <p:spPr bwMode="auto">
          <a:xfrm flipV="1">
            <a:off x="6334125" y="2128839"/>
            <a:ext cx="0" cy="871537"/>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714763" name="Line 11"/>
          <p:cNvSpPr>
            <a:spLocks noChangeShapeType="1"/>
          </p:cNvSpPr>
          <p:nvPr/>
        </p:nvSpPr>
        <p:spPr bwMode="auto">
          <a:xfrm flipV="1">
            <a:off x="7305675" y="2114551"/>
            <a:ext cx="0" cy="385763"/>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714764" name="Line 12"/>
          <p:cNvSpPr>
            <a:spLocks noChangeShapeType="1"/>
          </p:cNvSpPr>
          <p:nvPr/>
        </p:nvSpPr>
        <p:spPr bwMode="auto">
          <a:xfrm>
            <a:off x="4891088" y="2528888"/>
            <a:ext cx="2743200" cy="0"/>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714765" name="Rectangle 13"/>
          <p:cNvSpPr>
            <a:spLocks noChangeArrowheads="1"/>
          </p:cNvSpPr>
          <p:nvPr/>
        </p:nvSpPr>
        <p:spPr bwMode="auto">
          <a:xfrm>
            <a:off x="3892551" y="4256089"/>
            <a:ext cx="1069975" cy="300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1800"/>
              </a:lnSpc>
            </a:pPr>
            <a:r>
              <a:rPr lang="en-US" altLang="zh-TW" sz="1600">
                <a:solidFill>
                  <a:srgbClr val="000000"/>
                </a:solidFill>
                <a:latin typeface="Helvetica" panose="020B0604020202020204" pitchFamily="34" charset="0"/>
                <a:ea typeface="新細明體" charset="-120"/>
              </a:rPr>
              <a:t>172.16.1.0</a:t>
            </a:r>
          </a:p>
        </p:txBody>
      </p:sp>
      <p:sp>
        <p:nvSpPr>
          <p:cNvPr id="714766" name="Rectangle 14"/>
          <p:cNvSpPr>
            <a:spLocks noChangeArrowheads="1"/>
          </p:cNvSpPr>
          <p:nvPr/>
        </p:nvSpPr>
        <p:spPr bwMode="auto">
          <a:xfrm>
            <a:off x="6807201" y="4598989"/>
            <a:ext cx="1069975" cy="300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1800"/>
              </a:lnSpc>
            </a:pPr>
            <a:r>
              <a:rPr lang="en-US" altLang="zh-TW" sz="1600">
                <a:solidFill>
                  <a:srgbClr val="000000"/>
                </a:solidFill>
                <a:latin typeface="Helvetica" panose="020B0604020202020204" pitchFamily="34" charset="0"/>
                <a:ea typeface="新細明體" charset="-120"/>
              </a:rPr>
              <a:t>172.16.2.0</a:t>
            </a:r>
          </a:p>
        </p:txBody>
      </p:sp>
      <p:sp>
        <p:nvSpPr>
          <p:cNvPr id="714767" name="Rectangle 15"/>
          <p:cNvSpPr>
            <a:spLocks noChangeArrowheads="1"/>
          </p:cNvSpPr>
          <p:nvPr/>
        </p:nvSpPr>
        <p:spPr bwMode="auto">
          <a:xfrm>
            <a:off x="6492875" y="2555875"/>
            <a:ext cx="1041400" cy="30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1800"/>
              </a:lnSpc>
            </a:pPr>
            <a:r>
              <a:rPr lang="en-US" altLang="zh-TW" sz="1600">
                <a:solidFill>
                  <a:srgbClr val="000000"/>
                </a:solidFill>
                <a:latin typeface="Helvetica" panose="020B0604020202020204" pitchFamily="34" charset="0"/>
                <a:ea typeface="新細明體" charset="-120"/>
              </a:rPr>
              <a:t>172.16.3.0</a:t>
            </a:r>
          </a:p>
        </p:txBody>
      </p:sp>
      <p:sp>
        <p:nvSpPr>
          <p:cNvPr id="714768" name="Rectangle 16"/>
          <p:cNvSpPr>
            <a:spLocks noChangeArrowheads="1"/>
          </p:cNvSpPr>
          <p:nvPr/>
        </p:nvSpPr>
        <p:spPr bwMode="auto">
          <a:xfrm>
            <a:off x="5049838" y="3317875"/>
            <a:ext cx="1027112"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1800"/>
              </a:lnSpc>
            </a:pPr>
            <a:r>
              <a:rPr lang="en-US" altLang="zh-TW" sz="1600">
                <a:solidFill>
                  <a:srgbClr val="000000"/>
                </a:solidFill>
                <a:latin typeface="Helvetica" panose="020B0604020202020204" pitchFamily="34" charset="0"/>
                <a:ea typeface="新細明體" charset="-120"/>
              </a:rPr>
              <a:t>172.16.4.0</a:t>
            </a:r>
          </a:p>
        </p:txBody>
      </p:sp>
      <p:sp>
        <p:nvSpPr>
          <p:cNvPr id="714769" name="Freeform 17"/>
          <p:cNvSpPr>
            <a:spLocks/>
          </p:cNvSpPr>
          <p:nvPr/>
        </p:nvSpPr>
        <p:spPr bwMode="auto">
          <a:xfrm>
            <a:off x="6162675" y="3171825"/>
            <a:ext cx="173038" cy="1373188"/>
          </a:xfrm>
          <a:custGeom>
            <a:avLst/>
            <a:gdLst>
              <a:gd name="T0" fmla="*/ 0 w 97"/>
              <a:gd name="T1" fmla="*/ 768 h 769"/>
              <a:gd name="T2" fmla="*/ 0 w 97"/>
              <a:gd name="T3" fmla="*/ 336 h 769"/>
              <a:gd name="T4" fmla="*/ 96 w 97"/>
              <a:gd name="T5" fmla="*/ 432 h 769"/>
              <a:gd name="T6" fmla="*/ 96 w 97"/>
              <a:gd name="T7" fmla="*/ 0 h 769"/>
            </a:gdLst>
            <a:ahLst/>
            <a:cxnLst>
              <a:cxn ang="0">
                <a:pos x="T0" y="T1"/>
              </a:cxn>
              <a:cxn ang="0">
                <a:pos x="T2" y="T3"/>
              </a:cxn>
              <a:cxn ang="0">
                <a:pos x="T4" y="T5"/>
              </a:cxn>
              <a:cxn ang="0">
                <a:pos x="T6" y="T7"/>
              </a:cxn>
            </a:cxnLst>
            <a:rect l="0" t="0" r="r" b="b"/>
            <a:pathLst>
              <a:path w="97" h="769">
                <a:moveTo>
                  <a:pt x="0" y="768"/>
                </a:moveTo>
                <a:lnTo>
                  <a:pt x="0" y="336"/>
                </a:lnTo>
                <a:lnTo>
                  <a:pt x="96" y="432"/>
                </a:lnTo>
                <a:lnTo>
                  <a:pt x="96" y="0"/>
                </a:lnTo>
              </a:path>
            </a:pathLst>
          </a:custGeom>
          <a:noFill/>
          <a:ln w="50800" cap="rnd" cmpd="sng">
            <a:solidFill>
              <a:schemeClr val="accent2"/>
            </a:solidFill>
            <a:prstDash val="solid"/>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pic>
        <p:nvPicPr>
          <p:cNvPr id="714770" name="Picture 1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91214" y="2873375"/>
            <a:ext cx="928687" cy="53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4772" name="Picture 2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86350" y="1657350"/>
            <a:ext cx="647700"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4773" name="Picture 2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9325" y="1657350"/>
            <a:ext cx="647700"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4774" name="Picture 2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72300" y="1657350"/>
            <a:ext cx="647700"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4775" name="Picture 2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29400" y="3714750"/>
            <a:ext cx="647700"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4776" name="Picture 2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486650" y="3714750"/>
            <a:ext cx="647700"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4777" name="Picture 2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43900" y="3714750"/>
            <a:ext cx="647700"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14778" name="Rectangle 26"/>
          <p:cNvSpPr>
            <a:spLocks noChangeArrowheads="1"/>
          </p:cNvSpPr>
          <p:nvPr/>
        </p:nvSpPr>
        <p:spPr bwMode="auto">
          <a:xfrm>
            <a:off x="3663951" y="4672013"/>
            <a:ext cx="1801813" cy="557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ctr">
              <a:lnSpc>
                <a:spcPts val="1800"/>
              </a:lnSpc>
            </a:pPr>
            <a:r>
              <a:rPr lang="en-US" altLang="zh-TW" sz="1600">
                <a:solidFill>
                  <a:srgbClr val="000000"/>
                </a:solidFill>
                <a:latin typeface="Helvetica" panose="020B0604020202020204" pitchFamily="34" charset="0"/>
                <a:ea typeface="新細明體" charset="-120"/>
              </a:rPr>
              <a:t>172.16.3.255</a:t>
            </a:r>
          </a:p>
          <a:p>
            <a:pPr algn="ctr">
              <a:lnSpc>
                <a:spcPts val="1800"/>
              </a:lnSpc>
            </a:pPr>
            <a:r>
              <a:rPr lang="en-US" altLang="zh-TW" sz="1600">
                <a:solidFill>
                  <a:srgbClr val="000000"/>
                </a:solidFill>
                <a:latin typeface="Helvetica" panose="020B0604020202020204" pitchFamily="34" charset="0"/>
                <a:ea typeface="新細明體" charset="-120"/>
              </a:rPr>
              <a:t>(Directed broadcast)</a:t>
            </a:r>
          </a:p>
        </p:txBody>
      </p:sp>
      <p:sp>
        <p:nvSpPr>
          <p:cNvPr id="714779" name="Rectangle 27"/>
          <p:cNvSpPr>
            <a:spLocks noChangeArrowheads="1"/>
          </p:cNvSpPr>
          <p:nvPr/>
        </p:nvSpPr>
        <p:spPr bwMode="auto">
          <a:xfrm>
            <a:off x="3506788" y="5357813"/>
            <a:ext cx="2400300" cy="557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ctr">
              <a:lnSpc>
                <a:spcPts val="1800"/>
              </a:lnSpc>
            </a:pPr>
            <a:r>
              <a:rPr lang="en-US" altLang="zh-TW" sz="1600">
                <a:solidFill>
                  <a:srgbClr val="000000"/>
                </a:solidFill>
                <a:latin typeface="Helvetica" panose="020B0604020202020204" pitchFamily="34" charset="0"/>
                <a:ea typeface="新細明體" charset="-120"/>
              </a:rPr>
              <a:t>255.255.255.255</a:t>
            </a:r>
          </a:p>
          <a:p>
            <a:pPr algn="ctr">
              <a:lnSpc>
                <a:spcPts val="1800"/>
              </a:lnSpc>
            </a:pPr>
            <a:r>
              <a:rPr lang="en-US" altLang="zh-TW" sz="1600">
                <a:solidFill>
                  <a:srgbClr val="000000"/>
                </a:solidFill>
                <a:latin typeface="Helvetica" panose="020B0604020202020204" pitchFamily="34" charset="0"/>
                <a:ea typeface="新細明體" charset="-120"/>
              </a:rPr>
              <a:t>(Local network broadcast)</a:t>
            </a:r>
          </a:p>
        </p:txBody>
      </p:sp>
      <p:sp>
        <p:nvSpPr>
          <p:cNvPr id="714783" name="Line 31"/>
          <p:cNvSpPr>
            <a:spLocks noChangeShapeType="1"/>
          </p:cNvSpPr>
          <p:nvPr/>
        </p:nvSpPr>
        <p:spPr bwMode="auto">
          <a:xfrm>
            <a:off x="5505450" y="5486400"/>
            <a:ext cx="514350" cy="0"/>
          </a:xfrm>
          <a:prstGeom prst="line">
            <a:avLst/>
          </a:prstGeom>
          <a:noFill/>
          <a:ln w="25400">
            <a:solidFill>
              <a:srgbClr val="8955FF"/>
            </a:solidFill>
            <a:round/>
            <a:headEnd type="none" w="sm" len="sm"/>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714784" name="Rectangle 32"/>
          <p:cNvSpPr>
            <a:spLocks noChangeArrowheads="1"/>
          </p:cNvSpPr>
          <p:nvPr/>
        </p:nvSpPr>
        <p:spPr bwMode="auto">
          <a:xfrm>
            <a:off x="5889625" y="5260975"/>
            <a:ext cx="440024" cy="520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r>
              <a:rPr lang="en-US" altLang="zh-TW" sz="2700">
                <a:solidFill>
                  <a:schemeClr val="accent2"/>
                </a:solidFill>
                <a:effectLst>
                  <a:outerShdw blurRad="38100" dist="38100" dir="2700000" algn="tl">
                    <a:srgbClr val="C0C0C0"/>
                  </a:outerShdw>
                </a:effectLst>
                <a:latin typeface="Helvetica" panose="020B0604020202020204" pitchFamily="34" charset="0"/>
                <a:ea typeface="新細明體" charset="-120"/>
              </a:rPr>
              <a:t>X</a:t>
            </a:r>
          </a:p>
        </p:txBody>
      </p:sp>
      <p:sp>
        <p:nvSpPr>
          <p:cNvPr id="714785" name="Line 33"/>
          <p:cNvSpPr>
            <a:spLocks noChangeShapeType="1"/>
          </p:cNvSpPr>
          <p:nvPr/>
        </p:nvSpPr>
        <p:spPr bwMode="auto">
          <a:xfrm>
            <a:off x="5208588" y="4800600"/>
            <a:ext cx="514350" cy="0"/>
          </a:xfrm>
          <a:prstGeom prst="line">
            <a:avLst/>
          </a:prstGeom>
          <a:noFill/>
          <a:ln w="25400">
            <a:solidFill>
              <a:srgbClr val="8955FF"/>
            </a:solidFill>
            <a:round/>
            <a:headEnd type="none" w="sm" len="sm"/>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714786" name="Line 34"/>
          <p:cNvSpPr>
            <a:spLocks noChangeShapeType="1"/>
          </p:cNvSpPr>
          <p:nvPr/>
        </p:nvSpPr>
        <p:spPr bwMode="auto">
          <a:xfrm flipV="1">
            <a:off x="6151563" y="2314575"/>
            <a:ext cx="0" cy="514350"/>
          </a:xfrm>
          <a:prstGeom prst="line">
            <a:avLst/>
          </a:prstGeom>
          <a:noFill/>
          <a:ln w="25400">
            <a:solidFill>
              <a:srgbClr val="8955FF"/>
            </a:solidFill>
            <a:round/>
            <a:headEnd type="none" w="sm" len="sm"/>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714787" name="Line 35"/>
          <p:cNvSpPr>
            <a:spLocks noChangeShapeType="1"/>
          </p:cNvSpPr>
          <p:nvPr/>
        </p:nvSpPr>
        <p:spPr bwMode="auto">
          <a:xfrm flipV="1">
            <a:off x="6494463" y="3600450"/>
            <a:ext cx="0" cy="514350"/>
          </a:xfrm>
          <a:prstGeom prst="line">
            <a:avLst/>
          </a:prstGeom>
          <a:noFill/>
          <a:ln w="25400">
            <a:solidFill>
              <a:srgbClr val="8955FF"/>
            </a:solidFill>
            <a:round/>
            <a:headEnd type="none" w="sm" len="sm"/>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714789" name="Rectangle 37"/>
          <p:cNvSpPr>
            <a:spLocks noChangeArrowheads="1"/>
          </p:cNvSpPr>
          <p:nvPr/>
        </p:nvSpPr>
        <p:spPr bwMode="auto">
          <a:xfrm>
            <a:off x="3505200" y="5943601"/>
            <a:ext cx="2400300" cy="557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ctr">
              <a:lnSpc>
                <a:spcPts val="1800"/>
              </a:lnSpc>
            </a:pPr>
            <a:r>
              <a:rPr lang="en-US" altLang="zh-TW" sz="1600">
                <a:solidFill>
                  <a:srgbClr val="000000"/>
                </a:solidFill>
                <a:latin typeface="Helvetica" panose="020B0604020202020204" pitchFamily="34" charset="0"/>
                <a:ea typeface="新細明體" charset="-120"/>
              </a:rPr>
              <a:t>172.16.255.255</a:t>
            </a:r>
          </a:p>
          <a:p>
            <a:pPr algn="ctr">
              <a:lnSpc>
                <a:spcPts val="1800"/>
              </a:lnSpc>
            </a:pPr>
            <a:r>
              <a:rPr lang="en-US" altLang="zh-TW" sz="1600">
                <a:solidFill>
                  <a:srgbClr val="000000"/>
                </a:solidFill>
                <a:latin typeface="Helvetica" panose="020B0604020202020204" pitchFamily="34" charset="0"/>
                <a:ea typeface="新細明體" charset="-120"/>
              </a:rPr>
              <a:t>(All subnets broadcast)</a:t>
            </a:r>
          </a:p>
        </p:txBody>
      </p:sp>
      <p:sp>
        <p:nvSpPr>
          <p:cNvPr id="714790" name="Line 38"/>
          <p:cNvSpPr>
            <a:spLocks noChangeShapeType="1"/>
          </p:cNvSpPr>
          <p:nvPr/>
        </p:nvSpPr>
        <p:spPr bwMode="auto">
          <a:xfrm>
            <a:off x="5562600" y="6089650"/>
            <a:ext cx="514350" cy="0"/>
          </a:xfrm>
          <a:prstGeom prst="line">
            <a:avLst/>
          </a:prstGeom>
          <a:noFill/>
          <a:ln w="25400">
            <a:solidFill>
              <a:srgbClr val="8955FF"/>
            </a:solidFill>
            <a:round/>
            <a:headEnd type="none" w="sm" len="sm"/>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714755" name="Line 3"/>
          <p:cNvSpPr>
            <a:spLocks noChangeShapeType="1"/>
          </p:cNvSpPr>
          <p:nvPr/>
        </p:nvSpPr>
        <p:spPr bwMode="auto">
          <a:xfrm>
            <a:off x="3276600" y="4538663"/>
            <a:ext cx="5715000" cy="0"/>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pic>
        <p:nvPicPr>
          <p:cNvPr id="714771" name="Picture 1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34039" y="4244975"/>
            <a:ext cx="928687" cy="53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14780" name="Freeform 28"/>
          <p:cNvSpPr>
            <a:spLocks/>
          </p:cNvSpPr>
          <p:nvPr/>
        </p:nvSpPr>
        <p:spPr bwMode="auto">
          <a:xfrm>
            <a:off x="3579814" y="4200526"/>
            <a:ext cx="344487" cy="601663"/>
          </a:xfrm>
          <a:custGeom>
            <a:avLst/>
            <a:gdLst>
              <a:gd name="T0" fmla="*/ 0 w 193"/>
              <a:gd name="T1" fmla="*/ 0 h 337"/>
              <a:gd name="T2" fmla="*/ 0 w 193"/>
              <a:gd name="T3" fmla="*/ 336 h 337"/>
              <a:gd name="T4" fmla="*/ 192 w 193"/>
              <a:gd name="T5" fmla="*/ 336 h 337"/>
            </a:gdLst>
            <a:ahLst/>
            <a:cxnLst>
              <a:cxn ang="0">
                <a:pos x="T0" y="T1"/>
              </a:cxn>
              <a:cxn ang="0">
                <a:pos x="T2" y="T3"/>
              </a:cxn>
              <a:cxn ang="0">
                <a:pos x="T4" y="T5"/>
              </a:cxn>
            </a:cxnLst>
            <a:rect l="0" t="0" r="r" b="b"/>
            <a:pathLst>
              <a:path w="193" h="337">
                <a:moveTo>
                  <a:pt x="0" y="0"/>
                </a:moveTo>
                <a:lnTo>
                  <a:pt x="0" y="336"/>
                </a:lnTo>
                <a:lnTo>
                  <a:pt x="192" y="336"/>
                </a:lnTo>
              </a:path>
            </a:pathLst>
          </a:custGeom>
          <a:noFill/>
          <a:ln w="25400" cap="rnd" cmpd="sng">
            <a:solidFill>
              <a:srgbClr val="8955FF"/>
            </a:solidFill>
            <a:prstDash val="solid"/>
            <a:round/>
            <a:headEnd type="none" w="sm" len="sm"/>
            <a:tailEnd type="triangle" w="med" len="me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714781" name="Freeform 29"/>
          <p:cNvSpPr>
            <a:spLocks/>
          </p:cNvSpPr>
          <p:nvPr/>
        </p:nvSpPr>
        <p:spPr bwMode="auto">
          <a:xfrm>
            <a:off x="3429000" y="4267201"/>
            <a:ext cx="344488" cy="1287463"/>
          </a:xfrm>
          <a:custGeom>
            <a:avLst/>
            <a:gdLst>
              <a:gd name="T0" fmla="*/ 0 w 193"/>
              <a:gd name="T1" fmla="*/ 0 h 721"/>
              <a:gd name="T2" fmla="*/ 0 w 193"/>
              <a:gd name="T3" fmla="*/ 720 h 721"/>
              <a:gd name="T4" fmla="*/ 192 w 193"/>
              <a:gd name="T5" fmla="*/ 720 h 721"/>
            </a:gdLst>
            <a:ahLst/>
            <a:cxnLst>
              <a:cxn ang="0">
                <a:pos x="T0" y="T1"/>
              </a:cxn>
              <a:cxn ang="0">
                <a:pos x="T2" y="T3"/>
              </a:cxn>
              <a:cxn ang="0">
                <a:pos x="T4" y="T5"/>
              </a:cxn>
            </a:cxnLst>
            <a:rect l="0" t="0" r="r" b="b"/>
            <a:pathLst>
              <a:path w="193" h="721">
                <a:moveTo>
                  <a:pt x="0" y="0"/>
                </a:moveTo>
                <a:lnTo>
                  <a:pt x="0" y="720"/>
                </a:lnTo>
                <a:lnTo>
                  <a:pt x="192" y="720"/>
                </a:lnTo>
              </a:path>
            </a:pathLst>
          </a:custGeom>
          <a:noFill/>
          <a:ln w="25400" cap="rnd" cmpd="sng">
            <a:solidFill>
              <a:srgbClr val="8955FF"/>
            </a:solidFill>
            <a:prstDash val="solid"/>
            <a:round/>
            <a:headEnd type="none" w="sm" len="sm"/>
            <a:tailEnd type="triangle" w="med" len="me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714788" name="Freeform 36"/>
          <p:cNvSpPr>
            <a:spLocks/>
          </p:cNvSpPr>
          <p:nvPr/>
        </p:nvSpPr>
        <p:spPr bwMode="auto">
          <a:xfrm>
            <a:off x="3306764" y="4200526"/>
            <a:ext cx="274637" cy="1889125"/>
          </a:xfrm>
          <a:custGeom>
            <a:avLst/>
            <a:gdLst>
              <a:gd name="T0" fmla="*/ 0 w 193"/>
              <a:gd name="T1" fmla="*/ 0 h 721"/>
              <a:gd name="T2" fmla="*/ 0 w 193"/>
              <a:gd name="T3" fmla="*/ 720 h 721"/>
              <a:gd name="T4" fmla="*/ 192 w 193"/>
              <a:gd name="T5" fmla="*/ 720 h 721"/>
            </a:gdLst>
            <a:ahLst/>
            <a:cxnLst>
              <a:cxn ang="0">
                <a:pos x="T0" y="T1"/>
              </a:cxn>
              <a:cxn ang="0">
                <a:pos x="T2" y="T3"/>
              </a:cxn>
              <a:cxn ang="0">
                <a:pos x="T4" y="T5"/>
              </a:cxn>
            </a:cxnLst>
            <a:rect l="0" t="0" r="r" b="b"/>
            <a:pathLst>
              <a:path w="193" h="721">
                <a:moveTo>
                  <a:pt x="0" y="0"/>
                </a:moveTo>
                <a:lnTo>
                  <a:pt x="0" y="720"/>
                </a:lnTo>
                <a:lnTo>
                  <a:pt x="192" y="720"/>
                </a:lnTo>
              </a:path>
            </a:pathLst>
          </a:custGeom>
          <a:noFill/>
          <a:ln w="25400" cap="rnd" cmpd="sng">
            <a:solidFill>
              <a:srgbClr val="8955FF"/>
            </a:solidFill>
            <a:prstDash val="solid"/>
            <a:round/>
            <a:headEnd type="none" w="sm" len="sm"/>
            <a:tailEnd type="triangle" w="med" len="me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pic>
        <p:nvPicPr>
          <p:cNvPr id="714782" name="Picture 3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00400" y="3714750"/>
            <a:ext cx="647700"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46473219"/>
      </p:ext>
    </p:extLst>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4843" name="Rectangle 1067"/>
          <p:cNvSpPr>
            <a:spLocks noChangeArrowheads="1"/>
          </p:cNvSpPr>
          <p:nvPr/>
        </p:nvSpPr>
        <p:spPr bwMode="auto">
          <a:xfrm>
            <a:off x="3619922" y="1698171"/>
            <a:ext cx="1385888" cy="457200"/>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844841" name="Rectangle 1065"/>
          <p:cNvSpPr>
            <a:spLocks noChangeArrowheads="1"/>
          </p:cNvSpPr>
          <p:nvPr/>
        </p:nvSpPr>
        <p:spPr bwMode="auto">
          <a:xfrm>
            <a:off x="5011738" y="1676400"/>
            <a:ext cx="1465262" cy="457200"/>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844840" name="Rectangle 1064"/>
          <p:cNvSpPr>
            <a:spLocks noChangeArrowheads="1"/>
          </p:cNvSpPr>
          <p:nvPr/>
        </p:nvSpPr>
        <p:spPr bwMode="auto">
          <a:xfrm>
            <a:off x="6370638" y="1676400"/>
            <a:ext cx="1465262" cy="457200"/>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844802" name="Rectangle 1026"/>
          <p:cNvSpPr>
            <a:spLocks noGrp="1" noChangeArrowheads="1"/>
          </p:cNvSpPr>
          <p:nvPr>
            <p:ph type="title"/>
          </p:nvPr>
        </p:nvSpPr>
        <p:spPr>
          <a:noFill/>
          <a:ln/>
        </p:spPr>
        <p:txBody>
          <a:bodyPr vert="horz" lIns="82153" tIns="41076" rIns="82153" bIns="41076" rtlCol="0" anchor="ctr" anchorCtr="0">
            <a:normAutofit/>
          </a:bodyPr>
          <a:lstStyle/>
          <a:p>
            <a:r>
              <a:rPr lang="en-US" altLang="zh-TW" dirty="0">
                <a:solidFill>
                  <a:srgbClr val="00B0F0"/>
                </a:solidFill>
                <a:ea typeface="新細明體" charset="-120"/>
              </a:rPr>
              <a:t>Addressing Summary Example</a:t>
            </a:r>
          </a:p>
        </p:txBody>
      </p:sp>
      <p:sp>
        <p:nvSpPr>
          <p:cNvPr id="844839" name="Rectangle 1063"/>
          <p:cNvSpPr>
            <a:spLocks noChangeArrowheads="1"/>
          </p:cNvSpPr>
          <p:nvPr/>
        </p:nvSpPr>
        <p:spPr bwMode="auto">
          <a:xfrm>
            <a:off x="7818438" y="1676400"/>
            <a:ext cx="1465262" cy="457200"/>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844842" name="Rectangle 1066"/>
          <p:cNvSpPr>
            <a:spLocks noChangeArrowheads="1"/>
          </p:cNvSpPr>
          <p:nvPr/>
        </p:nvSpPr>
        <p:spPr bwMode="auto">
          <a:xfrm>
            <a:off x="5638800" y="1757364"/>
            <a:ext cx="74295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16</a:t>
            </a:r>
          </a:p>
        </p:txBody>
      </p:sp>
      <p:sp>
        <p:nvSpPr>
          <p:cNvPr id="844844" name="Rectangle 1068"/>
          <p:cNvSpPr>
            <a:spLocks noChangeArrowheads="1"/>
          </p:cNvSpPr>
          <p:nvPr/>
        </p:nvSpPr>
        <p:spPr bwMode="auto">
          <a:xfrm>
            <a:off x="4133850" y="1752600"/>
            <a:ext cx="742950"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172</a:t>
            </a:r>
          </a:p>
        </p:txBody>
      </p:sp>
      <p:sp>
        <p:nvSpPr>
          <p:cNvPr id="844845" name="Rectangle 1069"/>
          <p:cNvSpPr>
            <a:spLocks noChangeArrowheads="1"/>
          </p:cNvSpPr>
          <p:nvPr/>
        </p:nvSpPr>
        <p:spPr bwMode="auto">
          <a:xfrm>
            <a:off x="7056438" y="1757364"/>
            <a:ext cx="45720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2</a:t>
            </a:r>
          </a:p>
        </p:txBody>
      </p:sp>
      <p:sp>
        <p:nvSpPr>
          <p:cNvPr id="844846" name="Rectangle 1070"/>
          <p:cNvSpPr>
            <a:spLocks noChangeArrowheads="1"/>
          </p:cNvSpPr>
          <p:nvPr/>
        </p:nvSpPr>
        <p:spPr bwMode="auto">
          <a:xfrm>
            <a:off x="8382000" y="1757364"/>
            <a:ext cx="45720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160</a:t>
            </a:r>
          </a:p>
        </p:txBody>
      </p:sp>
      <p:sp>
        <p:nvSpPr>
          <p:cNvPr id="844848" name="Rectangle 1072"/>
          <p:cNvSpPr>
            <a:spLocks noChangeArrowheads="1"/>
          </p:cNvSpPr>
          <p:nvPr/>
        </p:nvSpPr>
        <p:spPr bwMode="auto">
          <a:xfrm>
            <a:off x="3660776" y="2946401"/>
            <a:ext cx="1285875"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10101100</a:t>
            </a:r>
          </a:p>
        </p:txBody>
      </p:sp>
      <p:sp>
        <p:nvSpPr>
          <p:cNvPr id="844851" name="Rectangle 1075"/>
          <p:cNvSpPr>
            <a:spLocks noChangeArrowheads="1"/>
          </p:cNvSpPr>
          <p:nvPr/>
        </p:nvSpPr>
        <p:spPr bwMode="auto">
          <a:xfrm>
            <a:off x="5099050" y="2946401"/>
            <a:ext cx="1271588"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00010000</a:t>
            </a:r>
          </a:p>
        </p:txBody>
      </p:sp>
      <p:sp>
        <p:nvSpPr>
          <p:cNvPr id="844856" name="Rectangle 1080"/>
          <p:cNvSpPr>
            <a:spLocks noChangeArrowheads="1"/>
          </p:cNvSpPr>
          <p:nvPr/>
        </p:nvSpPr>
        <p:spPr bwMode="auto">
          <a:xfrm>
            <a:off x="7753350" y="2946401"/>
            <a:ext cx="1371600" cy="50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10100000</a:t>
            </a:r>
          </a:p>
        </p:txBody>
      </p:sp>
      <p:sp>
        <p:nvSpPr>
          <p:cNvPr id="844859" name="Rectangle 1083"/>
          <p:cNvSpPr>
            <a:spLocks noChangeArrowheads="1"/>
          </p:cNvSpPr>
          <p:nvPr/>
        </p:nvSpPr>
        <p:spPr bwMode="auto">
          <a:xfrm>
            <a:off x="6423026" y="2946401"/>
            <a:ext cx="1343025" cy="50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00000010</a:t>
            </a:r>
          </a:p>
        </p:txBody>
      </p:sp>
      <p:sp>
        <p:nvSpPr>
          <p:cNvPr id="844878" name="Rectangle 1102"/>
          <p:cNvSpPr>
            <a:spLocks noChangeArrowheads="1"/>
          </p:cNvSpPr>
          <p:nvPr/>
        </p:nvSpPr>
        <p:spPr bwMode="auto">
          <a:xfrm>
            <a:off x="9209088" y="28511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Host</a:t>
            </a:r>
            <a:endParaRPr lang="en-US" altLang="zh-TW" sz="2700">
              <a:solidFill>
                <a:srgbClr val="000000"/>
              </a:solidFill>
              <a:latin typeface="Helvetica" panose="020B0604020202020204" pitchFamily="34" charset="0"/>
              <a:ea typeface="新細明體" charset="-120"/>
            </a:endParaRPr>
          </a:p>
        </p:txBody>
      </p:sp>
      <p:sp>
        <p:nvSpPr>
          <p:cNvPr id="844879" name="Rectangle 1103"/>
          <p:cNvSpPr>
            <a:spLocks noChangeArrowheads="1"/>
          </p:cNvSpPr>
          <p:nvPr/>
        </p:nvSpPr>
        <p:spPr bwMode="auto">
          <a:xfrm>
            <a:off x="9209088" y="33972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Mask</a:t>
            </a:r>
            <a:endParaRPr lang="en-US" altLang="zh-TW" sz="2700">
              <a:solidFill>
                <a:srgbClr val="000000"/>
              </a:solidFill>
              <a:latin typeface="Helvetica" panose="020B0604020202020204" pitchFamily="34" charset="0"/>
              <a:ea typeface="新細明體" charset="-120"/>
            </a:endParaRPr>
          </a:p>
        </p:txBody>
      </p:sp>
      <p:sp>
        <p:nvSpPr>
          <p:cNvPr id="844880" name="Rectangle 1104"/>
          <p:cNvSpPr>
            <a:spLocks noChangeArrowheads="1"/>
          </p:cNvSpPr>
          <p:nvPr/>
        </p:nvSpPr>
        <p:spPr bwMode="auto">
          <a:xfrm>
            <a:off x="9209088" y="40195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Subnet</a:t>
            </a:r>
            <a:endParaRPr lang="en-US" altLang="zh-TW" sz="2700">
              <a:solidFill>
                <a:srgbClr val="000000"/>
              </a:solidFill>
              <a:latin typeface="Helvetica" panose="020B0604020202020204" pitchFamily="34" charset="0"/>
              <a:ea typeface="新細明體" charset="-120"/>
            </a:endParaRPr>
          </a:p>
        </p:txBody>
      </p:sp>
      <p:sp>
        <p:nvSpPr>
          <p:cNvPr id="844881" name="Rectangle 1105"/>
          <p:cNvSpPr>
            <a:spLocks noChangeArrowheads="1"/>
          </p:cNvSpPr>
          <p:nvPr/>
        </p:nvSpPr>
        <p:spPr bwMode="auto">
          <a:xfrm>
            <a:off x="9209088" y="46291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Broadcast</a:t>
            </a:r>
            <a:endParaRPr lang="en-US" altLang="zh-TW" sz="2700">
              <a:solidFill>
                <a:srgbClr val="000000"/>
              </a:solidFill>
              <a:latin typeface="Helvetica" panose="020B0604020202020204" pitchFamily="34" charset="0"/>
              <a:ea typeface="新細明體" charset="-120"/>
            </a:endParaRPr>
          </a:p>
        </p:txBody>
      </p:sp>
      <p:sp>
        <p:nvSpPr>
          <p:cNvPr id="844882" name="Rectangle 1106"/>
          <p:cNvSpPr>
            <a:spLocks noChangeArrowheads="1"/>
          </p:cNvSpPr>
          <p:nvPr/>
        </p:nvSpPr>
        <p:spPr bwMode="auto">
          <a:xfrm>
            <a:off x="9209088" y="58483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Last</a:t>
            </a:r>
            <a:endParaRPr lang="en-US" altLang="zh-TW" sz="2700">
              <a:solidFill>
                <a:srgbClr val="000000"/>
              </a:solidFill>
              <a:latin typeface="Helvetica" panose="020B0604020202020204" pitchFamily="34" charset="0"/>
              <a:ea typeface="新細明體" charset="-120"/>
            </a:endParaRPr>
          </a:p>
        </p:txBody>
      </p:sp>
      <p:sp>
        <p:nvSpPr>
          <p:cNvPr id="844883" name="Rectangle 1107"/>
          <p:cNvSpPr>
            <a:spLocks noChangeArrowheads="1"/>
          </p:cNvSpPr>
          <p:nvPr/>
        </p:nvSpPr>
        <p:spPr bwMode="auto">
          <a:xfrm>
            <a:off x="9209088" y="52387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First</a:t>
            </a:r>
            <a:endParaRPr lang="en-US" altLang="zh-TW" sz="2700">
              <a:solidFill>
                <a:srgbClr val="000000"/>
              </a:solidFill>
              <a:latin typeface="Helvetica" panose="020B0604020202020204" pitchFamily="34" charset="0"/>
              <a:ea typeface="新細明體" charset="-120"/>
            </a:endParaRPr>
          </a:p>
        </p:txBody>
      </p:sp>
      <p:sp>
        <p:nvSpPr>
          <p:cNvPr id="844884" name="Text Box 1108"/>
          <p:cNvSpPr txBox="1">
            <a:spLocks noChangeArrowheads="1"/>
          </p:cNvSpPr>
          <p:nvPr/>
        </p:nvSpPr>
        <p:spPr bwMode="auto">
          <a:xfrm>
            <a:off x="1752600" y="2970491"/>
            <a:ext cx="1410964"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l">
              <a:spcBef>
                <a:spcPct val="50000"/>
              </a:spcBef>
            </a:pPr>
            <a:r>
              <a:rPr lang="en-US" altLang="zh-TW">
                <a:ea typeface="新細明體" charset="-120"/>
              </a:rPr>
              <a:t>172.16.2.160</a:t>
            </a:r>
          </a:p>
        </p:txBody>
      </p:sp>
      <p:sp>
        <p:nvSpPr>
          <p:cNvPr id="844885" name="Text Box 1109"/>
          <p:cNvSpPr txBox="1">
            <a:spLocks noChangeArrowheads="1"/>
          </p:cNvSpPr>
          <p:nvPr/>
        </p:nvSpPr>
        <p:spPr bwMode="auto">
          <a:xfrm>
            <a:off x="1752601" y="3503891"/>
            <a:ext cx="1762021"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l">
              <a:spcBef>
                <a:spcPct val="50000"/>
              </a:spcBef>
            </a:pPr>
            <a:r>
              <a:rPr lang="en-US" altLang="zh-TW">
                <a:ea typeface="新細明體" charset="-120"/>
              </a:rPr>
              <a:t>255.255.255.192</a:t>
            </a:r>
          </a:p>
        </p:txBody>
      </p:sp>
      <p:sp>
        <p:nvSpPr>
          <p:cNvPr id="844897" name="Text Box 1121"/>
          <p:cNvSpPr txBox="1">
            <a:spLocks noChangeArrowheads="1"/>
          </p:cNvSpPr>
          <p:nvPr/>
        </p:nvSpPr>
        <p:spPr bwMode="auto">
          <a:xfrm>
            <a:off x="10047288" y="4108451"/>
            <a:ext cx="31115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l">
              <a:spcBef>
                <a:spcPct val="50000"/>
              </a:spcBef>
            </a:pPr>
            <a:r>
              <a:rPr lang="en-US" altLang="zh-TW">
                <a:solidFill>
                  <a:schemeClr val="hlink"/>
                </a:solidFill>
                <a:ea typeface="新細明體" charset="-120"/>
              </a:rPr>
              <a:t>4</a:t>
            </a:r>
            <a:endParaRPr lang="en-US" altLang="zh-TW">
              <a:ea typeface="新細明體" charset="-120"/>
            </a:endParaRPr>
          </a:p>
        </p:txBody>
      </p:sp>
      <p:sp>
        <p:nvSpPr>
          <p:cNvPr id="844908" name="Oval 1132"/>
          <p:cNvSpPr>
            <a:spLocks noChangeArrowheads="1"/>
          </p:cNvSpPr>
          <p:nvPr/>
        </p:nvSpPr>
        <p:spPr bwMode="auto">
          <a:xfrm>
            <a:off x="9899650" y="2902626"/>
            <a:ext cx="259766" cy="519351"/>
          </a:xfrm>
          <a:prstGeom prst="ellipse">
            <a:avLst/>
          </a:prstGeom>
          <a:solidFill>
            <a:schemeClr val="accent2"/>
          </a:solidFill>
          <a:ln>
            <a:noFill/>
          </a:ln>
          <a:effectLst/>
        </p:spPr>
        <p:txBody>
          <a:bodyPr wrap="none" anchor="ctr">
            <a:spAutoFit/>
          </a:bodyPr>
          <a:lstStyle/>
          <a:p>
            <a:endParaRPr lang="en-US"/>
          </a:p>
        </p:txBody>
      </p:sp>
      <p:sp>
        <p:nvSpPr>
          <p:cNvPr id="844909" name="Text Box 1133"/>
          <p:cNvSpPr txBox="1">
            <a:spLocks noChangeArrowheads="1"/>
          </p:cNvSpPr>
          <p:nvPr/>
        </p:nvSpPr>
        <p:spPr bwMode="auto">
          <a:xfrm>
            <a:off x="9937750" y="2979738"/>
            <a:ext cx="311150" cy="366712"/>
          </a:xfrm>
          <a:prstGeom prst="rect">
            <a:avLst/>
          </a:prstGeom>
          <a:solidFill>
            <a:schemeClr val="accent2"/>
          </a:solidFill>
          <a:ln>
            <a:noFill/>
          </a:ln>
          <a:effectLst/>
        </p:spPr>
        <p:txBody>
          <a:bodyPr wrap="none" anchor="ctr">
            <a:spAutoFit/>
          </a:bodyPr>
          <a:lstStyle/>
          <a:p>
            <a:pPr algn="l">
              <a:spcBef>
                <a:spcPct val="50000"/>
              </a:spcBef>
            </a:pPr>
            <a:r>
              <a:rPr lang="en-US" altLang="zh-TW">
                <a:solidFill>
                  <a:schemeClr val="hlink"/>
                </a:solidFill>
                <a:ea typeface="新細明體" charset="-120"/>
              </a:rPr>
              <a:t>1</a:t>
            </a:r>
            <a:endParaRPr lang="en-US" altLang="zh-TW">
              <a:ea typeface="新細明體" charset="-120"/>
            </a:endParaRPr>
          </a:p>
        </p:txBody>
      </p:sp>
      <p:sp>
        <p:nvSpPr>
          <p:cNvPr id="844910" name="Line 1134"/>
          <p:cNvSpPr>
            <a:spLocks noChangeShapeType="1"/>
          </p:cNvSpPr>
          <p:nvPr/>
        </p:nvSpPr>
        <p:spPr bwMode="auto">
          <a:xfrm>
            <a:off x="3727451" y="3967163"/>
            <a:ext cx="5453063"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44911" name="Line 1135"/>
          <p:cNvSpPr>
            <a:spLocks noChangeShapeType="1"/>
          </p:cNvSpPr>
          <p:nvPr/>
        </p:nvSpPr>
        <p:spPr bwMode="auto">
          <a:xfrm>
            <a:off x="3727450" y="2590800"/>
            <a:ext cx="5481638"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44912" name="Line 1136"/>
          <p:cNvSpPr>
            <a:spLocks noChangeShapeType="1"/>
          </p:cNvSpPr>
          <p:nvPr/>
        </p:nvSpPr>
        <p:spPr bwMode="auto">
          <a:xfrm>
            <a:off x="3727450" y="3395663"/>
            <a:ext cx="5462588"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44913" name="Line 1137"/>
          <p:cNvSpPr>
            <a:spLocks noChangeShapeType="1"/>
          </p:cNvSpPr>
          <p:nvPr/>
        </p:nvSpPr>
        <p:spPr bwMode="auto">
          <a:xfrm>
            <a:off x="3727450" y="4576763"/>
            <a:ext cx="5462588"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44914" name="Line 1138"/>
          <p:cNvSpPr>
            <a:spLocks noChangeShapeType="1"/>
          </p:cNvSpPr>
          <p:nvPr/>
        </p:nvSpPr>
        <p:spPr bwMode="auto">
          <a:xfrm>
            <a:off x="3727451" y="5186363"/>
            <a:ext cx="5453063"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44915" name="Line 1139"/>
          <p:cNvSpPr>
            <a:spLocks noChangeShapeType="1"/>
          </p:cNvSpPr>
          <p:nvPr/>
        </p:nvSpPr>
        <p:spPr bwMode="auto">
          <a:xfrm>
            <a:off x="3727450" y="5795963"/>
            <a:ext cx="5462588"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3851900818"/>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2754" name="Rectangle 2"/>
          <p:cNvSpPr>
            <a:spLocks noGrp="1" noChangeArrowheads="1"/>
          </p:cNvSpPr>
          <p:nvPr>
            <p:ph type="title"/>
          </p:nvPr>
        </p:nvSpPr>
        <p:spPr>
          <a:xfrm>
            <a:off x="245005" y="69850"/>
            <a:ext cx="10164233" cy="1143000"/>
          </a:xfrm>
          <a:noFill/>
          <a:ln/>
        </p:spPr>
        <p:txBody>
          <a:bodyPr vert="horz" lIns="82153" tIns="41076" rIns="82153" bIns="41076" rtlCol="0" anchor="ctr" anchorCtr="0">
            <a:normAutofit/>
          </a:bodyPr>
          <a:lstStyle/>
          <a:p>
            <a:r>
              <a:rPr lang="en-US" altLang="zh-TW" dirty="0">
                <a:solidFill>
                  <a:srgbClr val="00B0F0"/>
                </a:solidFill>
                <a:ea typeface="新細明體" charset="-120"/>
              </a:rPr>
              <a:t>Addressing Summary Example</a:t>
            </a:r>
          </a:p>
        </p:txBody>
      </p:sp>
      <p:sp>
        <p:nvSpPr>
          <p:cNvPr id="842803" name="Line 51"/>
          <p:cNvSpPr>
            <a:spLocks noChangeShapeType="1"/>
          </p:cNvSpPr>
          <p:nvPr/>
        </p:nvSpPr>
        <p:spPr bwMode="auto">
          <a:xfrm>
            <a:off x="3727451" y="3967163"/>
            <a:ext cx="5453063"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42804" name="Rectangle 52"/>
          <p:cNvSpPr>
            <a:spLocks noChangeArrowheads="1"/>
          </p:cNvSpPr>
          <p:nvPr/>
        </p:nvSpPr>
        <p:spPr bwMode="auto">
          <a:xfrm>
            <a:off x="3660776" y="2946401"/>
            <a:ext cx="1285875"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10101100</a:t>
            </a:r>
          </a:p>
        </p:txBody>
      </p:sp>
      <p:sp>
        <p:nvSpPr>
          <p:cNvPr id="842805" name="Rectangle 53"/>
          <p:cNvSpPr>
            <a:spLocks noChangeArrowheads="1"/>
          </p:cNvSpPr>
          <p:nvPr/>
        </p:nvSpPr>
        <p:spPr bwMode="auto">
          <a:xfrm>
            <a:off x="3660776" y="3524251"/>
            <a:ext cx="12858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solidFill>
                  <a:srgbClr val="000000"/>
                </a:solidFill>
                <a:latin typeface="Helvetica" panose="020B0604020202020204" pitchFamily="34" charset="0"/>
                <a:ea typeface="新細明體" charset="-120"/>
              </a:rPr>
              <a:t>11111111</a:t>
            </a:r>
          </a:p>
        </p:txBody>
      </p:sp>
      <p:sp>
        <p:nvSpPr>
          <p:cNvPr id="842807" name="Rectangle 55"/>
          <p:cNvSpPr>
            <a:spLocks noChangeArrowheads="1"/>
          </p:cNvSpPr>
          <p:nvPr/>
        </p:nvSpPr>
        <p:spPr bwMode="auto">
          <a:xfrm>
            <a:off x="5099050" y="2946401"/>
            <a:ext cx="1271588"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00010000</a:t>
            </a:r>
          </a:p>
        </p:txBody>
      </p:sp>
      <p:sp>
        <p:nvSpPr>
          <p:cNvPr id="842808" name="Rectangle 56"/>
          <p:cNvSpPr>
            <a:spLocks noChangeArrowheads="1"/>
          </p:cNvSpPr>
          <p:nvPr/>
        </p:nvSpPr>
        <p:spPr bwMode="auto">
          <a:xfrm>
            <a:off x="5099051" y="3524251"/>
            <a:ext cx="12858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solidFill>
                  <a:srgbClr val="000000"/>
                </a:solidFill>
                <a:latin typeface="Helvetica" panose="020B0604020202020204" pitchFamily="34" charset="0"/>
                <a:ea typeface="新細明體" charset="-120"/>
              </a:rPr>
              <a:t>11111111</a:t>
            </a:r>
          </a:p>
        </p:txBody>
      </p:sp>
      <p:sp>
        <p:nvSpPr>
          <p:cNvPr id="842810" name="Rectangle 58"/>
          <p:cNvSpPr>
            <a:spLocks noChangeArrowheads="1"/>
          </p:cNvSpPr>
          <p:nvPr/>
        </p:nvSpPr>
        <p:spPr bwMode="auto">
          <a:xfrm>
            <a:off x="6394451" y="3540126"/>
            <a:ext cx="1400175"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latin typeface="Helvetica" panose="020B0604020202020204" pitchFamily="34" charset="0"/>
                <a:ea typeface="新細明體" charset="-120"/>
              </a:rPr>
              <a:t>11111111</a:t>
            </a:r>
          </a:p>
        </p:txBody>
      </p:sp>
      <p:sp>
        <p:nvSpPr>
          <p:cNvPr id="842812" name="Rectangle 60"/>
          <p:cNvSpPr>
            <a:spLocks noChangeArrowheads="1"/>
          </p:cNvSpPr>
          <p:nvPr/>
        </p:nvSpPr>
        <p:spPr bwMode="auto">
          <a:xfrm>
            <a:off x="7753350" y="2946401"/>
            <a:ext cx="1371600" cy="50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10100000</a:t>
            </a:r>
          </a:p>
        </p:txBody>
      </p:sp>
      <p:sp>
        <p:nvSpPr>
          <p:cNvPr id="842813" name="Rectangle 61"/>
          <p:cNvSpPr>
            <a:spLocks noChangeArrowheads="1"/>
          </p:cNvSpPr>
          <p:nvPr/>
        </p:nvSpPr>
        <p:spPr bwMode="auto">
          <a:xfrm>
            <a:off x="7710488" y="3525839"/>
            <a:ext cx="1414462"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latin typeface="Helvetica" panose="020B0604020202020204" pitchFamily="34" charset="0"/>
                <a:ea typeface="新細明體" charset="-120"/>
              </a:rPr>
              <a:t>11</a:t>
            </a:r>
            <a:r>
              <a:rPr lang="en-US" altLang="zh-TW" sz="2000">
                <a:solidFill>
                  <a:srgbClr val="000000"/>
                </a:solidFill>
                <a:latin typeface="Helvetica" panose="020B0604020202020204" pitchFamily="34" charset="0"/>
                <a:ea typeface="新細明體" charset="-120"/>
              </a:rPr>
              <a:t>000000</a:t>
            </a:r>
          </a:p>
        </p:txBody>
      </p:sp>
      <p:sp>
        <p:nvSpPr>
          <p:cNvPr id="842815" name="Rectangle 63"/>
          <p:cNvSpPr>
            <a:spLocks noChangeArrowheads="1"/>
          </p:cNvSpPr>
          <p:nvPr/>
        </p:nvSpPr>
        <p:spPr bwMode="auto">
          <a:xfrm>
            <a:off x="6423026" y="2946401"/>
            <a:ext cx="1343025" cy="50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00000010</a:t>
            </a:r>
          </a:p>
        </p:txBody>
      </p:sp>
      <p:sp>
        <p:nvSpPr>
          <p:cNvPr id="842816" name="Line 64"/>
          <p:cNvSpPr>
            <a:spLocks noChangeShapeType="1"/>
          </p:cNvSpPr>
          <p:nvPr/>
        </p:nvSpPr>
        <p:spPr bwMode="auto">
          <a:xfrm>
            <a:off x="3727450" y="2590800"/>
            <a:ext cx="5481638"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42818" name="Line 66"/>
          <p:cNvSpPr>
            <a:spLocks noChangeShapeType="1"/>
          </p:cNvSpPr>
          <p:nvPr/>
        </p:nvSpPr>
        <p:spPr bwMode="auto">
          <a:xfrm>
            <a:off x="3727450" y="3395663"/>
            <a:ext cx="5462588"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42819" name="Line 67"/>
          <p:cNvSpPr>
            <a:spLocks noChangeShapeType="1"/>
          </p:cNvSpPr>
          <p:nvPr/>
        </p:nvSpPr>
        <p:spPr bwMode="auto">
          <a:xfrm>
            <a:off x="3727450" y="4576763"/>
            <a:ext cx="5462588"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42824" name="Line 72"/>
          <p:cNvSpPr>
            <a:spLocks noChangeShapeType="1"/>
          </p:cNvSpPr>
          <p:nvPr/>
        </p:nvSpPr>
        <p:spPr bwMode="auto">
          <a:xfrm>
            <a:off x="3727451" y="5186363"/>
            <a:ext cx="5453063"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42829" name="Line 77"/>
          <p:cNvSpPr>
            <a:spLocks noChangeShapeType="1"/>
          </p:cNvSpPr>
          <p:nvPr/>
        </p:nvSpPr>
        <p:spPr bwMode="auto">
          <a:xfrm>
            <a:off x="3727450" y="5795963"/>
            <a:ext cx="5462588"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42834" name="Rectangle 82"/>
          <p:cNvSpPr>
            <a:spLocks noChangeArrowheads="1"/>
          </p:cNvSpPr>
          <p:nvPr/>
        </p:nvSpPr>
        <p:spPr bwMode="auto">
          <a:xfrm>
            <a:off x="9209088" y="28511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Host</a:t>
            </a:r>
            <a:endParaRPr lang="en-US" altLang="zh-TW" sz="2700">
              <a:solidFill>
                <a:srgbClr val="000000"/>
              </a:solidFill>
              <a:latin typeface="Helvetica" panose="020B0604020202020204" pitchFamily="34" charset="0"/>
              <a:ea typeface="新細明體" charset="-120"/>
            </a:endParaRPr>
          </a:p>
        </p:txBody>
      </p:sp>
      <p:sp>
        <p:nvSpPr>
          <p:cNvPr id="842835" name="Rectangle 83"/>
          <p:cNvSpPr>
            <a:spLocks noChangeArrowheads="1"/>
          </p:cNvSpPr>
          <p:nvPr/>
        </p:nvSpPr>
        <p:spPr bwMode="auto">
          <a:xfrm>
            <a:off x="9209088" y="33972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Mask</a:t>
            </a:r>
            <a:endParaRPr lang="en-US" altLang="zh-TW" sz="2700">
              <a:solidFill>
                <a:srgbClr val="000000"/>
              </a:solidFill>
              <a:latin typeface="Helvetica" panose="020B0604020202020204" pitchFamily="34" charset="0"/>
              <a:ea typeface="新細明體" charset="-120"/>
            </a:endParaRPr>
          </a:p>
        </p:txBody>
      </p:sp>
      <p:sp>
        <p:nvSpPr>
          <p:cNvPr id="842836" name="Rectangle 84"/>
          <p:cNvSpPr>
            <a:spLocks noChangeArrowheads="1"/>
          </p:cNvSpPr>
          <p:nvPr/>
        </p:nvSpPr>
        <p:spPr bwMode="auto">
          <a:xfrm>
            <a:off x="9209088" y="40195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Subnet</a:t>
            </a:r>
            <a:endParaRPr lang="en-US" altLang="zh-TW" sz="2700">
              <a:solidFill>
                <a:srgbClr val="000000"/>
              </a:solidFill>
              <a:latin typeface="Helvetica" panose="020B0604020202020204" pitchFamily="34" charset="0"/>
              <a:ea typeface="新細明體" charset="-120"/>
            </a:endParaRPr>
          </a:p>
        </p:txBody>
      </p:sp>
      <p:sp>
        <p:nvSpPr>
          <p:cNvPr id="842837" name="Rectangle 85"/>
          <p:cNvSpPr>
            <a:spLocks noChangeArrowheads="1"/>
          </p:cNvSpPr>
          <p:nvPr/>
        </p:nvSpPr>
        <p:spPr bwMode="auto">
          <a:xfrm>
            <a:off x="9209088" y="46291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Broadcast</a:t>
            </a:r>
            <a:endParaRPr lang="en-US" altLang="zh-TW" sz="2700">
              <a:solidFill>
                <a:srgbClr val="000000"/>
              </a:solidFill>
              <a:latin typeface="Helvetica" panose="020B0604020202020204" pitchFamily="34" charset="0"/>
              <a:ea typeface="新細明體" charset="-120"/>
            </a:endParaRPr>
          </a:p>
        </p:txBody>
      </p:sp>
      <p:sp>
        <p:nvSpPr>
          <p:cNvPr id="842838" name="Rectangle 86"/>
          <p:cNvSpPr>
            <a:spLocks noChangeArrowheads="1"/>
          </p:cNvSpPr>
          <p:nvPr/>
        </p:nvSpPr>
        <p:spPr bwMode="auto">
          <a:xfrm>
            <a:off x="9209088" y="58483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Last</a:t>
            </a:r>
            <a:endParaRPr lang="en-US" altLang="zh-TW" sz="2700">
              <a:solidFill>
                <a:srgbClr val="000000"/>
              </a:solidFill>
              <a:latin typeface="Helvetica" panose="020B0604020202020204" pitchFamily="34" charset="0"/>
              <a:ea typeface="新細明體" charset="-120"/>
            </a:endParaRPr>
          </a:p>
        </p:txBody>
      </p:sp>
      <p:sp>
        <p:nvSpPr>
          <p:cNvPr id="842839" name="Rectangle 87"/>
          <p:cNvSpPr>
            <a:spLocks noChangeArrowheads="1"/>
          </p:cNvSpPr>
          <p:nvPr/>
        </p:nvSpPr>
        <p:spPr bwMode="auto">
          <a:xfrm>
            <a:off x="9209088" y="52387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First</a:t>
            </a:r>
            <a:endParaRPr lang="en-US" altLang="zh-TW" sz="2700">
              <a:solidFill>
                <a:srgbClr val="000000"/>
              </a:solidFill>
              <a:latin typeface="Helvetica" panose="020B0604020202020204" pitchFamily="34" charset="0"/>
              <a:ea typeface="新細明體" charset="-120"/>
            </a:endParaRPr>
          </a:p>
        </p:txBody>
      </p:sp>
      <p:sp>
        <p:nvSpPr>
          <p:cNvPr id="842840" name="Text Box 88"/>
          <p:cNvSpPr txBox="1">
            <a:spLocks noChangeArrowheads="1"/>
          </p:cNvSpPr>
          <p:nvPr/>
        </p:nvSpPr>
        <p:spPr bwMode="auto">
          <a:xfrm>
            <a:off x="1752600" y="2970491"/>
            <a:ext cx="1410964"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l">
              <a:spcBef>
                <a:spcPct val="50000"/>
              </a:spcBef>
            </a:pPr>
            <a:r>
              <a:rPr lang="en-US" altLang="zh-TW">
                <a:ea typeface="新細明體" charset="-120"/>
              </a:rPr>
              <a:t>172.16.2.160</a:t>
            </a:r>
          </a:p>
        </p:txBody>
      </p:sp>
      <p:sp>
        <p:nvSpPr>
          <p:cNvPr id="842841" name="Text Box 89"/>
          <p:cNvSpPr txBox="1">
            <a:spLocks noChangeArrowheads="1"/>
          </p:cNvSpPr>
          <p:nvPr/>
        </p:nvSpPr>
        <p:spPr bwMode="auto">
          <a:xfrm>
            <a:off x="1752601" y="3503891"/>
            <a:ext cx="1762021"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l">
              <a:spcBef>
                <a:spcPct val="50000"/>
              </a:spcBef>
            </a:pPr>
            <a:r>
              <a:rPr lang="en-US" altLang="zh-TW">
                <a:ea typeface="新細明體" charset="-120"/>
              </a:rPr>
              <a:t>255.255.255.192</a:t>
            </a:r>
          </a:p>
        </p:txBody>
      </p:sp>
      <p:sp>
        <p:nvSpPr>
          <p:cNvPr id="842846" name="Oval 94"/>
          <p:cNvSpPr>
            <a:spLocks noChangeArrowheads="1"/>
          </p:cNvSpPr>
          <p:nvPr/>
        </p:nvSpPr>
        <p:spPr bwMode="auto">
          <a:xfrm>
            <a:off x="9899650" y="2902626"/>
            <a:ext cx="259766" cy="519351"/>
          </a:xfrm>
          <a:prstGeom prst="ellipse">
            <a:avLst/>
          </a:prstGeom>
          <a:solidFill>
            <a:schemeClr val="accent2"/>
          </a:solidFill>
          <a:ln>
            <a:noFill/>
          </a:ln>
          <a:effectLst/>
        </p:spPr>
        <p:txBody>
          <a:bodyPr wrap="none" anchor="ctr">
            <a:spAutoFit/>
          </a:bodyPr>
          <a:lstStyle/>
          <a:p>
            <a:endParaRPr lang="en-US"/>
          </a:p>
        </p:txBody>
      </p:sp>
      <p:sp>
        <p:nvSpPr>
          <p:cNvPr id="842847" name="Text Box 95"/>
          <p:cNvSpPr txBox="1">
            <a:spLocks noChangeArrowheads="1"/>
          </p:cNvSpPr>
          <p:nvPr/>
        </p:nvSpPr>
        <p:spPr bwMode="auto">
          <a:xfrm>
            <a:off x="9937750" y="2979738"/>
            <a:ext cx="311150"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l">
              <a:spcBef>
                <a:spcPct val="50000"/>
              </a:spcBef>
            </a:pPr>
            <a:r>
              <a:rPr lang="en-US" altLang="zh-TW">
                <a:solidFill>
                  <a:schemeClr val="hlink"/>
                </a:solidFill>
                <a:ea typeface="新細明體" charset="-120"/>
              </a:rPr>
              <a:t>1</a:t>
            </a:r>
            <a:endParaRPr lang="en-US" altLang="zh-TW">
              <a:ea typeface="新細明體" charset="-120"/>
            </a:endParaRPr>
          </a:p>
        </p:txBody>
      </p:sp>
      <p:sp>
        <p:nvSpPr>
          <p:cNvPr id="842848" name="Oval 96"/>
          <p:cNvSpPr>
            <a:spLocks noChangeArrowheads="1"/>
          </p:cNvSpPr>
          <p:nvPr/>
        </p:nvSpPr>
        <p:spPr bwMode="auto">
          <a:xfrm>
            <a:off x="9893300" y="3436026"/>
            <a:ext cx="259766" cy="519351"/>
          </a:xfrm>
          <a:prstGeom prst="ellipse">
            <a:avLst/>
          </a:prstGeom>
          <a:solidFill>
            <a:schemeClr val="accent2"/>
          </a:solidFill>
          <a:ln>
            <a:noFill/>
          </a:ln>
          <a:effectLst/>
        </p:spPr>
        <p:txBody>
          <a:bodyPr wrap="none" anchor="ctr">
            <a:spAutoFit/>
          </a:bodyPr>
          <a:lstStyle/>
          <a:p>
            <a:endParaRPr lang="en-US"/>
          </a:p>
        </p:txBody>
      </p:sp>
      <p:sp>
        <p:nvSpPr>
          <p:cNvPr id="842849" name="Text Box 97"/>
          <p:cNvSpPr txBox="1">
            <a:spLocks noChangeArrowheads="1"/>
          </p:cNvSpPr>
          <p:nvPr/>
        </p:nvSpPr>
        <p:spPr bwMode="auto">
          <a:xfrm>
            <a:off x="9931400" y="3506788"/>
            <a:ext cx="311150"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l">
              <a:spcBef>
                <a:spcPct val="50000"/>
              </a:spcBef>
            </a:pPr>
            <a:r>
              <a:rPr lang="en-US" altLang="zh-TW">
                <a:solidFill>
                  <a:schemeClr val="hlink"/>
                </a:solidFill>
                <a:ea typeface="新細明體" charset="-120"/>
              </a:rPr>
              <a:t>2</a:t>
            </a:r>
            <a:endParaRPr lang="en-US" altLang="zh-TW">
              <a:ea typeface="新細明體" charset="-120"/>
            </a:endParaRPr>
          </a:p>
        </p:txBody>
      </p:sp>
      <p:sp>
        <p:nvSpPr>
          <p:cNvPr id="842864" name="Rectangle 112"/>
          <p:cNvSpPr>
            <a:spLocks noChangeArrowheads="1"/>
          </p:cNvSpPr>
          <p:nvPr/>
        </p:nvSpPr>
        <p:spPr bwMode="auto">
          <a:xfrm>
            <a:off x="3660775" y="1676400"/>
            <a:ext cx="1385888" cy="457200"/>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842865" name="Rectangle 113"/>
          <p:cNvSpPr>
            <a:spLocks noChangeArrowheads="1"/>
          </p:cNvSpPr>
          <p:nvPr/>
        </p:nvSpPr>
        <p:spPr bwMode="auto">
          <a:xfrm>
            <a:off x="5011738" y="1676400"/>
            <a:ext cx="1465262" cy="457200"/>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842866" name="Rectangle 114"/>
          <p:cNvSpPr>
            <a:spLocks noChangeArrowheads="1"/>
          </p:cNvSpPr>
          <p:nvPr/>
        </p:nvSpPr>
        <p:spPr bwMode="auto">
          <a:xfrm>
            <a:off x="6370638" y="1676400"/>
            <a:ext cx="1465262" cy="457200"/>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842867" name="Rectangle 115"/>
          <p:cNvSpPr>
            <a:spLocks noChangeArrowheads="1"/>
          </p:cNvSpPr>
          <p:nvPr/>
        </p:nvSpPr>
        <p:spPr bwMode="auto">
          <a:xfrm>
            <a:off x="7818438" y="1676400"/>
            <a:ext cx="1465262" cy="457200"/>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842868" name="Rectangle 116"/>
          <p:cNvSpPr>
            <a:spLocks noChangeArrowheads="1"/>
          </p:cNvSpPr>
          <p:nvPr/>
        </p:nvSpPr>
        <p:spPr bwMode="auto">
          <a:xfrm>
            <a:off x="5638800" y="1757364"/>
            <a:ext cx="74295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16</a:t>
            </a:r>
          </a:p>
        </p:txBody>
      </p:sp>
      <p:sp>
        <p:nvSpPr>
          <p:cNvPr id="842869" name="Rectangle 117"/>
          <p:cNvSpPr>
            <a:spLocks noChangeArrowheads="1"/>
          </p:cNvSpPr>
          <p:nvPr/>
        </p:nvSpPr>
        <p:spPr bwMode="auto">
          <a:xfrm>
            <a:off x="4133850" y="1752600"/>
            <a:ext cx="742950"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172</a:t>
            </a:r>
          </a:p>
        </p:txBody>
      </p:sp>
      <p:sp>
        <p:nvSpPr>
          <p:cNvPr id="842870" name="Rectangle 118"/>
          <p:cNvSpPr>
            <a:spLocks noChangeArrowheads="1"/>
          </p:cNvSpPr>
          <p:nvPr/>
        </p:nvSpPr>
        <p:spPr bwMode="auto">
          <a:xfrm>
            <a:off x="7056438" y="1757364"/>
            <a:ext cx="45720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2</a:t>
            </a:r>
          </a:p>
        </p:txBody>
      </p:sp>
      <p:sp>
        <p:nvSpPr>
          <p:cNvPr id="842871" name="Rectangle 119"/>
          <p:cNvSpPr>
            <a:spLocks noChangeArrowheads="1"/>
          </p:cNvSpPr>
          <p:nvPr/>
        </p:nvSpPr>
        <p:spPr bwMode="auto">
          <a:xfrm>
            <a:off x="8382000" y="1757364"/>
            <a:ext cx="45720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160</a:t>
            </a:r>
          </a:p>
        </p:txBody>
      </p:sp>
    </p:spTree>
    <p:extLst>
      <p:ext uri="{BB962C8B-B14F-4D97-AF65-F5344CB8AC3E}">
        <p14:creationId xmlns:p14="http://schemas.microsoft.com/office/powerpoint/2010/main" val="3746415291"/>
      </p:ext>
    </p:extLst>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0706" name="Rectangle 2050"/>
          <p:cNvSpPr>
            <a:spLocks noGrp="1" noChangeArrowheads="1"/>
          </p:cNvSpPr>
          <p:nvPr>
            <p:ph type="title"/>
          </p:nvPr>
        </p:nvSpPr>
        <p:spPr>
          <a:xfrm>
            <a:off x="245005" y="113969"/>
            <a:ext cx="10164233" cy="1143000"/>
          </a:xfrm>
          <a:noFill/>
          <a:ln/>
        </p:spPr>
        <p:txBody>
          <a:bodyPr vert="horz" lIns="82153" tIns="41076" rIns="82153" bIns="41076" rtlCol="0" anchor="ctr" anchorCtr="0">
            <a:normAutofit/>
          </a:bodyPr>
          <a:lstStyle/>
          <a:p>
            <a:r>
              <a:rPr lang="en-US" altLang="zh-TW">
                <a:solidFill>
                  <a:srgbClr val="00B0F0"/>
                </a:solidFill>
                <a:ea typeface="新細明體" charset="-120"/>
              </a:rPr>
              <a:t>Addressing Summary Example</a:t>
            </a:r>
          </a:p>
        </p:txBody>
      </p:sp>
      <p:sp>
        <p:nvSpPr>
          <p:cNvPr id="840759" name="Line 2103"/>
          <p:cNvSpPr>
            <a:spLocks noChangeShapeType="1"/>
          </p:cNvSpPr>
          <p:nvPr/>
        </p:nvSpPr>
        <p:spPr bwMode="auto">
          <a:xfrm>
            <a:off x="3727451" y="3967163"/>
            <a:ext cx="5453063"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40760" name="Rectangle 2104"/>
          <p:cNvSpPr>
            <a:spLocks noChangeArrowheads="1"/>
          </p:cNvSpPr>
          <p:nvPr/>
        </p:nvSpPr>
        <p:spPr bwMode="auto">
          <a:xfrm>
            <a:off x="3660776" y="2946401"/>
            <a:ext cx="1285875"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10101100</a:t>
            </a:r>
          </a:p>
        </p:txBody>
      </p:sp>
      <p:sp>
        <p:nvSpPr>
          <p:cNvPr id="840761" name="Rectangle 2105"/>
          <p:cNvSpPr>
            <a:spLocks noChangeArrowheads="1"/>
          </p:cNvSpPr>
          <p:nvPr/>
        </p:nvSpPr>
        <p:spPr bwMode="auto">
          <a:xfrm>
            <a:off x="3660776" y="3524251"/>
            <a:ext cx="12858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solidFill>
                  <a:srgbClr val="000000"/>
                </a:solidFill>
                <a:latin typeface="Helvetica" panose="020B0604020202020204" pitchFamily="34" charset="0"/>
                <a:ea typeface="新細明體" charset="-120"/>
              </a:rPr>
              <a:t>11111111</a:t>
            </a:r>
          </a:p>
        </p:txBody>
      </p:sp>
      <p:sp>
        <p:nvSpPr>
          <p:cNvPr id="840763" name="Rectangle 2107"/>
          <p:cNvSpPr>
            <a:spLocks noChangeArrowheads="1"/>
          </p:cNvSpPr>
          <p:nvPr/>
        </p:nvSpPr>
        <p:spPr bwMode="auto">
          <a:xfrm>
            <a:off x="5099050" y="2946401"/>
            <a:ext cx="1271588"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00010000</a:t>
            </a:r>
          </a:p>
        </p:txBody>
      </p:sp>
      <p:sp>
        <p:nvSpPr>
          <p:cNvPr id="840764" name="Rectangle 2108"/>
          <p:cNvSpPr>
            <a:spLocks noChangeArrowheads="1"/>
          </p:cNvSpPr>
          <p:nvPr/>
        </p:nvSpPr>
        <p:spPr bwMode="auto">
          <a:xfrm>
            <a:off x="5099051" y="3524251"/>
            <a:ext cx="12858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solidFill>
                  <a:srgbClr val="000000"/>
                </a:solidFill>
                <a:latin typeface="Helvetica" panose="020B0604020202020204" pitchFamily="34" charset="0"/>
                <a:ea typeface="新細明體" charset="-120"/>
              </a:rPr>
              <a:t>11111111</a:t>
            </a:r>
          </a:p>
        </p:txBody>
      </p:sp>
      <p:sp>
        <p:nvSpPr>
          <p:cNvPr id="840766" name="Rectangle 2110"/>
          <p:cNvSpPr>
            <a:spLocks noChangeArrowheads="1"/>
          </p:cNvSpPr>
          <p:nvPr/>
        </p:nvSpPr>
        <p:spPr bwMode="auto">
          <a:xfrm>
            <a:off x="6394451" y="3540126"/>
            <a:ext cx="1400175"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latin typeface="Helvetica" panose="020B0604020202020204" pitchFamily="34" charset="0"/>
                <a:ea typeface="新細明體" charset="-120"/>
              </a:rPr>
              <a:t>11111111</a:t>
            </a:r>
          </a:p>
        </p:txBody>
      </p:sp>
      <p:sp>
        <p:nvSpPr>
          <p:cNvPr id="840768" name="Rectangle 2112"/>
          <p:cNvSpPr>
            <a:spLocks noChangeArrowheads="1"/>
          </p:cNvSpPr>
          <p:nvPr/>
        </p:nvSpPr>
        <p:spPr bwMode="auto">
          <a:xfrm>
            <a:off x="7753350" y="2946401"/>
            <a:ext cx="1371600" cy="50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10100000</a:t>
            </a:r>
          </a:p>
        </p:txBody>
      </p:sp>
      <p:sp>
        <p:nvSpPr>
          <p:cNvPr id="840769" name="Rectangle 2113"/>
          <p:cNvSpPr>
            <a:spLocks noChangeArrowheads="1"/>
          </p:cNvSpPr>
          <p:nvPr/>
        </p:nvSpPr>
        <p:spPr bwMode="auto">
          <a:xfrm>
            <a:off x="7710488" y="3525839"/>
            <a:ext cx="1414462"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latin typeface="Helvetica" panose="020B0604020202020204" pitchFamily="34" charset="0"/>
                <a:ea typeface="新細明體" charset="-120"/>
              </a:rPr>
              <a:t>11</a:t>
            </a:r>
            <a:r>
              <a:rPr lang="en-US" altLang="zh-TW" sz="2000">
                <a:solidFill>
                  <a:srgbClr val="000000"/>
                </a:solidFill>
                <a:latin typeface="Helvetica" panose="020B0604020202020204" pitchFamily="34" charset="0"/>
                <a:ea typeface="新細明體" charset="-120"/>
              </a:rPr>
              <a:t>000000</a:t>
            </a:r>
          </a:p>
        </p:txBody>
      </p:sp>
      <p:sp>
        <p:nvSpPr>
          <p:cNvPr id="840771" name="Rectangle 2115"/>
          <p:cNvSpPr>
            <a:spLocks noChangeArrowheads="1"/>
          </p:cNvSpPr>
          <p:nvPr/>
        </p:nvSpPr>
        <p:spPr bwMode="auto">
          <a:xfrm>
            <a:off x="6423026" y="2946401"/>
            <a:ext cx="1343025" cy="50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00000010</a:t>
            </a:r>
          </a:p>
        </p:txBody>
      </p:sp>
      <p:sp>
        <p:nvSpPr>
          <p:cNvPr id="840772" name="Line 2116"/>
          <p:cNvSpPr>
            <a:spLocks noChangeShapeType="1"/>
          </p:cNvSpPr>
          <p:nvPr/>
        </p:nvSpPr>
        <p:spPr bwMode="auto">
          <a:xfrm>
            <a:off x="3727450" y="2590800"/>
            <a:ext cx="5481638"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40773" name="Line 2117"/>
          <p:cNvSpPr>
            <a:spLocks noChangeShapeType="1"/>
          </p:cNvSpPr>
          <p:nvPr/>
        </p:nvSpPr>
        <p:spPr bwMode="auto">
          <a:xfrm>
            <a:off x="8223250" y="2286001"/>
            <a:ext cx="0" cy="4067175"/>
          </a:xfrm>
          <a:prstGeom prst="line">
            <a:avLst/>
          </a:prstGeom>
          <a:noFill/>
          <a:ln w="28575">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40774" name="Line 2118"/>
          <p:cNvSpPr>
            <a:spLocks noChangeShapeType="1"/>
          </p:cNvSpPr>
          <p:nvPr/>
        </p:nvSpPr>
        <p:spPr bwMode="auto">
          <a:xfrm>
            <a:off x="3727450" y="3395663"/>
            <a:ext cx="5462588"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40775" name="Line 2119"/>
          <p:cNvSpPr>
            <a:spLocks noChangeShapeType="1"/>
          </p:cNvSpPr>
          <p:nvPr/>
        </p:nvSpPr>
        <p:spPr bwMode="auto">
          <a:xfrm>
            <a:off x="3727450" y="4576763"/>
            <a:ext cx="5462588"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40780" name="Line 2124"/>
          <p:cNvSpPr>
            <a:spLocks noChangeShapeType="1"/>
          </p:cNvSpPr>
          <p:nvPr/>
        </p:nvSpPr>
        <p:spPr bwMode="auto">
          <a:xfrm>
            <a:off x="3727451" y="5186363"/>
            <a:ext cx="5453063"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40785" name="Line 2129"/>
          <p:cNvSpPr>
            <a:spLocks noChangeShapeType="1"/>
          </p:cNvSpPr>
          <p:nvPr/>
        </p:nvSpPr>
        <p:spPr bwMode="auto">
          <a:xfrm>
            <a:off x="3727450" y="5795963"/>
            <a:ext cx="5462588"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40790" name="Rectangle 2134"/>
          <p:cNvSpPr>
            <a:spLocks noChangeArrowheads="1"/>
          </p:cNvSpPr>
          <p:nvPr/>
        </p:nvSpPr>
        <p:spPr bwMode="auto">
          <a:xfrm>
            <a:off x="9209088" y="28511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Host</a:t>
            </a:r>
            <a:endParaRPr lang="en-US" altLang="zh-TW" sz="2700">
              <a:solidFill>
                <a:srgbClr val="000000"/>
              </a:solidFill>
              <a:latin typeface="Helvetica" panose="020B0604020202020204" pitchFamily="34" charset="0"/>
              <a:ea typeface="新細明體" charset="-120"/>
            </a:endParaRPr>
          </a:p>
        </p:txBody>
      </p:sp>
      <p:sp>
        <p:nvSpPr>
          <p:cNvPr id="840791" name="Rectangle 2135"/>
          <p:cNvSpPr>
            <a:spLocks noChangeArrowheads="1"/>
          </p:cNvSpPr>
          <p:nvPr/>
        </p:nvSpPr>
        <p:spPr bwMode="auto">
          <a:xfrm>
            <a:off x="9209088" y="33972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Mask</a:t>
            </a:r>
            <a:endParaRPr lang="en-US" altLang="zh-TW" sz="2700">
              <a:solidFill>
                <a:srgbClr val="000000"/>
              </a:solidFill>
              <a:latin typeface="Helvetica" panose="020B0604020202020204" pitchFamily="34" charset="0"/>
              <a:ea typeface="新細明體" charset="-120"/>
            </a:endParaRPr>
          </a:p>
        </p:txBody>
      </p:sp>
      <p:sp>
        <p:nvSpPr>
          <p:cNvPr id="840792" name="Rectangle 2136"/>
          <p:cNvSpPr>
            <a:spLocks noChangeArrowheads="1"/>
          </p:cNvSpPr>
          <p:nvPr/>
        </p:nvSpPr>
        <p:spPr bwMode="auto">
          <a:xfrm>
            <a:off x="9209088" y="40195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Subnet</a:t>
            </a:r>
            <a:endParaRPr lang="en-US" altLang="zh-TW" sz="2700">
              <a:solidFill>
                <a:srgbClr val="000000"/>
              </a:solidFill>
              <a:latin typeface="Helvetica" panose="020B0604020202020204" pitchFamily="34" charset="0"/>
              <a:ea typeface="新細明體" charset="-120"/>
            </a:endParaRPr>
          </a:p>
        </p:txBody>
      </p:sp>
      <p:sp>
        <p:nvSpPr>
          <p:cNvPr id="840793" name="Rectangle 2137"/>
          <p:cNvSpPr>
            <a:spLocks noChangeArrowheads="1"/>
          </p:cNvSpPr>
          <p:nvPr/>
        </p:nvSpPr>
        <p:spPr bwMode="auto">
          <a:xfrm>
            <a:off x="9209088" y="46291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Broadcast</a:t>
            </a:r>
            <a:endParaRPr lang="en-US" altLang="zh-TW" sz="2700">
              <a:solidFill>
                <a:srgbClr val="000000"/>
              </a:solidFill>
              <a:latin typeface="Helvetica" panose="020B0604020202020204" pitchFamily="34" charset="0"/>
              <a:ea typeface="新細明體" charset="-120"/>
            </a:endParaRPr>
          </a:p>
        </p:txBody>
      </p:sp>
      <p:sp>
        <p:nvSpPr>
          <p:cNvPr id="840794" name="Rectangle 2138"/>
          <p:cNvSpPr>
            <a:spLocks noChangeArrowheads="1"/>
          </p:cNvSpPr>
          <p:nvPr/>
        </p:nvSpPr>
        <p:spPr bwMode="auto">
          <a:xfrm>
            <a:off x="9209088" y="58483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Last</a:t>
            </a:r>
            <a:endParaRPr lang="en-US" altLang="zh-TW" sz="2700">
              <a:solidFill>
                <a:srgbClr val="000000"/>
              </a:solidFill>
              <a:latin typeface="Helvetica" panose="020B0604020202020204" pitchFamily="34" charset="0"/>
              <a:ea typeface="新細明體" charset="-120"/>
            </a:endParaRPr>
          </a:p>
        </p:txBody>
      </p:sp>
      <p:sp>
        <p:nvSpPr>
          <p:cNvPr id="840795" name="Rectangle 2139"/>
          <p:cNvSpPr>
            <a:spLocks noChangeArrowheads="1"/>
          </p:cNvSpPr>
          <p:nvPr/>
        </p:nvSpPr>
        <p:spPr bwMode="auto">
          <a:xfrm>
            <a:off x="9209088" y="52387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First</a:t>
            </a:r>
            <a:endParaRPr lang="en-US" altLang="zh-TW" sz="2700">
              <a:solidFill>
                <a:srgbClr val="000000"/>
              </a:solidFill>
              <a:latin typeface="Helvetica" panose="020B0604020202020204" pitchFamily="34" charset="0"/>
              <a:ea typeface="新細明體" charset="-120"/>
            </a:endParaRPr>
          </a:p>
        </p:txBody>
      </p:sp>
      <p:sp>
        <p:nvSpPr>
          <p:cNvPr id="840796" name="Text Box 2140"/>
          <p:cNvSpPr txBox="1">
            <a:spLocks noChangeArrowheads="1"/>
          </p:cNvSpPr>
          <p:nvPr/>
        </p:nvSpPr>
        <p:spPr bwMode="auto">
          <a:xfrm>
            <a:off x="1752600" y="2970491"/>
            <a:ext cx="1410964"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l">
              <a:spcBef>
                <a:spcPct val="50000"/>
              </a:spcBef>
            </a:pPr>
            <a:r>
              <a:rPr lang="en-US" altLang="zh-TW">
                <a:ea typeface="新細明體" charset="-120"/>
              </a:rPr>
              <a:t>172.16.2.160</a:t>
            </a:r>
          </a:p>
        </p:txBody>
      </p:sp>
      <p:sp>
        <p:nvSpPr>
          <p:cNvPr id="840797" name="Text Box 2141"/>
          <p:cNvSpPr txBox="1">
            <a:spLocks noChangeArrowheads="1"/>
          </p:cNvSpPr>
          <p:nvPr/>
        </p:nvSpPr>
        <p:spPr bwMode="auto">
          <a:xfrm>
            <a:off x="1752601" y="3503891"/>
            <a:ext cx="1762021"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l">
              <a:spcBef>
                <a:spcPct val="50000"/>
              </a:spcBef>
            </a:pPr>
            <a:r>
              <a:rPr lang="en-US" altLang="zh-TW">
                <a:ea typeface="新細明體" charset="-120"/>
              </a:rPr>
              <a:t>255.255.255.192</a:t>
            </a:r>
          </a:p>
        </p:txBody>
      </p:sp>
      <p:sp>
        <p:nvSpPr>
          <p:cNvPr id="840802" name="Oval 2146"/>
          <p:cNvSpPr>
            <a:spLocks noChangeArrowheads="1"/>
          </p:cNvSpPr>
          <p:nvPr/>
        </p:nvSpPr>
        <p:spPr bwMode="auto">
          <a:xfrm>
            <a:off x="9899650" y="2902626"/>
            <a:ext cx="259766" cy="519351"/>
          </a:xfrm>
          <a:prstGeom prst="ellipse">
            <a:avLst/>
          </a:prstGeom>
          <a:solidFill>
            <a:schemeClr val="accent2"/>
          </a:solidFill>
          <a:ln>
            <a:noFill/>
          </a:ln>
          <a:effectLst/>
        </p:spPr>
        <p:txBody>
          <a:bodyPr wrap="none" anchor="ctr">
            <a:spAutoFit/>
          </a:bodyPr>
          <a:lstStyle/>
          <a:p>
            <a:endParaRPr lang="en-US"/>
          </a:p>
        </p:txBody>
      </p:sp>
      <p:sp>
        <p:nvSpPr>
          <p:cNvPr id="840803" name="Text Box 2147"/>
          <p:cNvSpPr txBox="1">
            <a:spLocks noChangeArrowheads="1"/>
          </p:cNvSpPr>
          <p:nvPr/>
        </p:nvSpPr>
        <p:spPr bwMode="auto">
          <a:xfrm>
            <a:off x="9937750" y="2979738"/>
            <a:ext cx="311150"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l">
              <a:spcBef>
                <a:spcPct val="50000"/>
              </a:spcBef>
            </a:pPr>
            <a:r>
              <a:rPr lang="en-US" altLang="zh-TW">
                <a:solidFill>
                  <a:schemeClr val="hlink"/>
                </a:solidFill>
                <a:ea typeface="新細明體" charset="-120"/>
              </a:rPr>
              <a:t>1</a:t>
            </a:r>
            <a:endParaRPr lang="en-US" altLang="zh-TW">
              <a:ea typeface="新細明體" charset="-120"/>
            </a:endParaRPr>
          </a:p>
        </p:txBody>
      </p:sp>
      <p:sp>
        <p:nvSpPr>
          <p:cNvPr id="840804" name="Oval 2148"/>
          <p:cNvSpPr>
            <a:spLocks noChangeArrowheads="1"/>
          </p:cNvSpPr>
          <p:nvPr/>
        </p:nvSpPr>
        <p:spPr bwMode="auto">
          <a:xfrm>
            <a:off x="9893300" y="3436026"/>
            <a:ext cx="259766" cy="519351"/>
          </a:xfrm>
          <a:prstGeom prst="ellipse">
            <a:avLst/>
          </a:prstGeom>
          <a:solidFill>
            <a:schemeClr val="accent2"/>
          </a:solidFill>
          <a:ln>
            <a:noFill/>
          </a:ln>
          <a:effectLst/>
        </p:spPr>
        <p:txBody>
          <a:bodyPr wrap="none" anchor="ctr">
            <a:spAutoFit/>
          </a:bodyPr>
          <a:lstStyle/>
          <a:p>
            <a:endParaRPr lang="en-US"/>
          </a:p>
        </p:txBody>
      </p:sp>
      <p:sp>
        <p:nvSpPr>
          <p:cNvPr id="840805" name="Text Box 2149"/>
          <p:cNvSpPr txBox="1">
            <a:spLocks noChangeArrowheads="1"/>
          </p:cNvSpPr>
          <p:nvPr/>
        </p:nvSpPr>
        <p:spPr bwMode="auto">
          <a:xfrm>
            <a:off x="9931400" y="3506788"/>
            <a:ext cx="311150" cy="366712"/>
          </a:xfrm>
          <a:prstGeom prst="rect">
            <a:avLst/>
          </a:prstGeom>
          <a:solidFill>
            <a:schemeClr val="accent2"/>
          </a:solidFill>
          <a:ln>
            <a:noFill/>
          </a:ln>
          <a:effectLst/>
        </p:spPr>
        <p:txBody>
          <a:bodyPr wrap="none" anchor="ctr">
            <a:spAutoFit/>
          </a:bodyPr>
          <a:lstStyle/>
          <a:p>
            <a:pPr algn="l">
              <a:spcBef>
                <a:spcPct val="50000"/>
              </a:spcBef>
            </a:pPr>
            <a:r>
              <a:rPr lang="en-US" altLang="zh-TW">
                <a:solidFill>
                  <a:schemeClr val="hlink"/>
                </a:solidFill>
                <a:ea typeface="新細明體" charset="-120"/>
              </a:rPr>
              <a:t>2</a:t>
            </a:r>
            <a:endParaRPr lang="en-US" altLang="zh-TW">
              <a:ea typeface="新細明體" charset="-120"/>
            </a:endParaRPr>
          </a:p>
        </p:txBody>
      </p:sp>
      <p:sp>
        <p:nvSpPr>
          <p:cNvPr id="840806" name="Oval 2150"/>
          <p:cNvSpPr>
            <a:spLocks noChangeArrowheads="1"/>
          </p:cNvSpPr>
          <p:nvPr/>
        </p:nvSpPr>
        <p:spPr bwMode="auto">
          <a:xfrm>
            <a:off x="7994650" y="2369226"/>
            <a:ext cx="259766" cy="519351"/>
          </a:xfrm>
          <a:prstGeom prst="ellipse">
            <a:avLst/>
          </a:prstGeom>
          <a:solidFill>
            <a:schemeClr val="accent2"/>
          </a:solidFill>
          <a:ln>
            <a:noFill/>
          </a:ln>
          <a:effectLst/>
        </p:spPr>
        <p:txBody>
          <a:bodyPr wrap="none" anchor="ctr">
            <a:spAutoFit/>
          </a:bodyPr>
          <a:lstStyle/>
          <a:p>
            <a:endParaRPr lang="en-US"/>
          </a:p>
        </p:txBody>
      </p:sp>
      <p:sp>
        <p:nvSpPr>
          <p:cNvPr id="840807" name="Text Box 2151"/>
          <p:cNvSpPr txBox="1">
            <a:spLocks noChangeArrowheads="1"/>
          </p:cNvSpPr>
          <p:nvPr/>
        </p:nvSpPr>
        <p:spPr bwMode="auto">
          <a:xfrm>
            <a:off x="8032750" y="2439988"/>
            <a:ext cx="311150" cy="366712"/>
          </a:xfrm>
          <a:prstGeom prst="rect">
            <a:avLst/>
          </a:prstGeom>
          <a:solidFill>
            <a:schemeClr val="accent2"/>
          </a:solidFill>
          <a:ln>
            <a:noFill/>
          </a:ln>
          <a:effectLst/>
        </p:spPr>
        <p:txBody>
          <a:bodyPr wrap="none" anchor="ctr">
            <a:spAutoFit/>
          </a:bodyPr>
          <a:lstStyle/>
          <a:p>
            <a:pPr algn="l">
              <a:spcBef>
                <a:spcPct val="50000"/>
              </a:spcBef>
            </a:pPr>
            <a:r>
              <a:rPr lang="en-US" altLang="zh-TW">
                <a:solidFill>
                  <a:schemeClr val="hlink"/>
                </a:solidFill>
                <a:ea typeface="新細明體" charset="-120"/>
              </a:rPr>
              <a:t>3</a:t>
            </a:r>
            <a:endParaRPr lang="en-US" altLang="zh-TW">
              <a:ea typeface="新細明體" charset="-120"/>
            </a:endParaRPr>
          </a:p>
        </p:txBody>
      </p:sp>
      <p:sp>
        <p:nvSpPr>
          <p:cNvPr id="840815" name="Text Box 2159"/>
          <p:cNvSpPr txBox="1">
            <a:spLocks noChangeArrowheads="1"/>
          </p:cNvSpPr>
          <p:nvPr/>
        </p:nvSpPr>
        <p:spPr bwMode="auto">
          <a:xfrm>
            <a:off x="9944100" y="5943601"/>
            <a:ext cx="311150" cy="366713"/>
          </a:xfrm>
          <a:prstGeom prst="rect">
            <a:avLst/>
          </a:prstGeom>
          <a:solidFill>
            <a:schemeClr val="accent2"/>
          </a:solidFill>
          <a:ln>
            <a:noFill/>
          </a:ln>
          <a:effectLst/>
        </p:spPr>
        <p:txBody>
          <a:bodyPr wrap="none" anchor="ctr">
            <a:spAutoFit/>
          </a:bodyPr>
          <a:lstStyle/>
          <a:p>
            <a:pPr algn="l">
              <a:spcBef>
                <a:spcPct val="50000"/>
              </a:spcBef>
            </a:pPr>
            <a:r>
              <a:rPr lang="en-US" altLang="zh-TW">
                <a:solidFill>
                  <a:schemeClr val="hlink"/>
                </a:solidFill>
                <a:ea typeface="新細明體" charset="-120"/>
              </a:rPr>
              <a:t>7</a:t>
            </a:r>
            <a:endParaRPr lang="en-US" altLang="zh-TW">
              <a:ea typeface="新細明體" charset="-120"/>
            </a:endParaRPr>
          </a:p>
        </p:txBody>
      </p:sp>
      <p:sp>
        <p:nvSpPr>
          <p:cNvPr id="840820" name="Rectangle 2164"/>
          <p:cNvSpPr>
            <a:spLocks noChangeArrowheads="1"/>
          </p:cNvSpPr>
          <p:nvPr/>
        </p:nvSpPr>
        <p:spPr bwMode="auto">
          <a:xfrm>
            <a:off x="3660775" y="1676400"/>
            <a:ext cx="1385888" cy="457200"/>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840821" name="Rectangle 2165"/>
          <p:cNvSpPr>
            <a:spLocks noChangeArrowheads="1"/>
          </p:cNvSpPr>
          <p:nvPr/>
        </p:nvSpPr>
        <p:spPr bwMode="auto">
          <a:xfrm>
            <a:off x="5011738" y="1676400"/>
            <a:ext cx="1465262" cy="457200"/>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840822" name="Rectangle 2166"/>
          <p:cNvSpPr>
            <a:spLocks noChangeArrowheads="1"/>
          </p:cNvSpPr>
          <p:nvPr/>
        </p:nvSpPr>
        <p:spPr bwMode="auto">
          <a:xfrm>
            <a:off x="6370638" y="1676400"/>
            <a:ext cx="1465262" cy="457200"/>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840823" name="Rectangle 2167"/>
          <p:cNvSpPr>
            <a:spLocks noChangeArrowheads="1"/>
          </p:cNvSpPr>
          <p:nvPr/>
        </p:nvSpPr>
        <p:spPr bwMode="auto">
          <a:xfrm>
            <a:off x="7818438" y="1676400"/>
            <a:ext cx="1465262" cy="457200"/>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840824" name="Rectangle 2168"/>
          <p:cNvSpPr>
            <a:spLocks noChangeArrowheads="1"/>
          </p:cNvSpPr>
          <p:nvPr/>
        </p:nvSpPr>
        <p:spPr bwMode="auto">
          <a:xfrm>
            <a:off x="5638800" y="1757364"/>
            <a:ext cx="74295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16</a:t>
            </a:r>
          </a:p>
        </p:txBody>
      </p:sp>
      <p:sp>
        <p:nvSpPr>
          <p:cNvPr id="840825" name="Rectangle 2169"/>
          <p:cNvSpPr>
            <a:spLocks noChangeArrowheads="1"/>
          </p:cNvSpPr>
          <p:nvPr/>
        </p:nvSpPr>
        <p:spPr bwMode="auto">
          <a:xfrm>
            <a:off x="4133850" y="1752600"/>
            <a:ext cx="742950"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172</a:t>
            </a:r>
          </a:p>
        </p:txBody>
      </p:sp>
      <p:sp>
        <p:nvSpPr>
          <p:cNvPr id="840826" name="Rectangle 2170"/>
          <p:cNvSpPr>
            <a:spLocks noChangeArrowheads="1"/>
          </p:cNvSpPr>
          <p:nvPr/>
        </p:nvSpPr>
        <p:spPr bwMode="auto">
          <a:xfrm>
            <a:off x="7056438" y="1757364"/>
            <a:ext cx="45720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2</a:t>
            </a:r>
          </a:p>
        </p:txBody>
      </p:sp>
      <p:sp>
        <p:nvSpPr>
          <p:cNvPr id="840827" name="Rectangle 2171"/>
          <p:cNvSpPr>
            <a:spLocks noChangeArrowheads="1"/>
          </p:cNvSpPr>
          <p:nvPr/>
        </p:nvSpPr>
        <p:spPr bwMode="auto">
          <a:xfrm>
            <a:off x="8382000" y="1757364"/>
            <a:ext cx="45720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160</a:t>
            </a:r>
          </a:p>
        </p:txBody>
      </p:sp>
    </p:spTree>
    <p:extLst>
      <p:ext uri="{BB962C8B-B14F-4D97-AF65-F5344CB8AC3E}">
        <p14:creationId xmlns:p14="http://schemas.microsoft.com/office/powerpoint/2010/main" val="23231638"/>
      </p:ext>
    </p:extLst>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8658" name="Rectangle 2"/>
          <p:cNvSpPr>
            <a:spLocks noGrp="1" noChangeArrowheads="1"/>
          </p:cNvSpPr>
          <p:nvPr>
            <p:ph type="title"/>
          </p:nvPr>
        </p:nvSpPr>
        <p:spPr>
          <a:solidFill>
            <a:schemeClr val="accent2"/>
          </a:solidFill>
          <a:ln/>
        </p:spPr>
        <p:txBody>
          <a:bodyPr vert="horz" lIns="82153" tIns="41076" rIns="82153" bIns="41076" rtlCol="0" anchor="ctr" anchorCtr="0">
            <a:normAutofit/>
          </a:bodyPr>
          <a:lstStyle/>
          <a:p>
            <a:r>
              <a:rPr lang="en-US" altLang="zh-TW" dirty="0">
                <a:ea typeface="新細明體" charset="-120"/>
              </a:rPr>
              <a:t>Addressing Summary Example</a:t>
            </a:r>
          </a:p>
        </p:txBody>
      </p:sp>
      <p:sp>
        <p:nvSpPr>
          <p:cNvPr id="838715" name="Line 59"/>
          <p:cNvSpPr>
            <a:spLocks noChangeShapeType="1"/>
          </p:cNvSpPr>
          <p:nvPr/>
        </p:nvSpPr>
        <p:spPr bwMode="auto">
          <a:xfrm>
            <a:off x="3727451" y="3967163"/>
            <a:ext cx="5453063"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8716" name="Rectangle 60"/>
          <p:cNvSpPr>
            <a:spLocks noChangeArrowheads="1"/>
          </p:cNvSpPr>
          <p:nvPr/>
        </p:nvSpPr>
        <p:spPr bwMode="auto">
          <a:xfrm>
            <a:off x="3660776" y="2946401"/>
            <a:ext cx="1285875"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10101100</a:t>
            </a:r>
          </a:p>
        </p:txBody>
      </p:sp>
      <p:sp>
        <p:nvSpPr>
          <p:cNvPr id="838717" name="Rectangle 61"/>
          <p:cNvSpPr>
            <a:spLocks noChangeArrowheads="1"/>
          </p:cNvSpPr>
          <p:nvPr/>
        </p:nvSpPr>
        <p:spPr bwMode="auto">
          <a:xfrm>
            <a:off x="3660776" y="3524251"/>
            <a:ext cx="12858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solidFill>
                  <a:srgbClr val="000000"/>
                </a:solidFill>
                <a:latin typeface="Helvetica" panose="020B0604020202020204" pitchFamily="34" charset="0"/>
                <a:ea typeface="新細明體" charset="-120"/>
              </a:rPr>
              <a:t>11111111</a:t>
            </a:r>
          </a:p>
        </p:txBody>
      </p:sp>
      <p:sp>
        <p:nvSpPr>
          <p:cNvPr id="838719" name="Rectangle 63"/>
          <p:cNvSpPr>
            <a:spLocks noChangeArrowheads="1"/>
          </p:cNvSpPr>
          <p:nvPr/>
        </p:nvSpPr>
        <p:spPr bwMode="auto">
          <a:xfrm>
            <a:off x="5099050" y="2946401"/>
            <a:ext cx="1271588"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00010000</a:t>
            </a:r>
          </a:p>
        </p:txBody>
      </p:sp>
      <p:sp>
        <p:nvSpPr>
          <p:cNvPr id="838720" name="Rectangle 64"/>
          <p:cNvSpPr>
            <a:spLocks noChangeArrowheads="1"/>
          </p:cNvSpPr>
          <p:nvPr/>
        </p:nvSpPr>
        <p:spPr bwMode="auto">
          <a:xfrm>
            <a:off x="5099051" y="3524251"/>
            <a:ext cx="12858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solidFill>
                  <a:srgbClr val="000000"/>
                </a:solidFill>
                <a:latin typeface="Helvetica" panose="020B0604020202020204" pitchFamily="34" charset="0"/>
                <a:ea typeface="新細明體" charset="-120"/>
              </a:rPr>
              <a:t>11111111</a:t>
            </a:r>
          </a:p>
        </p:txBody>
      </p:sp>
      <p:sp>
        <p:nvSpPr>
          <p:cNvPr id="838722" name="Rectangle 66"/>
          <p:cNvSpPr>
            <a:spLocks noChangeArrowheads="1"/>
          </p:cNvSpPr>
          <p:nvPr/>
        </p:nvSpPr>
        <p:spPr bwMode="auto">
          <a:xfrm>
            <a:off x="6394451" y="3540126"/>
            <a:ext cx="1400175"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latin typeface="Helvetica" panose="020B0604020202020204" pitchFamily="34" charset="0"/>
                <a:ea typeface="新細明體" charset="-120"/>
              </a:rPr>
              <a:t>11111111</a:t>
            </a:r>
          </a:p>
        </p:txBody>
      </p:sp>
      <p:sp>
        <p:nvSpPr>
          <p:cNvPr id="838724" name="Rectangle 68"/>
          <p:cNvSpPr>
            <a:spLocks noChangeArrowheads="1"/>
          </p:cNvSpPr>
          <p:nvPr/>
        </p:nvSpPr>
        <p:spPr bwMode="auto">
          <a:xfrm>
            <a:off x="7753350" y="2946401"/>
            <a:ext cx="1371600" cy="50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10100000</a:t>
            </a:r>
          </a:p>
        </p:txBody>
      </p:sp>
      <p:sp>
        <p:nvSpPr>
          <p:cNvPr id="838725" name="Rectangle 69"/>
          <p:cNvSpPr>
            <a:spLocks noChangeArrowheads="1"/>
          </p:cNvSpPr>
          <p:nvPr/>
        </p:nvSpPr>
        <p:spPr bwMode="auto">
          <a:xfrm>
            <a:off x="7710488" y="3525839"/>
            <a:ext cx="1414462"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latin typeface="Helvetica" panose="020B0604020202020204" pitchFamily="34" charset="0"/>
                <a:ea typeface="新細明體" charset="-120"/>
              </a:rPr>
              <a:t>11</a:t>
            </a:r>
            <a:r>
              <a:rPr lang="en-US" altLang="zh-TW" sz="2000">
                <a:solidFill>
                  <a:srgbClr val="000000"/>
                </a:solidFill>
                <a:latin typeface="Helvetica" panose="020B0604020202020204" pitchFamily="34" charset="0"/>
                <a:ea typeface="新細明體" charset="-120"/>
              </a:rPr>
              <a:t>000000</a:t>
            </a:r>
          </a:p>
        </p:txBody>
      </p:sp>
      <p:sp>
        <p:nvSpPr>
          <p:cNvPr id="838726" name="Rectangle 70"/>
          <p:cNvSpPr>
            <a:spLocks noChangeArrowheads="1"/>
          </p:cNvSpPr>
          <p:nvPr/>
        </p:nvSpPr>
        <p:spPr bwMode="auto">
          <a:xfrm>
            <a:off x="7724775" y="4119564"/>
            <a:ext cx="1385888"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latin typeface="Helvetica" panose="020B0604020202020204" pitchFamily="34" charset="0"/>
                <a:ea typeface="新細明體" charset="-120"/>
              </a:rPr>
              <a:t>10</a:t>
            </a:r>
            <a:r>
              <a:rPr lang="en-US" altLang="zh-TW" sz="2000">
                <a:solidFill>
                  <a:srgbClr val="000000"/>
                </a:solidFill>
                <a:latin typeface="Helvetica" panose="020B0604020202020204" pitchFamily="34" charset="0"/>
                <a:ea typeface="新細明體" charset="-120"/>
              </a:rPr>
              <a:t>000000</a:t>
            </a:r>
          </a:p>
        </p:txBody>
      </p:sp>
      <p:sp>
        <p:nvSpPr>
          <p:cNvPr id="838727" name="Rectangle 71"/>
          <p:cNvSpPr>
            <a:spLocks noChangeArrowheads="1"/>
          </p:cNvSpPr>
          <p:nvPr/>
        </p:nvSpPr>
        <p:spPr bwMode="auto">
          <a:xfrm>
            <a:off x="6423026" y="2946401"/>
            <a:ext cx="1343025" cy="50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00000010</a:t>
            </a:r>
          </a:p>
        </p:txBody>
      </p:sp>
      <p:sp>
        <p:nvSpPr>
          <p:cNvPr id="838728" name="Line 72"/>
          <p:cNvSpPr>
            <a:spLocks noChangeShapeType="1"/>
          </p:cNvSpPr>
          <p:nvPr/>
        </p:nvSpPr>
        <p:spPr bwMode="auto">
          <a:xfrm>
            <a:off x="3727450" y="2590800"/>
            <a:ext cx="5481638"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8729" name="Line 73"/>
          <p:cNvSpPr>
            <a:spLocks noChangeShapeType="1"/>
          </p:cNvSpPr>
          <p:nvPr/>
        </p:nvSpPr>
        <p:spPr bwMode="auto">
          <a:xfrm>
            <a:off x="8223250" y="2286001"/>
            <a:ext cx="0" cy="4067175"/>
          </a:xfrm>
          <a:prstGeom prst="line">
            <a:avLst/>
          </a:prstGeom>
          <a:noFill/>
          <a:ln w="28575">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8730" name="Line 74"/>
          <p:cNvSpPr>
            <a:spLocks noChangeShapeType="1"/>
          </p:cNvSpPr>
          <p:nvPr/>
        </p:nvSpPr>
        <p:spPr bwMode="auto">
          <a:xfrm>
            <a:off x="3727450" y="3395663"/>
            <a:ext cx="5462588"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8731" name="Line 75"/>
          <p:cNvSpPr>
            <a:spLocks noChangeShapeType="1"/>
          </p:cNvSpPr>
          <p:nvPr/>
        </p:nvSpPr>
        <p:spPr bwMode="auto">
          <a:xfrm>
            <a:off x="3727450" y="4576763"/>
            <a:ext cx="5462588"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8736" name="Line 80"/>
          <p:cNvSpPr>
            <a:spLocks noChangeShapeType="1"/>
          </p:cNvSpPr>
          <p:nvPr/>
        </p:nvSpPr>
        <p:spPr bwMode="auto">
          <a:xfrm>
            <a:off x="3727450" y="5186363"/>
            <a:ext cx="5657850"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8741" name="Line 85"/>
          <p:cNvSpPr>
            <a:spLocks noChangeShapeType="1"/>
          </p:cNvSpPr>
          <p:nvPr/>
        </p:nvSpPr>
        <p:spPr bwMode="auto">
          <a:xfrm>
            <a:off x="3727450" y="5795963"/>
            <a:ext cx="5462588"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8746" name="Rectangle 90"/>
          <p:cNvSpPr>
            <a:spLocks noChangeArrowheads="1"/>
          </p:cNvSpPr>
          <p:nvPr/>
        </p:nvSpPr>
        <p:spPr bwMode="auto">
          <a:xfrm>
            <a:off x="9209088" y="28511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Host</a:t>
            </a:r>
            <a:endParaRPr lang="en-US" altLang="zh-TW" sz="2700">
              <a:solidFill>
                <a:srgbClr val="000000"/>
              </a:solidFill>
              <a:latin typeface="Helvetica" panose="020B0604020202020204" pitchFamily="34" charset="0"/>
              <a:ea typeface="新細明體" charset="-120"/>
            </a:endParaRPr>
          </a:p>
        </p:txBody>
      </p:sp>
      <p:sp>
        <p:nvSpPr>
          <p:cNvPr id="838747" name="Rectangle 91"/>
          <p:cNvSpPr>
            <a:spLocks noChangeArrowheads="1"/>
          </p:cNvSpPr>
          <p:nvPr/>
        </p:nvSpPr>
        <p:spPr bwMode="auto">
          <a:xfrm>
            <a:off x="9209088" y="33972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Mask</a:t>
            </a:r>
            <a:endParaRPr lang="en-US" altLang="zh-TW" sz="2700">
              <a:solidFill>
                <a:srgbClr val="000000"/>
              </a:solidFill>
              <a:latin typeface="Helvetica" panose="020B0604020202020204" pitchFamily="34" charset="0"/>
              <a:ea typeface="新細明體" charset="-120"/>
            </a:endParaRPr>
          </a:p>
        </p:txBody>
      </p:sp>
      <p:sp>
        <p:nvSpPr>
          <p:cNvPr id="838748" name="Rectangle 92"/>
          <p:cNvSpPr>
            <a:spLocks noChangeArrowheads="1"/>
          </p:cNvSpPr>
          <p:nvPr/>
        </p:nvSpPr>
        <p:spPr bwMode="auto">
          <a:xfrm>
            <a:off x="9209088" y="40195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Subnet</a:t>
            </a:r>
            <a:endParaRPr lang="en-US" altLang="zh-TW" sz="2700">
              <a:solidFill>
                <a:srgbClr val="000000"/>
              </a:solidFill>
              <a:latin typeface="Helvetica" panose="020B0604020202020204" pitchFamily="34" charset="0"/>
              <a:ea typeface="新細明體" charset="-120"/>
            </a:endParaRPr>
          </a:p>
        </p:txBody>
      </p:sp>
      <p:sp>
        <p:nvSpPr>
          <p:cNvPr id="838749" name="Rectangle 93"/>
          <p:cNvSpPr>
            <a:spLocks noChangeArrowheads="1"/>
          </p:cNvSpPr>
          <p:nvPr/>
        </p:nvSpPr>
        <p:spPr bwMode="auto">
          <a:xfrm>
            <a:off x="9209088" y="46291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Broadcast</a:t>
            </a:r>
            <a:endParaRPr lang="en-US" altLang="zh-TW" sz="2700">
              <a:solidFill>
                <a:srgbClr val="000000"/>
              </a:solidFill>
              <a:latin typeface="Helvetica" panose="020B0604020202020204" pitchFamily="34" charset="0"/>
              <a:ea typeface="新細明體" charset="-120"/>
            </a:endParaRPr>
          </a:p>
        </p:txBody>
      </p:sp>
      <p:sp>
        <p:nvSpPr>
          <p:cNvPr id="838750" name="Rectangle 94"/>
          <p:cNvSpPr>
            <a:spLocks noChangeArrowheads="1"/>
          </p:cNvSpPr>
          <p:nvPr/>
        </p:nvSpPr>
        <p:spPr bwMode="auto">
          <a:xfrm>
            <a:off x="9209088" y="58483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Last</a:t>
            </a:r>
            <a:endParaRPr lang="en-US" altLang="zh-TW" sz="2700">
              <a:solidFill>
                <a:srgbClr val="000000"/>
              </a:solidFill>
              <a:latin typeface="Helvetica" panose="020B0604020202020204" pitchFamily="34" charset="0"/>
              <a:ea typeface="新細明體" charset="-120"/>
            </a:endParaRPr>
          </a:p>
        </p:txBody>
      </p:sp>
      <p:sp>
        <p:nvSpPr>
          <p:cNvPr id="838751" name="Rectangle 95"/>
          <p:cNvSpPr>
            <a:spLocks noChangeArrowheads="1"/>
          </p:cNvSpPr>
          <p:nvPr/>
        </p:nvSpPr>
        <p:spPr bwMode="auto">
          <a:xfrm>
            <a:off x="9209088" y="52387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First</a:t>
            </a:r>
            <a:endParaRPr lang="en-US" altLang="zh-TW" sz="2700">
              <a:solidFill>
                <a:srgbClr val="000000"/>
              </a:solidFill>
              <a:latin typeface="Helvetica" panose="020B0604020202020204" pitchFamily="34" charset="0"/>
              <a:ea typeface="新細明體" charset="-120"/>
            </a:endParaRPr>
          </a:p>
        </p:txBody>
      </p:sp>
      <p:sp>
        <p:nvSpPr>
          <p:cNvPr id="838752" name="Text Box 96"/>
          <p:cNvSpPr txBox="1">
            <a:spLocks noChangeArrowheads="1"/>
          </p:cNvSpPr>
          <p:nvPr/>
        </p:nvSpPr>
        <p:spPr bwMode="auto">
          <a:xfrm>
            <a:off x="1752600" y="2970491"/>
            <a:ext cx="1410964"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l">
              <a:spcBef>
                <a:spcPct val="50000"/>
              </a:spcBef>
            </a:pPr>
            <a:r>
              <a:rPr lang="en-US" altLang="zh-TW">
                <a:ea typeface="新細明體" charset="-120"/>
              </a:rPr>
              <a:t>172.16.2.160</a:t>
            </a:r>
          </a:p>
        </p:txBody>
      </p:sp>
      <p:sp>
        <p:nvSpPr>
          <p:cNvPr id="838753" name="Text Box 97"/>
          <p:cNvSpPr txBox="1">
            <a:spLocks noChangeArrowheads="1"/>
          </p:cNvSpPr>
          <p:nvPr/>
        </p:nvSpPr>
        <p:spPr bwMode="auto">
          <a:xfrm>
            <a:off x="1752601" y="3503891"/>
            <a:ext cx="1762021"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l">
              <a:spcBef>
                <a:spcPct val="50000"/>
              </a:spcBef>
            </a:pPr>
            <a:r>
              <a:rPr lang="en-US" altLang="zh-TW">
                <a:ea typeface="新細明體" charset="-120"/>
              </a:rPr>
              <a:t>255.255.255.192</a:t>
            </a:r>
          </a:p>
        </p:txBody>
      </p:sp>
      <p:sp>
        <p:nvSpPr>
          <p:cNvPr id="838758" name="Oval 102"/>
          <p:cNvSpPr>
            <a:spLocks noChangeArrowheads="1"/>
          </p:cNvSpPr>
          <p:nvPr/>
        </p:nvSpPr>
        <p:spPr bwMode="auto">
          <a:xfrm>
            <a:off x="9899650" y="2902626"/>
            <a:ext cx="259766" cy="519351"/>
          </a:xfrm>
          <a:prstGeom prst="ellipse">
            <a:avLst/>
          </a:prstGeom>
          <a:solidFill>
            <a:schemeClr val="accent2"/>
          </a:solidFill>
          <a:ln>
            <a:noFill/>
          </a:ln>
          <a:effectLst/>
        </p:spPr>
        <p:txBody>
          <a:bodyPr wrap="none" anchor="ctr">
            <a:spAutoFit/>
          </a:bodyPr>
          <a:lstStyle/>
          <a:p>
            <a:endParaRPr lang="en-US"/>
          </a:p>
        </p:txBody>
      </p:sp>
      <p:sp>
        <p:nvSpPr>
          <p:cNvPr id="838759" name="Text Box 103"/>
          <p:cNvSpPr txBox="1">
            <a:spLocks noChangeArrowheads="1"/>
          </p:cNvSpPr>
          <p:nvPr/>
        </p:nvSpPr>
        <p:spPr bwMode="auto">
          <a:xfrm>
            <a:off x="9937750" y="2979738"/>
            <a:ext cx="311150"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l">
              <a:spcBef>
                <a:spcPct val="50000"/>
              </a:spcBef>
            </a:pPr>
            <a:r>
              <a:rPr lang="en-US" altLang="zh-TW">
                <a:solidFill>
                  <a:schemeClr val="hlink"/>
                </a:solidFill>
                <a:ea typeface="新細明體" charset="-120"/>
              </a:rPr>
              <a:t>1</a:t>
            </a:r>
            <a:endParaRPr lang="en-US" altLang="zh-TW">
              <a:ea typeface="新細明體" charset="-120"/>
            </a:endParaRPr>
          </a:p>
        </p:txBody>
      </p:sp>
      <p:sp>
        <p:nvSpPr>
          <p:cNvPr id="838760" name="Oval 104"/>
          <p:cNvSpPr>
            <a:spLocks noChangeArrowheads="1"/>
          </p:cNvSpPr>
          <p:nvPr/>
        </p:nvSpPr>
        <p:spPr bwMode="auto">
          <a:xfrm>
            <a:off x="9893300" y="3436026"/>
            <a:ext cx="259766" cy="519351"/>
          </a:xfrm>
          <a:prstGeom prst="ellipse">
            <a:avLst/>
          </a:prstGeom>
          <a:solidFill>
            <a:schemeClr val="accent2"/>
          </a:solidFill>
          <a:ln>
            <a:noFill/>
          </a:ln>
          <a:effectLst/>
        </p:spPr>
        <p:txBody>
          <a:bodyPr wrap="none" anchor="ctr">
            <a:spAutoFit/>
          </a:bodyPr>
          <a:lstStyle/>
          <a:p>
            <a:endParaRPr lang="en-US"/>
          </a:p>
        </p:txBody>
      </p:sp>
      <p:sp>
        <p:nvSpPr>
          <p:cNvPr id="838761" name="Text Box 105"/>
          <p:cNvSpPr txBox="1">
            <a:spLocks noChangeArrowheads="1"/>
          </p:cNvSpPr>
          <p:nvPr/>
        </p:nvSpPr>
        <p:spPr bwMode="auto">
          <a:xfrm>
            <a:off x="9931400" y="3506788"/>
            <a:ext cx="311150" cy="366712"/>
          </a:xfrm>
          <a:prstGeom prst="rect">
            <a:avLst/>
          </a:prstGeom>
          <a:solidFill>
            <a:schemeClr val="accent2"/>
          </a:solidFill>
          <a:ln>
            <a:noFill/>
          </a:ln>
          <a:effectLst/>
        </p:spPr>
        <p:txBody>
          <a:bodyPr wrap="none" anchor="ctr">
            <a:spAutoFit/>
          </a:bodyPr>
          <a:lstStyle/>
          <a:p>
            <a:pPr algn="l">
              <a:spcBef>
                <a:spcPct val="50000"/>
              </a:spcBef>
            </a:pPr>
            <a:r>
              <a:rPr lang="en-US" altLang="zh-TW">
                <a:solidFill>
                  <a:schemeClr val="hlink"/>
                </a:solidFill>
                <a:ea typeface="新細明體" charset="-120"/>
              </a:rPr>
              <a:t>2</a:t>
            </a:r>
            <a:endParaRPr lang="en-US" altLang="zh-TW">
              <a:ea typeface="新細明體" charset="-120"/>
            </a:endParaRPr>
          </a:p>
        </p:txBody>
      </p:sp>
      <p:sp>
        <p:nvSpPr>
          <p:cNvPr id="838762" name="Oval 106"/>
          <p:cNvSpPr>
            <a:spLocks noChangeArrowheads="1"/>
          </p:cNvSpPr>
          <p:nvPr/>
        </p:nvSpPr>
        <p:spPr bwMode="auto">
          <a:xfrm>
            <a:off x="7994650" y="2369226"/>
            <a:ext cx="259766" cy="519351"/>
          </a:xfrm>
          <a:prstGeom prst="ellipse">
            <a:avLst/>
          </a:prstGeom>
          <a:solidFill>
            <a:schemeClr val="accent2"/>
          </a:solidFill>
          <a:ln>
            <a:noFill/>
          </a:ln>
          <a:effectLst/>
        </p:spPr>
        <p:txBody>
          <a:bodyPr wrap="none" anchor="ctr">
            <a:spAutoFit/>
          </a:bodyPr>
          <a:lstStyle/>
          <a:p>
            <a:endParaRPr lang="en-US"/>
          </a:p>
        </p:txBody>
      </p:sp>
      <p:sp>
        <p:nvSpPr>
          <p:cNvPr id="838763" name="Text Box 107"/>
          <p:cNvSpPr txBox="1">
            <a:spLocks noChangeArrowheads="1"/>
          </p:cNvSpPr>
          <p:nvPr/>
        </p:nvSpPr>
        <p:spPr bwMode="auto">
          <a:xfrm>
            <a:off x="8032750" y="2439988"/>
            <a:ext cx="311150" cy="366712"/>
          </a:xfrm>
          <a:prstGeom prst="rect">
            <a:avLst/>
          </a:prstGeom>
          <a:solidFill>
            <a:schemeClr val="accent2"/>
          </a:solidFill>
          <a:ln>
            <a:noFill/>
          </a:ln>
          <a:effectLst/>
        </p:spPr>
        <p:txBody>
          <a:bodyPr wrap="none" anchor="ctr">
            <a:spAutoFit/>
          </a:bodyPr>
          <a:lstStyle/>
          <a:p>
            <a:pPr algn="l">
              <a:spcBef>
                <a:spcPct val="50000"/>
              </a:spcBef>
            </a:pPr>
            <a:r>
              <a:rPr lang="en-US" altLang="zh-TW">
                <a:solidFill>
                  <a:schemeClr val="hlink"/>
                </a:solidFill>
                <a:ea typeface="新細明體" charset="-120"/>
              </a:rPr>
              <a:t>3</a:t>
            </a:r>
            <a:endParaRPr lang="en-US" altLang="zh-TW">
              <a:ea typeface="新細明體" charset="-120"/>
            </a:endParaRPr>
          </a:p>
        </p:txBody>
      </p:sp>
      <p:sp>
        <p:nvSpPr>
          <p:cNvPr id="838764" name="Oval 108"/>
          <p:cNvSpPr>
            <a:spLocks noChangeArrowheads="1"/>
          </p:cNvSpPr>
          <p:nvPr/>
        </p:nvSpPr>
        <p:spPr bwMode="auto">
          <a:xfrm>
            <a:off x="10028238" y="4031339"/>
            <a:ext cx="259766" cy="519351"/>
          </a:xfrm>
          <a:prstGeom prst="ellipse">
            <a:avLst/>
          </a:prstGeom>
          <a:solidFill>
            <a:schemeClr val="accent2"/>
          </a:solidFill>
          <a:ln>
            <a:noFill/>
          </a:ln>
          <a:effectLst/>
        </p:spPr>
        <p:txBody>
          <a:bodyPr wrap="none" anchor="ctr">
            <a:spAutoFit/>
          </a:bodyPr>
          <a:lstStyle/>
          <a:p>
            <a:endParaRPr lang="en-US"/>
          </a:p>
        </p:txBody>
      </p:sp>
      <p:sp>
        <p:nvSpPr>
          <p:cNvPr id="838765" name="Text Box 109"/>
          <p:cNvSpPr txBox="1">
            <a:spLocks noChangeArrowheads="1"/>
          </p:cNvSpPr>
          <p:nvPr/>
        </p:nvSpPr>
        <p:spPr bwMode="auto">
          <a:xfrm>
            <a:off x="10047288" y="4108451"/>
            <a:ext cx="311150" cy="366713"/>
          </a:xfrm>
          <a:prstGeom prst="rect">
            <a:avLst/>
          </a:prstGeom>
          <a:solidFill>
            <a:schemeClr val="accent2"/>
          </a:solidFill>
          <a:ln>
            <a:noFill/>
          </a:ln>
          <a:effectLst/>
        </p:spPr>
        <p:txBody>
          <a:bodyPr wrap="none" anchor="ctr">
            <a:spAutoFit/>
          </a:bodyPr>
          <a:lstStyle/>
          <a:p>
            <a:pPr algn="l">
              <a:spcBef>
                <a:spcPct val="50000"/>
              </a:spcBef>
            </a:pPr>
            <a:r>
              <a:rPr lang="en-US" altLang="zh-TW">
                <a:solidFill>
                  <a:schemeClr val="hlink"/>
                </a:solidFill>
                <a:ea typeface="新細明體" charset="-120"/>
              </a:rPr>
              <a:t>4</a:t>
            </a:r>
            <a:endParaRPr lang="en-US" altLang="zh-TW">
              <a:ea typeface="新細明體" charset="-120"/>
            </a:endParaRPr>
          </a:p>
        </p:txBody>
      </p:sp>
      <p:sp>
        <p:nvSpPr>
          <p:cNvPr id="838776" name="Rectangle 120"/>
          <p:cNvSpPr>
            <a:spLocks noChangeArrowheads="1"/>
          </p:cNvSpPr>
          <p:nvPr/>
        </p:nvSpPr>
        <p:spPr bwMode="auto">
          <a:xfrm>
            <a:off x="3660775" y="1676400"/>
            <a:ext cx="1385888" cy="457200"/>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838777" name="Rectangle 121"/>
          <p:cNvSpPr>
            <a:spLocks noChangeArrowheads="1"/>
          </p:cNvSpPr>
          <p:nvPr/>
        </p:nvSpPr>
        <p:spPr bwMode="auto">
          <a:xfrm>
            <a:off x="5011738" y="1676400"/>
            <a:ext cx="1465262" cy="457200"/>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838778" name="Rectangle 122"/>
          <p:cNvSpPr>
            <a:spLocks noChangeArrowheads="1"/>
          </p:cNvSpPr>
          <p:nvPr/>
        </p:nvSpPr>
        <p:spPr bwMode="auto">
          <a:xfrm>
            <a:off x="6370638" y="1676400"/>
            <a:ext cx="1465262" cy="457200"/>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838779" name="Rectangle 123"/>
          <p:cNvSpPr>
            <a:spLocks noChangeArrowheads="1"/>
          </p:cNvSpPr>
          <p:nvPr/>
        </p:nvSpPr>
        <p:spPr bwMode="auto">
          <a:xfrm>
            <a:off x="7818438" y="1676400"/>
            <a:ext cx="1465262" cy="457200"/>
          </a:xfrm>
          <a:prstGeom prst="rect">
            <a:avLst/>
          </a:prstGeom>
          <a:solidFill>
            <a:schemeClr val="accent2"/>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838780" name="Rectangle 124"/>
          <p:cNvSpPr>
            <a:spLocks noChangeArrowheads="1"/>
          </p:cNvSpPr>
          <p:nvPr/>
        </p:nvSpPr>
        <p:spPr bwMode="auto">
          <a:xfrm>
            <a:off x="5638800" y="1757364"/>
            <a:ext cx="74295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16</a:t>
            </a:r>
          </a:p>
        </p:txBody>
      </p:sp>
      <p:sp>
        <p:nvSpPr>
          <p:cNvPr id="838781" name="Rectangle 125"/>
          <p:cNvSpPr>
            <a:spLocks noChangeArrowheads="1"/>
          </p:cNvSpPr>
          <p:nvPr/>
        </p:nvSpPr>
        <p:spPr bwMode="auto">
          <a:xfrm>
            <a:off x="4133850" y="1752600"/>
            <a:ext cx="742950"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172</a:t>
            </a:r>
          </a:p>
        </p:txBody>
      </p:sp>
      <p:sp>
        <p:nvSpPr>
          <p:cNvPr id="838782" name="Rectangle 126"/>
          <p:cNvSpPr>
            <a:spLocks noChangeArrowheads="1"/>
          </p:cNvSpPr>
          <p:nvPr/>
        </p:nvSpPr>
        <p:spPr bwMode="auto">
          <a:xfrm>
            <a:off x="7056438" y="1757364"/>
            <a:ext cx="45720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2</a:t>
            </a:r>
          </a:p>
        </p:txBody>
      </p:sp>
      <p:sp>
        <p:nvSpPr>
          <p:cNvPr id="838783" name="Rectangle 127"/>
          <p:cNvSpPr>
            <a:spLocks noChangeArrowheads="1"/>
          </p:cNvSpPr>
          <p:nvPr/>
        </p:nvSpPr>
        <p:spPr bwMode="auto">
          <a:xfrm>
            <a:off x="8382000" y="1757364"/>
            <a:ext cx="45720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160</a:t>
            </a:r>
          </a:p>
        </p:txBody>
      </p:sp>
    </p:spTree>
    <p:extLst>
      <p:ext uri="{BB962C8B-B14F-4D97-AF65-F5344CB8AC3E}">
        <p14:creationId xmlns:p14="http://schemas.microsoft.com/office/powerpoint/2010/main" val="3084625555"/>
      </p:ext>
    </p:extLst>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6610" name="Rectangle 2"/>
          <p:cNvSpPr>
            <a:spLocks noGrp="1" noChangeArrowheads="1"/>
          </p:cNvSpPr>
          <p:nvPr>
            <p:ph type="title"/>
          </p:nvPr>
        </p:nvSpPr>
        <p:spPr>
          <a:noFill/>
          <a:ln/>
        </p:spPr>
        <p:txBody>
          <a:bodyPr vert="horz" lIns="82153" tIns="41076" rIns="82153" bIns="41076" rtlCol="0" anchor="ctr" anchorCtr="0">
            <a:normAutofit/>
          </a:bodyPr>
          <a:lstStyle/>
          <a:p>
            <a:r>
              <a:rPr lang="en-US" altLang="zh-TW">
                <a:ea typeface="新細明體" charset="-120"/>
              </a:rPr>
              <a:t>Addressing Summary Example</a:t>
            </a:r>
          </a:p>
        </p:txBody>
      </p:sp>
      <p:sp>
        <p:nvSpPr>
          <p:cNvPr id="836671" name="Line 63"/>
          <p:cNvSpPr>
            <a:spLocks noChangeShapeType="1"/>
          </p:cNvSpPr>
          <p:nvPr/>
        </p:nvSpPr>
        <p:spPr bwMode="auto">
          <a:xfrm>
            <a:off x="3522663" y="3967163"/>
            <a:ext cx="5657850"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6672" name="Rectangle 64"/>
          <p:cNvSpPr>
            <a:spLocks noChangeArrowheads="1"/>
          </p:cNvSpPr>
          <p:nvPr/>
        </p:nvSpPr>
        <p:spPr bwMode="auto">
          <a:xfrm>
            <a:off x="3660776" y="2946401"/>
            <a:ext cx="1285875"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10101100</a:t>
            </a:r>
          </a:p>
        </p:txBody>
      </p:sp>
      <p:sp>
        <p:nvSpPr>
          <p:cNvPr id="836673" name="Rectangle 65"/>
          <p:cNvSpPr>
            <a:spLocks noChangeArrowheads="1"/>
          </p:cNvSpPr>
          <p:nvPr/>
        </p:nvSpPr>
        <p:spPr bwMode="auto">
          <a:xfrm>
            <a:off x="3660776" y="3524251"/>
            <a:ext cx="12858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solidFill>
                  <a:srgbClr val="000000"/>
                </a:solidFill>
                <a:latin typeface="Helvetica" panose="020B0604020202020204" pitchFamily="34" charset="0"/>
                <a:ea typeface="新細明體" charset="-120"/>
              </a:rPr>
              <a:t>11111111</a:t>
            </a:r>
          </a:p>
        </p:txBody>
      </p:sp>
      <p:sp>
        <p:nvSpPr>
          <p:cNvPr id="836675" name="Rectangle 67"/>
          <p:cNvSpPr>
            <a:spLocks noChangeArrowheads="1"/>
          </p:cNvSpPr>
          <p:nvPr/>
        </p:nvSpPr>
        <p:spPr bwMode="auto">
          <a:xfrm>
            <a:off x="5099050" y="2946401"/>
            <a:ext cx="1271588"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00010000</a:t>
            </a:r>
          </a:p>
        </p:txBody>
      </p:sp>
      <p:sp>
        <p:nvSpPr>
          <p:cNvPr id="836676" name="Rectangle 68"/>
          <p:cNvSpPr>
            <a:spLocks noChangeArrowheads="1"/>
          </p:cNvSpPr>
          <p:nvPr/>
        </p:nvSpPr>
        <p:spPr bwMode="auto">
          <a:xfrm>
            <a:off x="5099051" y="3524251"/>
            <a:ext cx="12858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solidFill>
                  <a:srgbClr val="000000"/>
                </a:solidFill>
                <a:latin typeface="Helvetica" panose="020B0604020202020204" pitchFamily="34" charset="0"/>
                <a:ea typeface="新細明體" charset="-120"/>
              </a:rPr>
              <a:t>11111111</a:t>
            </a:r>
          </a:p>
        </p:txBody>
      </p:sp>
      <p:sp>
        <p:nvSpPr>
          <p:cNvPr id="836678" name="Rectangle 70"/>
          <p:cNvSpPr>
            <a:spLocks noChangeArrowheads="1"/>
          </p:cNvSpPr>
          <p:nvPr/>
        </p:nvSpPr>
        <p:spPr bwMode="auto">
          <a:xfrm>
            <a:off x="6394451" y="3540126"/>
            <a:ext cx="1400175"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latin typeface="Helvetica" panose="020B0604020202020204" pitchFamily="34" charset="0"/>
                <a:ea typeface="新細明體" charset="-120"/>
              </a:rPr>
              <a:t>11111111</a:t>
            </a:r>
          </a:p>
        </p:txBody>
      </p:sp>
      <p:sp>
        <p:nvSpPr>
          <p:cNvPr id="836680" name="Rectangle 72"/>
          <p:cNvSpPr>
            <a:spLocks noChangeArrowheads="1"/>
          </p:cNvSpPr>
          <p:nvPr/>
        </p:nvSpPr>
        <p:spPr bwMode="auto">
          <a:xfrm>
            <a:off x="7753350" y="2946401"/>
            <a:ext cx="1371600" cy="50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10100000</a:t>
            </a:r>
          </a:p>
        </p:txBody>
      </p:sp>
      <p:sp>
        <p:nvSpPr>
          <p:cNvPr id="836681" name="Rectangle 73"/>
          <p:cNvSpPr>
            <a:spLocks noChangeArrowheads="1"/>
          </p:cNvSpPr>
          <p:nvPr/>
        </p:nvSpPr>
        <p:spPr bwMode="auto">
          <a:xfrm>
            <a:off x="7710488" y="3525839"/>
            <a:ext cx="1414462"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latin typeface="Helvetica" panose="020B0604020202020204" pitchFamily="34" charset="0"/>
                <a:ea typeface="新細明體" charset="-120"/>
              </a:rPr>
              <a:t>11</a:t>
            </a:r>
            <a:r>
              <a:rPr lang="en-US" altLang="zh-TW" sz="2000">
                <a:solidFill>
                  <a:srgbClr val="000000"/>
                </a:solidFill>
                <a:latin typeface="Helvetica" panose="020B0604020202020204" pitchFamily="34" charset="0"/>
                <a:ea typeface="新細明體" charset="-120"/>
              </a:rPr>
              <a:t>000000</a:t>
            </a:r>
          </a:p>
        </p:txBody>
      </p:sp>
      <p:sp>
        <p:nvSpPr>
          <p:cNvPr id="836682" name="Rectangle 74"/>
          <p:cNvSpPr>
            <a:spLocks noChangeArrowheads="1"/>
          </p:cNvSpPr>
          <p:nvPr/>
        </p:nvSpPr>
        <p:spPr bwMode="auto">
          <a:xfrm>
            <a:off x="7724775" y="4119564"/>
            <a:ext cx="1385888"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latin typeface="Helvetica" panose="020B0604020202020204" pitchFamily="34" charset="0"/>
                <a:ea typeface="新細明體" charset="-120"/>
              </a:rPr>
              <a:t>10</a:t>
            </a:r>
            <a:r>
              <a:rPr lang="en-US" altLang="zh-TW" sz="2000">
                <a:solidFill>
                  <a:srgbClr val="000000"/>
                </a:solidFill>
                <a:latin typeface="Helvetica" panose="020B0604020202020204" pitchFamily="34" charset="0"/>
                <a:ea typeface="新細明體" charset="-120"/>
              </a:rPr>
              <a:t>000000</a:t>
            </a:r>
          </a:p>
        </p:txBody>
      </p:sp>
      <p:sp>
        <p:nvSpPr>
          <p:cNvPr id="836683" name="Rectangle 75"/>
          <p:cNvSpPr>
            <a:spLocks noChangeArrowheads="1"/>
          </p:cNvSpPr>
          <p:nvPr/>
        </p:nvSpPr>
        <p:spPr bwMode="auto">
          <a:xfrm>
            <a:off x="6423026" y="2946401"/>
            <a:ext cx="1343025" cy="50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00000010</a:t>
            </a:r>
          </a:p>
        </p:txBody>
      </p:sp>
      <p:sp>
        <p:nvSpPr>
          <p:cNvPr id="836684" name="Line 76"/>
          <p:cNvSpPr>
            <a:spLocks noChangeShapeType="1"/>
          </p:cNvSpPr>
          <p:nvPr/>
        </p:nvSpPr>
        <p:spPr bwMode="auto">
          <a:xfrm>
            <a:off x="3727450" y="2590800"/>
            <a:ext cx="5481638"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6685" name="Line 77"/>
          <p:cNvSpPr>
            <a:spLocks noChangeShapeType="1"/>
          </p:cNvSpPr>
          <p:nvPr/>
        </p:nvSpPr>
        <p:spPr bwMode="auto">
          <a:xfrm>
            <a:off x="8223250" y="2286001"/>
            <a:ext cx="0" cy="4067175"/>
          </a:xfrm>
          <a:prstGeom prst="line">
            <a:avLst/>
          </a:prstGeom>
          <a:noFill/>
          <a:ln w="28575">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6686" name="Line 78"/>
          <p:cNvSpPr>
            <a:spLocks noChangeShapeType="1"/>
          </p:cNvSpPr>
          <p:nvPr/>
        </p:nvSpPr>
        <p:spPr bwMode="auto">
          <a:xfrm>
            <a:off x="3727450" y="3395663"/>
            <a:ext cx="5462588"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6687" name="Line 79"/>
          <p:cNvSpPr>
            <a:spLocks noChangeShapeType="1"/>
          </p:cNvSpPr>
          <p:nvPr/>
        </p:nvSpPr>
        <p:spPr bwMode="auto">
          <a:xfrm>
            <a:off x="3727450" y="4576763"/>
            <a:ext cx="5462588"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6691" name="Rectangle 83"/>
          <p:cNvSpPr>
            <a:spLocks noChangeArrowheads="1"/>
          </p:cNvSpPr>
          <p:nvPr/>
        </p:nvSpPr>
        <p:spPr bwMode="auto">
          <a:xfrm>
            <a:off x="7734300" y="4705350"/>
            <a:ext cx="1385888"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latin typeface="Helvetica" panose="020B0604020202020204" pitchFamily="34" charset="0"/>
                <a:ea typeface="新細明體" charset="-120"/>
              </a:rPr>
              <a:t>10</a:t>
            </a:r>
            <a:r>
              <a:rPr lang="en-US" altLang="zh-TW" sz="2000">
                <a:solidFill>
                  <a:srgbClr val="000000"/>
                </a:solidFill>
                <a:latin typeface="Helvetica" panose="020B0604020202020204" pitchFamily="34" charset="0"/>
                <a:ea typeface="新細明體" charset="-120"/>
              </a:rPr>
              <a:t>111111</a:t>
            </a:r>
          </a:p>
        </p:txBody>
      </p:sp>
      <p:sp>
        <p:nvSpPr>
          <p:cNvPr id="836692" name="Line 84"/>
          <p:cNvSpPr>
            <a:spLocks noChangeShapeType="1"/>
          </p:cNvSpPr>
          <p:nvPr/>
        </p:nvSpPr>
        <p:spPr bwMode="auto">
          <a:xfrm>
            <a:off x="3727450" y="5186363"/>
            <a:ext cx="5657850"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6697" name="Line 89"/>
          <p:cNvSpPr>
            <a:spLocks noChangeShapeType="1"/>
          </p:cNvSpPr>
          <p:nvPr/>
        </p:nvSpPr>
        <p:spPr bwMode="auto">
          <a:xfrm>
            <a:off x="3727450" y="5795963"/>
            <a:ext cx="5462588"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6702" name="Rectangle 94"/>
          <p:cNvSpPr>
            <a:spLocks noChangeArrowheads="1"/>
          </p:cNvSpPr>
          <p:nvPr/>
        </p:nvSpPr>
        <p:spPr bwMode="auto">
          <a:xfrm>
            <a:off x="9209088" y="28511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Host</a:t>
            </a:r>
            <a:endParaRPr lang="en-US" altLang="zh-TW" sz="2700">
              <a:solidFill>
                <a:srgbClr val="000000"/>
              </a:solidFill>
              <a:latin typeface="Helvetica" panose="020B0604020202020204" pitchFamily="34" charset="0"/>
              <a:ea typeface="新細明體" charset="-120"/>
            </a:endParaRPr>
          </a:p>
        </p:txBody>
      </p:sp>
      <p:sp>
        <p:nvSpPr>
          <p:cNvPr id="836703" name="Rectangle 95"/>
          <p:cNvSpPr>
            <a:spLocks noChangeArrowheads="1"/>
          </p:cNvSpPr>
          <p:nvPr/>
        </p:nvSpPr>
        <p:spPr bwMode="auto">
          <a:xfrm>
            <a:off x="9209088" y="33972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Mask</a:t>
            </a:r>
            <a:endParaRPr lang="en-US" altLang="zh-TW" sz="2700">
              <a:solidFill>
                <a:srgbClr val="000000"/>
              </a:solidFill>
              <a:latin typeface="Helvetica" panose="020B0604020202020204" pitchFamily="34" charset="0"/>
              <a:ea typeface="新細明體" charset="-120"/>
            </a:endParaRPr>
          </a:p>
        </p:txBody>
      </p:sp>
      <p:sp>
        <p:nvSpPr>
          <p:cNvPr id="836704" name="Rectangle 96"/>
          <p:cNvSpPr>
            <a:spLocks noChangeArrowheads="1"/>
          </p:cNvSpPr>
          <p:nvPr/>
        </p:nvSpPr>
        <p:spPr bwMode="auto">
          <a:xfrm>
            <a:off x="9209088" y="40195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Subnet</a:t>
            </a:r>
            <a:endParaRPr lang="en-US" altLang="zh-TW" sz="2700">
              <a:solidFill>
                <a:srgbClr val="000000"/>
              </a:solidFill>
              <a:latin typeface="Helvetica" panose="020B0604020202020204" pitchFamily="34" charset="0"/>
              <a:ea typeface="新細明體" charset="-120"/>
            </a:endParaRPr>
          </a:p>
        </p:txBody>
      </p:sp>
      <p:sp>
        <p:nvSpPr>
          <p:cNvPr id="836705" name="Rectangle 97"/>
          <p:cNvSpPr>
            <a:spLocks noChangeArrowheads="1"/>
          </p:cNvSpPr>
          <p:nvPr/>
        </p:nvSpPr>
        <p:spPr bwMode="auto">
          <a:xfrm>
            <a:off x="9209088" y="46291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Broadcast</a:t>
            </a:r>
            <a:endParaRPr lang="en-US" altLang="zh-TW" sz="2700">
              <a:solidFill>
                <a:srgbClr val="000000"/>
              </a:solidFill>
              <a:latin typeface="Helvetica" panose="020B0604020202020204" pitchFamily="34" charset="0"/>
              <a:ea typeface="新細明體" charset="-120"/>
            </a:endParaRPr>
          </a:p>
        </p:txBody>
      </p:sp>
      <p:sp>
        <p:nvSpPr>
          <p:cNvPr id="836706" name="Rectangle 98"/>
          <p:cNvSpPr>
            <a:spLocks noChangeArrowheads="1"/>
          </p:cNvSpPr>
          <p:nvPr/>
        </p:nvSpPr>
        <p:spPr bwMode="auto">
          <a:xfrm>
            <a:off x="9209088" y="58483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Last</a:t>
            </a:r>
            <a:endParaRPr lang="en-US" altLang="zh-TW" sz="2700">
              <a:solidFill>
                <a:srgbClr val="000000"/>
              </a:solidFill>
              <a:latin typeface="Helvetica" panose="020B0604020202020204" pitchFamily="34" charset="0"/>
              <a:ea typeface="新細明體" charset="-120"/>
            </a:endParaRPr>
          </a:p>
        </p:txBody>
      </p:sp>
      <p:sp>
        <p:nvSpPr>
          <p:cNvPr id="836707" name="Rectangle 99"/>
          <p:cNvSpPr>
            <a:spLocks noChangeArrowheads="1"/>
          </p:cNvSpPr>
          <p:nvPr/>
        </p:nvSpPr>
        <p:spPr bwMode="auto">
          <a:xfrm>
            <a:off x="9209088" y="52387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First</a:t>
            </a:r>
            <a:endParaRPr lang="en-US" altLang="zh-TW" sz="2700">
              <a:solidFill>
                <a:srgbClr val="000000"/>
              </a:solidFill>
              <a:latin typeface="Helvetica" panose="020B0604020202020204" pitchFamily="34" charset="0"/>
              <a:ea typeface="新細明體" charset="-120"/>
            </a:endParaRPr>
          </a:p>
        </p:txBody>
      </p:sp>
      <p:sp>
        <p:nvSpPr>
          <p:cNvPr id="836708" name="Text Box 100"/>
          <p:cNvSpPr txBox="1">
            <a:spLocks noChangeArrowheads="1"/>
          </p:cNvSpPr>
          <p:nvPr/>
        </p:nvSpPr>
        <p:spPr bwMode="auto">
          <a:xfrm>
            <a:off x="1752600" y="2970491"/>
            <a:ext cx="1410964"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l">
              <a:spcBef>
                <a:spcPct val="50000"/>
              </a:spcBef>
            </a:pPr>
            <a:r>
              <a:rPr lang="en-US" altLang="zh-TW">
                <a:ea typeface="新細明體" charset="-120"/>
              </a:rPr>
              <a:t>172.16.2.160</a:t>
            </a:r>
          </a:p>
        </p:txBody>
      </p:sp>
      <p:sp>
        <p:nvSpPr>
          <p:cNvPr id="836709" name="Text Box 101"/>
          <p:cNvSpPr txBox="1">
            <a:spLocks noChangeArrowheads="1"/>
          </p:cNvSpPr>
          <p:nvPr/>
        </p:nvSpPr>
        <p:spPr bwMode="auto">
          <a:xfrm>
            <a:off x="1752601" y="3503891"/>
            <a:ext cx="1762021"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l">
              <a:spcBef>
                <a:spcPct val="50000"/>
              </a:spcBef>
            </a:pPr>
            <a:r>
              <a:rPr lang="en-US" altLang="zh-TW">
                <a:ea typeface="新細明體" charset="-120"/>
              </a:rPr>
              <a:t>255.255.255.192</a:t>
            </a:r>
          </a:p>
        </p:txBody>
      </p:sp>
      <p:sp>
        <p:nvSpPr>
          <p:cNvPr id="836714" name="Oval 106"/>
          <p:cNvSpPr>
            <a:spLocks noChangeArrowheads="1"/>
          </p:cNvSpPr>
          <p:nvPr/>
        </p:nvSpPr>
        <p:spPr bwMode="auto">
          <a:xfrm>
            <a:off x="9899650" y="2902626"/>
            <a:ext cx="259766" cy="519351"/>
          </a:xfrm>
          <a:prstGeom prst="ellipse">
            <a:avLst/>
          </a:prstGeom>
          <a:solidFill>
            <a:schemeClr val="accent2"/>
          </a:solidFill>
          <a:ln>
            <a:noFill/>
          </a:ln>
          <a:effectLst/>
        </p:spPr>
        <p:txBody>
          <a:bodyPr wrap="none" anchor="ctr">
            <a:spAutoFit/>
          </a:bodyPr>
          <a:lstStyle/>
          <a:p>
            <a:endParaRPr lang="en-US"/>
          </a:p>
        </p:txBody>
      </p:sp>
      <p:sp>
        <p:nvSpPr>
          <p:cNvPr id="836715" name="Text Box 107"/>
          <p:cNvSpPr txBox="1">
            <a:spLocks noChangeArrowheads="1"/>
          </p:cNvSpPr>
          <p:nvPr/>
        </p:nvSpPr>
        <p:spPr bwMode="auto">
          <a:xfrm>
            <a:off x="9937750" y="2979738"/>
            <a:ext cx="311150"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l">
              <a:spcBef>
                <a:spcPct val="50000"/>
              </a:spcBef>
            </a:pPr>
            <a:r>
              <a:rPr lang="en-US" altLang="zh-TW">
                <a:solidFill>
                  <a:schemeClr val="hlink"/>
                </a:solidFill>
                <a:ea typeface="新細明體" charset="-120"/>
              </a:rPr>
              <a:t>1</a:t>
            </a:r>
            <a:endParaRPr lang="en-US" altLang="zh-TW">
              <a:ea typeface="新細明體" charset="-120"/>
            </a:endParaRPr>
          </a:p>
        </p:txBody>
      </p:sp>
      <p:sp>
        <p:nvSpPr>
          <p:cNvPr id="836716" name="Oval 108"/>
          <p:cNvSpPr>
            <a:spLocks noChangeArrowheads="1"/>
          </p:cNvSpPr>
          <p:nvPr/>
        </p:nvSpPr>
        <p:spPr bwMode="auto">
          <a:xfrm>
            <a:off x="9893300" y="3436026"/>
            <a:ext cx="259766" cy="519351"/>
          </a:xfrm>
          <a:prstGeom prst="ellipse">
            <a:avLst/>
          </a:prstGeom>
          <a:solidFill>
            <a:schemeClr val="accent2"/>
          </a:solidFill>
          <a:ln>
            <a:noFill/>
          </a:ln>
          <a:effectLst/>
        </p:spPr>
        <p:txBody>
          <a:bodyPr wrap="none" anchor="ctr">
            <a:spAutoFit/>
          </a:bodyPr>
          <a:lstStyle/>
          <a:p>
            <a:endParaRPr lang="en-US"/>
          </a:p>
        </p:txBody>
      </p:sp>
      <p:sp>
        <p:nvSpPr>
          <p:cNvPr id="836717" name="Text Box 109"/>
          <p:cNvSpPr txBox="1">
            <a:spLocks noChangeArrowheads="1"/>
          </p:cNvSpPr>
          <p:nvPr/>
        </p:nvSpPr>
        <p:spPr bwMode="auto">
          <a:xfrm>
            <a:off x="9931400" y="3506788"/>
            <a:ext cx="311150" cy="366712"/>
          </a:xfrm>
          <a:prstGeom prst="rect">
            <a:avLst/>
          </a:prstGeom>
          <a:solidFill>
            <a:schemeClr val="accent2"/>
          </a:solidFill>
          <a:ln>
            <a:noFill/>
          </a:ln>
          <a:effectLst/>
        </p:spPr>
        <p:txBody>
          <a:bodyPr wrap="none" anchor="ctr">
            <a:spAutoFit/>
          </a:bodyPr>
          <a:lstStyle/>
          <a:p>
            <a:pPr algn="l">
              <a:spcBef>
                <a:spcPct val="50000"/>
              </a:spcBef>
            </a:pPr>
            <a:r>
              <a:rPr lang="en-US" altLang="zh-TW">
                <a:solidFill>
                  <a:schemeClr val="hlink"/>
                </a:solidFill>
                <a:ea typeface="新細明體" charset="-120"/>
              </a:rPr>
              <a:t>2</a:t>
            </a:r>
            <a:endParaRPr lang="en-US" altLang="zh-TW">
              <a:ea typeface="新細明體" charset="-120"/>
            </a:endParaRPr>
          </a:p>
        </p:txBody>
      </p:sp>
      <p:sp>
        <p:nvSpPr>
          <p:cNvPr id="836718" name="Oval 110"/>
          <p:cNvSpPr>
            <a:spLocks noChangeArrowheads="1"/>
          </p:cNvSpPr>
          <p:nvPr/>
        </p:nvSpPr>
        <p:spPr bwMode="auto">
          <a:xfrm>
            <a:off x="7994650" y="2369226"/>
            <a:ext cx="259766" cy="519351"/>
          </a:xfrm>
          <a:prstGeom prst="ellipse">
            <a:avLst/>
          </a:prstGeom>
          <a:solidFill>
            <a:schemeClr val="accent2"/>
          </a:solidFill>
          <a:ln>
            <a:noFill/>
          </a:ln>
          <a:effectLst/>
        </p:spPr>
        <p:txBody>
          <a:bodyPr wrap="none" anchor="ctr">
            <a:spAutoFit/>
          </a:bodyPr>
          <a:lstStyle/>
          <a:p>
            <a:endParaRPr lang="en-US"/>
          </a:p>
        </p:txBody>
      </p:sp>
      <p:sp>
        <p:nvSpPr>
          <p:cNvPr id="836719" name="Text Box 111"/>
          <p:cNvSpPr txBox="1">
            <a:spLocks noChangeArrowheads="1"/>
          </p:cNvSpPr>
          <p:nvPr/>
        </p:nvSpPr>
        <p:spPr bwMode="auto">
          <a:xfrm>
            <a:off x="8032750" y="2439988"/>
            <a:ext cx="311150" cy="366712"/>
          </a:xfrm>
          <a:prstGeom prst="rect">
            <a:avLst/>
          </a:prstGeom>
          <a:solidFill>
            <a:schemeClr val="accent2"/>
          </a:solidFill>
          <a:ln>
            <a:noFill/>
          </a:ln>
          <a:effectLst/>
        </p:spPr>
        <p:txBody>
          <a:bodyPr wrap="none" anchor="ctr">
            <a:spAutoFit/>
          </a:bodyPr>
          <a:lstStyle/>
          <a:p>
            <a:pPr algn="l">
              <a:spcBef>
                <a:spcPct val="50000"/>
              </a:spcBef>
            </a:pPr>
            <a:r>
              <a:rPr lang="en-US" altLang="zh-TW">
                <a:solidFill>
                  <a:schemeClr val="hlink"/>
                </a:solidFill>
                <a:ea typeface="新細明體" charset="-120"/>
              </a:rPr>
              <a:t>3</a:t>
            </a:r>
            <a:endParaRPr lang="en-US" altLang="zh-TW">
              <a:ea typeface="新細明體" charset="-120"/>
            </a:endParaRPr>
          </a:p>
        </p:txBody>
      </p:sp>
      <p:sp>
        <p:nvSpPr>
          <p:cNvPr id="836720" name="Oval 112"/>
          <p:cNvSpPr>
            <a:spLocks noChangeArrowheads="1"/>
          </p:cNvSpPr>
          <p:nvPr/>
        </p:nvSpPr>
        <p:spPr bwMode="auto">
          <a:xfrm>
            <a:off x="10028238" y="4031339"/>
            <a:ext cx="259766" cy="519351"/>
          </a:xfrm>
          <a:prstGeom prst="ellipse">
            <a:avLst/>
          </a:prstGeom>
          <a:solidFill>
            <a:schemeClr val="accent2"/>
          </a:solidFill>
          <a:ln>
            <a:noFill/>
          </a:ln>
          <a:effectLst/>
        </p:spPr>
        <p:txBody>
          <a:bodyPr wrap="none" anchor="ctr">
            <a:spAutoFit/>
          </a:bodyPr>
          <a:lstStyle/>
          <a:p>
            <a:endParaRPr lang="en-US"/>
          </a:p>
        </p:txBody>
      </p:sp>
      <p:sp>
        <p:nvSpPr>
          <p:cNvPr id="836721" name="Text Box 113"/>
          <p:cNvSpPr txBox="1">
            <a:spLocks noChangeArrowheads="1"/>
          </p:cNvSpPr>
          <p:nvPr/>
        </p:nvSpPr>
        <p:spPr bwMode="auto">
          <a:xfrm>
            <a:off x="10047288" y="4108451"/>
            <a:ext cx="311150" cy="366713"/>
          </a:xfrm>
          <a:prstGeom prst="rect">
            <a:avLst/>
          </a:prstGeom>
          <a:solidFill>
            <a:schemeClr val="accent2"/>
          </a:solidFill>
          <a:ln>
            <a:noFill/>
          </a:ln>
          <a:effectLst/>
        </p:spPr>
        <p:txBody>
          <a:bodyPr wrap="none" anchor="ctr">
            <a:spAutoFit/>
          </a:bodyPr>
          <a:lstStyle/>
          <a:p>
            <a:pPr algn="l">
              <a:spcBef>
                <a:spcPct val="50000"/>
              </a:spcBef>
            </a:pPr>
            <a:r>
              <a:rPr lang="en-US" altLang="zh-TW">
                <a:solidFill>
                  <a:schemeClr val="hlink"/>
                </a:solidFill>
                <a:ea typeface="新細明體" charset="-120"/>
              </a:rPr>
              <a:t>4</a:t>
            </a:r>
            <a:endParaRPr lang="en-US" altLang="zh-TW">
              <a:ea typeface="新細明體" charset="-120"/>
            </a:endParaRPr>
          </a:p>
        </p:txBody>
      </p:sp>
      <p:sp>
        <p:nvSpPr>
          <p:cNvPr id="836722" name="Oval 114"/>
          <p:cNvSpPr>
            <a:spLocks noChangeArrowheads="1"/>
          </p:cNvSpPr>
          <p:nvPr/>
        </p:nvSpPr>
        <p:spPr bwMode="auto">
          <a:xfrm>
            <a:off x="9110663" y="4960026"/>
            <a:ext cx="259766" cy="519351"/>
          </a:xfrm>
          <a:prstGeom prst="ellipse">
            <a:avLst/>
          </a:prstGeom>
          <a:solidFill>
            <a:schemeClr val="accent2"/>
          </a:solidFill>
          <a:ln>
            <a:noFill/>
          </a:ln>
          <a:effectLst/>
        </p:spPr>
        <p:txBody>
          <a:bodyPr wrap="none" anchor="ctr">
            <a:spAutoFit/>
          </a:bodyPr>
          <a:lstStyle/>
          <a:p>
            <a:endParaRPr lang="en-US"/>
          </a:p>
        </p:txBody>
      </p:sp>
      <p:sp>
        <p:nvSpPr>
          <p:cNvPr id="836723" name="Text Box 115"/>
          <p:cNvSpPr txBox="1">
            <a:spLocks noChangeArrowheads="1"/>
          </p:cNvSpPr>
          <p:nvPr/>
        </p:nvSpPr>
        <p:spPr bwMode="auto">
          <a:xfrm>
            <a:off x="9148763" y="5037138"/>
            <a:ext cx="311150" cy="366712"/>
          </a:xfrm>
          <a:prstGeom prst="rect">
            <a:avLst/>
          </a:prstGeom>
          <a:solidFill>
            <a:schemeClr val="accent2"/>
          </a:solidFill>
          <a:ln>
            <a:noFill/>
          </a:ln>
          <a:effectLst/>
        </p:spPr>
        <p:txBody>
          <a:bodyPr wrap="none" anchor="ctr">
            <a:spAutoFit/>
          </a:bodyPr>
          <a:lstStyle/>
          <a:p>
            <a:pPr algn="l">
              <a:spcBef>
                <a:spcPct val="50000"/>
              </a:spcBef>
            </a:pPr>
            <a:r>
              <a:rPr lang="en-US" altLang="zh-TW">
                <a:solidFill>
                  <a:schemeClr val="hlink"/>
                </a:solidFill>
                <a:ea typeface="新細明體" charset="-120"/>
              </a:rPr>
              <a:t>5</a:t>
            </a:r>
            <a:endParaRPr lang="en-US" altLang="zh-TW">
              <a:ea typeface="新細明體" charset="-120"/>
            </a:endParaRPr>
          </a:p>
        </p:txBody>
      </p:sp>
      <p:sp>
        <p:nvSpPr>
          <p:cNvPr id="836725" name="Text Box 117"/>
          <p:cNvSpPr txBox="1">
            <a:spLocks noChangeArrowheads="1"/>
          </p:cNvSpPr>
          <p:nvPr/>
        </p:nvSpPr>
        <p:spPr bwMode="auto">
          <a:xfrm>
            <a:off x="9937750" y="5341938"/>
            <a:ext cx="311150"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l">
              <a:spcBef>
                <a:spcPct val="50000"/>
              </a:spcBef>
            </a:pPr>
            <a:r>
              <a:rPr lang="en-US" altLang="zh-TW">
                <a:solidFill>
                  <a:schemeClr val="hlink"/>
                </a:solidFill>
                <a:ea typeface="新細明體" charset="-120"/>
              </a:rPr>
              <a:t>6</a:t>
            </a:r>
            <a:endParaRPr lang="en-US" altLang="zh-TW">
              <a:ea typeface="新細明體" charset="-120"/>
            </a:endParaRPr>
          </a:p>
        </p:txBody>
      </p:sp>
      <p:sp>
        <p:nvSpPr>
          <p:cNvPr id="836732" name="Rectangle 124"/>
          <p:cNvSpPr>
            <a:spLocks noChangeArrowheads="1"/>
          </p:cNvSpPr>
          <p:nvPr/>
        </p:nvSpPr>
        <p:spPr bwMode="auto">
          <a:xfrm>
            <a:off x="3660775" y="1676400"/>
            <a:ext cx="1385888" cy="457200"/>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836733" name="Rectangle 125"/>
          <p:cNvSpPr>
            <a:spLocks noChangeArrowheads="1"/>
          </p:cNvSpPr>
          <p:nvPr/>
        </p:nvSpPr>
        <p:spPr bwMode="auto">
          <a:xfrm>
            <a:off x="5011738" y="1676400"/>
            <a:ext cx="1465262" cy="457200"/>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836734" name="Rectangle 126"/>
          <p:cNvSpPr>
            <a:spLocks noChangeArrowheads="1"/>
          </p:cNvSpPr>
          <p:nvPr/>
        </p:nvSpPr>
        <p:spPr bwMode="auto">
          <a:xfrm>
            <a:off x="6370638" y="1676400"/>
            <a:ext cx="1465262" cy="457200"/>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836735" name="Rectangle 127"/>
          <p:cNvSpPr>
            <a:spLocks noChangeArrowheads="1"/>
          </p:cNvSpPr>
          <p:nvPr/>
        </p:nvSpPr>
        <p:spPr bwMode="auto">
          <a:xfrm>
            <a:off x="7818438" y="1676400"/>
            <a:ext cx="1465262" cy="457200"/>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836736" name="Rectangle 128"/>
          <p:cNvSpPr>
            <a:spLocks noChangeArrowheads="1"/>
          </p:cNvSpPr>
          <p:nvPr/>
        </p:nvSpPr>
        <p:spPr bwMode="auto">
          <a:xfrm>
            <a:off x="5638800" y="1757364"/>
            <a:ext cx="74295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16</a:t>
            </a:r>
          </a:p>
        </p:txBody>
      </p:sp>
      <p:sp>
        <p:nvSpPr>
          <p:cNvPr id="836737" name="Rectangle 129"/>
          <p:cNvSpPr>
            <a:spLocks noChangeArrowheads="1"/>
          </p:cNvSpPr>
          <p:nvPr/>
        </p:nvSpPr>
        <p:spPr bwMode="auto">
          <a:xfrm>
            <a:off x="4133850" y="1752600"/>
            <a:ext cx="742950"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172</a:t>
            </a:r>
          </a:p>
        </p:txBody>
      </p:sp>
      <p:sp>
        <p:nvSpPr>
          <p:cNvPr id="836738" name="Rectangle 130"/>
          <p:cNvSpPr>
            <a:spLocks noChangeArrowheads="1"/>
          </p:cNvSpPr>
          <p:nvPr/>
        </p:nvSpPr>
        <p:spPr bwMode="auto">
          <a:xfrm>
            <a:off x="7056438" y="1757364"/>
            <a:ext cx="45720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2</a:t>
            </a:r>
          </a:p>
        </p:txBody>
      </p:sp>
      <p:sp>
        <p:nvSpPr>
          <p:cNvPr id="836739" name="Rectangle 131"/>
          <p:cNvSpPr>
            <a:spLocks noChangeArrowheads="1"/>
          </p:cNvSpPr>
          <p:nvPr/>
        </p:nvSpPr>
        <p:spPr bwMode="auto">
          <a:xfrm>
            <a:off x="8382000" y="1757364"/>
            <a:ext cx="45720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160</a:t>
            </a:r>
          </a:p>
        </p:txBody>
      </p:sp>
    </p:spTree>
    <p:extLst>
      <p:ext uri="{BB962C8B-B14F-4D97-AF65-F5344CB8AC3E}">
        <p14:creationId xmlns:p14="http://schemas.microsoft.com/office/powerpoint/2010/main" val="796751057"/>
      </p:ext>
    </p:extLst>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4562" name="Rectangle 2"/>
          <p:cNvSpPr>
            <a:spLocks noGrp="1" noChangeArrowheads="1"/>
          </p:cNvSpPr>
          <p:nvPr>
            <p:ph type="title"/>
          </p:nvPr>
        </p:nvSpPr>
        <p:spPr>
          <a:xfrm>
            <a:off x="194205" y="273051"/>
            <a:ext cx="10164233" cy="1143000"/>
          </a:xfrm>
          <a:noFill/>
          <a:ln/>
        </p:spPr>
        <p:txBody>
          <a:bodyPr vert="horz" lIns="82153" tIns="41076" rIns="82153" bIns="41076" rtlCol="0" anchor="ctr" anchorCtr="0">
            <a:normAutofit/>
          </a:bodyPr>
          <a:lstStyle/>
          <a:p>
            <a:r>
              <a:rPr lang="en-US" altLang="zh-TW" dirty="0">
                <a:solidFill>
                  <a:srgbClr val="00B0F0"/>
                </a:solidFill>
                <a:ea typeface="新細明體" charset="-120"/>
              </a:rPr>
              <a:t>Addressing Summary Example</a:t>
            </a:r>
          </a:p>
        </p:txBody>
      </p:sp>
      <p:sp>
        <p:nvSpPr>
          <p:cNvPr id="834627" name="Line 67"/>
          <p:cNvSpPr>
            <a:spLocks noChangeShapeType="1"/>
          </p:cNvSpPr>
          <p:nvPr/>
        </p:nvSpPr>
        <p:spPr bwMode="auto">
          <a:xfrm>
            <a:off x="3522663" y="3967163"/>
            <a:ext cx="5657850"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4628" name="Rectangle 68"/>
          <p:cNvSpPr>
            <a:spLocks noChangeArrowheads="1"/>
          </p:cNvSpPr>
          <p:nvPr/>
        </p:nvSpPr>
        <p:spPr bwMode="auto">
          <a:xfrm>
            <a:off x="3660776" y="2946401"/>
            <a:ext cx="1285875"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10101100</a:t>
            </a:r>
          </a:p>
        </p:txBody>
      </p:sp>
      <p:sp>
        <p:nvSpPr>
          <p:cNvPr id="834629" name="Rectangle 69"/>
          <p:cNvSpPr>
            <a:spLocks noChangeArrowheads="1"/>
          </p:cNvSpPr>
          <p:nvPr/>
        </p:nvSpPr>
        <p:spPr bwMode="auto">
          <a:xfrm>
            <a:off x="3660776" y="3524251"/>
            <a:ext cx="12858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solidFill>
                  <a:srgbClr val="000000"/>
                </a:solidFill>
                <a:latin typeface="Helvetica" panose="020B0604020202020204" pitchFamily="34" charset="0"/>
                <a:ea typeface="新細明體" charset="-120"/>
              </a:rPr>
              <a:t>11111111</a:t>
            </a:r>
          </a:p>
        </p:txBody>
      </p:sp>
      <p:sp>
        <p:nvSpPr>
          <p:cNvPr id="834631" name="Rectangle 71"/>
          <p:cNvSpPr>
            <a:spLocks noChangeArrowheads="1"/>
          </p:cNvSpPr>
          <p:nvPr/>
        </p:nvSpPr>
        <p:spPr bwMode="auto">
          <a:xfrm>
            <a:off x="5099050" y="2946401"/>
            <a:ext cx="1271588"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00010000</a:t>
            </a:r>
          </a:p>
        </p:txBody>
      </p:sp>
      <p:sp>
        <p:nvSpPr>
          <p:cNvPr id="834632" name="Rectangle 72"/>
          <p:cNvSpPr>
            <a:spLocks noChangeArrowheads="1"/>
          </p:cNvSpPr>
          <p:nvPr/>
        </p:nvSpPr>
        <p:spPr bwMode="auto">
          <a:xfrm>
            <a:off x="5099051" y="3524251"/>
            <a:ext cx="12858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solidFill>
                  <a:srgbClr val="000000"/>
                </a:solidFill>
                <a:latin typeface="Helvetica" panose="020B0604020202020204" pitchFamily="34" charset="0"/>
                <a:ea typeface="新細明體" charset="-120"/>
              </a:rPr>
              <a:t>11111111</a:t>
            </a:r>
          </a:p>
        </p:txBody>
      </p:sp>
      <p:sp>
        <p:nvSpPr>
          <p:cNvPr id="834634" name="Rectangle 74"/>
          <p:cNvSpPr>
            <a:spLocks noChangeArrowheads="1"/>
          </p:cNvSpPr>
          <p:nvPr/>
        </p:nvSpPr>
        <p:spPr bwMode="auto">
          <a:xfrm>
            <a:off x="6394451" y="3540126"/>
            <a:ext cx="1400175"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latin typeface="Helvetica" panose="020B0604020202020204" pitchFamily="34" charset="0"/>
                <a:ea typeface="新細明體" charset="-120"/>
              </a:rPr>
              <a:t>11111111</a:t>
            </a:r>
          </a:p>
        </p:txBody>
      </p:sp>
      <p:sp>
        <p:nvSpPr>
          <p:cNvPr id="834636" name="Rectangle 76"/>
          <p:cNvSpPr>
            <a:spLocks noChangeArrowheads="1"/>
          </p:cNvSpPr>
          <p:nvPr/>
        </p:nvSpPr>
        <p:spPr bwMode="auto">
          <a:xfrm>
            <a:off x="7753350" y="2946401"/>
            <a:ext cx="1371600" cy="50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10100000</a:t>
            </a:r>
          </a:p>
        </p:txBody>
      </p:sp>
      <p:sp>
        <p:nvSpPr>
          <p:cNvPr id="834637" name="Rectangle 77"/>
          <p:cNvSpPr>
            <a:spLocks noChangeArrowheads="1"/>
          </p:cNvSpPr>
          <p:nvPr/>
        </p:nvSpPr>
        <p:spPr bwMode="auto">
          <a:xfrm>
            <a:off x="7710488" y="3525839"/>
            <a:ext cx="1414462"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latin typeface="Helvetica" panose="020B0604020202020204" pitchFamily="34" charset="0"/>
                <a:ea typeface="新細明體" charset="-120"/>
              </a:rPr>
              <a:t>11</a:t>
            </a:r>
            <a:r>
              <a:rPr lang="en-US" altLang="zh-TW" sz="2000">
                <a:solidFill>
                  <a:srgbClr val="000000"/>
                </a:solidFill>
                <a:latin typeface="Helvetica" panose="020B0604020202020204" pitchFamily="34" charset="0"/>
                <a:ea typeface="新細明體" charset="-120"/>
              </a:rPr>
              <a:t>000000</a:t>
            </a:r>
          </a:p>
        </p:txBody>
      </p:sp>
      <p:sp>
        <p:nvSpPr>
          <p:cNvPr id="834638" name="Rectangle 78"/>
          <p:cNvSpPr>
            <a:spLocks noChangeArrowheads="1"/>
          </p:cNvSpPr>
          <p:nvPr/>
        </p:nvSpPr>
        <p:spPr bwMode="auto">
          <a:xfrm>
            <a:off x="7724775" y="4119564"/>
            <a:ext cx="1385888"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latin typeface="Helvetica" panose="020B0604020202020204" pitchFamily="34" charset="0"/>
                <a:ea typeface="新細明體" charset="-120"/>
              </a:rPr>
              <a:t>10</a:t>
            </a:r>
            <a:r>
              <a:rPr lang="en-US" altLang="zh-TW" sz="2000">
                <a:solidFill>
                  <a:srgbClr val="000000"/>
                </a:solidFill>
                <a:latin typeface="Helvetica" panose="020B0604020202020204" pitchFamily="34" charset="0"/>
                <a:ea typeface="新細明體" charset="-120"/>
              </a:rPr>
              <a:t>000000</a:t>
            </a:r>
          </a:p>
        </p:txBody>
      </p:sp>
      <p:sp>
        <p:nvSpPr>
          <p:cNvPr id="834639" name="Rectangle 79"/>
          <p:cNvSpPr>
            <a:spLocks noChangeArrowheads="1"/>
          </p:cNvSpPr>
          <p:nvPr/>
        </p:nvSpPr>
        <p:spPr bwMode="auto">
          <a:xfrm>
            <a:off x="6423026" y="2946401"/>
            <a:ext cx="1343025" cy="50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00000010</a:t>
            </a:r>
          </a:p>
        </p:txBody>
      </p:sp>
      <p:sp>
        <p:nvSpPr>
          <p:cNvPr id="834640" name="Line 80"/>
          <p:cNvSpPr>
            <a:spLocks noChangeShapeType="1"/>
          </p:cNvSpPr>
          <p:nvPr/>
        </p:nvSpPr>
        <p:spPr bwMode="auto">
          <a:xfrm>
            <a:off x="3727450" y="2590800"/>
            <a:ext cx="5481638"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4641" name="Line 81"/>
          <p:cNvSpPr>
            <a:spLocks noChangeShapeType="1"/>
          </p:cNvSpPr>
          <p:nvPr/>
        </p:nvSpPr>
        <p:spPr bwMode="auto">
          <a:xfrm>
            <a:off x="8223250" y="2286001"/>
            <a:ext cx="0" cy="4067175"/>
          </a:xfrm>
          <a:prstGeom prst="line">
            <a:avLst/>
          </a:prstGeom>
          <a:noFill/>
          <a:ln w="28575">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4642" name="Line 82"/>
          <p:cNvSpPr>
            <a:spLocks noChangeShapeType="1"/>
          </p:cNvSpPr>
          <p:nvPr/>
        </p:nvSpPr>
        <p:spPr bwMode="auto">
          <a:xfrm>
            <a:off x="3727450" y="3395663"/>
            <a:ext cx="5462588"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4643" name="Line 83"/>
          <p:cNvSpPr>
            <a:spLocks noChangeShapeType="1"/>
          </p:cNvSpPr>
          <p:nvPr/>
        </p:nvSpPr>
        <p:spPr bwMode="auto">
          <a:xfrm>
            <a:off x="3727450" y="4576763"/>
            <a:ext cx="5462588"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4647" name="Rectangle 87"/>
          <p:cNvSpPr>
            <a:spLocks noChangeArrowheads="1"/>
          </p:cNvSpPr>
          <p:nvPr/>
        </p:nvSpPr>
        <p:spPr bwMode="auto">
          <a:xfrm>
            <a:off x="7734300" y="4705350"/>
            <a:ext cx="1385888"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latin typeface="Helvetica" panose="020B0604020202020204" pitchFamily="34" charset="0"/>
                <a:ea typeface="新細明體" charset="-120"/>
              </a:rPr>
              <a:t>10</a:t>
            </a:r>
            <a:r>
              <a:rPr lang="en-US" altLang="zh-TW" sz="2000">
                <a:solidFill>
                  <a:srgbClr val="000000"/>
                </a:solidFill>
                <a:latin typeface="Helvetica" panose="020B0604020202020204" pitchFamily="34" charset="0"/>
                <a:ea typeface="新細明體" charset="-120"/>
              </a:rPr>
              <a:t>111111</a:t>
            </a:r>
          </a:p>
        </p:txBody>
      </p:sp>
      <p:sp>
        <p:nvSpPr>
          <p:cNvPr id="834648" name="Line 88"/>
          <p:cNvSpPr>
            <a:spLocks noChangeShapeType="1"/>
          </p:cNvSpPr>
          <p:nvPr/>
        </p:nvSpPr>
        <p:spPr bwMode="auto">
          <a:xfrm>
            <a:off x="3727450" y="5186363"/>
            <a:ext cx="5657850"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4652" name="Rectangle 92"/>
          <p:cNvSpPr>
            <a:spLocks noChangeArrowheads="1"/>
          </p:cNvSpPr>
          <p:nvPr/>
        </p:nvSpPr>
        <p:spPr bwMode="auto">
          <a:xfrm>
            <a:off x="7734300" y="5329239"/>
            <a:ext cx="1385888"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latin typeface="Helvetica" panose="020B0604020202020204" pitchFamily="34" charset="0"/>
                <a:ea typeface="新細明體" charset="-120"/>
              </a:rPr>
              <a:t>10</a:t>
            </a:r>
            <a:r>
              <a:rPr lang="en-US" altLang="zh-TW" sz="2000">
                <a:solidFill>
                  <a:srgbClr val="000000"/>
                </a:solidFill>
                <a:latin typeface="Helvetica" panose="020B0604020202020204" pitchFamily="34" charset="0"/>
                <a:ea typeface="新細明體" charset="-120"/>
              </a:rPr>
              <a:t>000001</a:t>
            </a:r>
          </a:p>
        </p:txBody>
      </p:sp>
      <p:sp>
        <p:nvSpPr>
          <p:cNvPr id="834653" name="Line 93"/>
          <p:cNvSpPr>
            <a:spLocks noChangeShapeType="1"/>
          </p:cNvSpPr>
          <p:nvPr/>
        </p:nvSpPr>
        <p:spPr bwMode="auto">
          <a:xfrm>
            <a:off x="3727450" y="5795963"/>
            <a:ext cx="5462588"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4658" name="Rectangle 98"/>
          <p:cNvSpPr>
            <a:spLocks noChangeArrowheads="1"/>
          </p:cNvSpPr>
          <p:nvPr/>
        </p:nvSpPr>
        <p:spPr bwMode="auto">
          <a:xfrm>
            <a:off x="9209088" y="28511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Host</a:t>
            </a:r>
            <a:endParaRPr lang="en-US" altLang="zh-TW" sz="2700">
              <a:solidFill>
                <a:srgbClr val="000000"/>
              </a:solidFill>
              <a:latin typeface="Helvetica" panose="020B0604020202020204" pitchFamily="34" charset="0"/>
              <a:ea typeface="新細明體" charset="-120"/>
            </a:endParaRPr>
          </a:p>
        </p:txBody>
      </p:sp>
      <p:sp>
        <p:nvSpPr>
          <p:cNvPr id="834659" name="Rectangle 99"/>
          <p:cNvSpPr>
            <a:spLocks noChangeArrowheads="1"/>
          </p:cNvSpPr>
          <p:nvPr/>
        </p:nvSpPr>
        <p:spPr bwMode="auto">
          <a:xfrm>
            <a:off x="9209088" y="33972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Mask</a:t>
            </a:r>
            <a:endParaRPr lang="en-US" altLang="zh-TW" sz="2700">
              <a:solidFill>
                <a:srgbClr val="000000"/>
              </a:solidFill>
              <a:latin typeface="Helvetica" panose="020B0604020202020204" pitchFamily="34" charset="0"/>
              <a:ea typeface="新細明體" charset="-120"/>
            </a:endParaRPr>
          </a:p>
        </p:txBody>
      </p:sp>
      <p:sp>
        <p:nvSpPr>
          <p:cNvPr id="834660" name="Rectangle 100"/>
          <p:cNvSpPr>
            <a:spLocks noChangeArrowheads="1"/>
          </p:cNvSpPr>
          <p:nvPr/>
        </p:nvSpPr>
        <p:spPr bwMode="auto">
          <a:xfrm>
            <a:off x="9209088" y="40195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Subnet</a:t>
            </a:r>
            <a:endParaRPr lang="en-US" altLang="zh-TW" sz="2700">
              <a:solidFill>
                <a:srgbClr val="000000"/>
              </a:solidFill>
              <a:latin typeface="Helvetica" panose="020B0604020202020204" pitchFamily="34" charset="0"/>
              <a:ea typeface="新細明體" charset="-120"/>
            </a:endParaRPr>
          </a:p>
        </p:txBody>
      </p:sp>
      <p:sp>
        <p:nvSpPr>
          <p:cNvPr id="834661" name="Rectangle 101"/>
          <p:cNvSpPr>
            <a:spLocks noChangeArrowheads="1"/>
          </p:cNvSpPr>
          <p:nvPr/>
        </p:nvSpPr>
        <p:spPr bwMode="auto">
          <a:xfrm>
            <a:off x="9209088" y="46291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Broadcast</a:t>
            </a:r>
            <a:endParaRPr lang="en-US" altLang="zh-TW" sz="2700">
              <a:solidFill>
                <a:srgbClr val="000000"/>
              </a:solidFill>
              <a:latin typeface="Helvetica" panose="020B0604020202020204" pitchFamily="34" charset="0"/>
              <a:ea typeface="新細明體" charset="-120"/>
            </a:endParaRPr>
          </a:p>
        </p:txBody>
      </p:sp>
      <p:sp>
        <p:nvSpPr>
          <p:cNvPr id="834662" name="Rectangle 102"/>
          <p:cNvSpPr>
            <a:spLocks noChangeArrowheads="1"/>
          </p:cNvSpPr>
          <p:nvPr/>
        </p:nvSpPr>
        <p:spPr bwMode="auto">
          <a:xfrm>
            <a:off x="9209088" y="58483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Last</a:t>
            </a:r>
            <a:endParaRPr lang="en-US" altLang="zh-TW" sz="2700">
              <a:solidFill>
                <a:srgbClr val="000000"/>
              </a:solidFill>
              <a:latin typeface="Helvetica" panose="020B0604020202020204" pitchFamily="34" charset="0"/>
              <a:ea typeface="新細明體" charset="-120"/>
            </a:endParaRPr>
          </a:p>
        </p:txBody>
      </p:sp>
      <p:sp>
        <p:nvSpPr>
          <p:cNvPr id="834663" name="Rectangle 103"/>
          <p:cNvSpPr>
            <a:spLocks noChangeArrowheads="1"/>
          </p:cNvSpPr>
          <p:nvPr/>
        </p:nvSpPr>
        <p:spPr bwMode="auto">
          <a:xfrm>
            <a:off x="9209088" y="52387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First</a:t>
            </a:r>
            <a:endParaRPr lang="en-US" altLang="zh-TW" sz="2700">
              <a:solidFill>
                <a:srgbClr val="000000"/>
              </a:solidFill>
              <a:latin typeface="Helvetica" panose="020B0604020202020204" pitchFamily="34" charset="0"/>
              <a:ea typeface="新細明體" charset="-120"/>
            </a:endParaRPr>
          </a:p>
        </p:txBody>
      </p:sp>
      <p:sp>
        <p:nvSpPr>
          <p:cNvPr id="834664" name="Text Box 104"/>
          <p:cNvSpPr txBox="1">
            <a:spLocks noChangeArrowheads="1"/>
          </p:cNvSpPr>
          <p:nvPr/>
        </p:nvSpPr>
        <p:spPr bwMode="auto">
          <a:xfrm>
            <a:off x="1752600" y="2970491"/>
            <a:ext cx="1410964"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l">
              <a:spcBef>
                <a:spcPct val="50000"/>
              </a:spcBef>
            </a:pPr>
            <a:r>
              <a:rPr lang="en-US" altLang="zh-TW">
                <a:ea typeface="新細明體" charset="-120"/>
              </a:rPr>
              <a:t>172.16.2.160</a:t>
            </a:r>
          </a:p>
        </p:txBody>
      </p:sp>
      <p:sp>
        <p:nvSpPr>
          <p:cNvPr id="834665" name="Text Box 105"/>
          <p:cNvSpPr txBox="1">
            <a:spLocks noChangeArrowheads="1"/>
          </p:cNvSpPr>
          <p:nvPr/>
        </p:nvSpPr>
        <p:spPr bwMode="auto">
          <a:xfrm>
            <a:off x="1752601" y="3503891"/>
            <a:ext cx="1762021"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l">
              <a:spcBef>
                <a:spcPct val="50000"/>
              </a:spcBef>
            </a:pPr>
            <a:r>
              <a:rPr lang="en-US" altLang="zh-TW">
                <a:ea typeface="新細明體" charset="-120"/>
              </a:rPr>
              <a:t>255.255.255.192</a:t>
            </a:r>
          </a:p>
        </p:txBody>
      </p:sp>
      <p:sp>
        <p:nvSpPr>
          <p:cNvPr id="834670" name="Oval 110"/>
          <p:cNvSpPr>
            <a:spLocks noChangeArrowheads="1"/>
          </p:cNvSpPr>
          <p:nvPr/>
        </p:nvSpPr>
        <p:spPr bwMode="auto">
          <a:xfrm>
            <a:off x="9899650" y="2902626"/>
            <a:ext cx="259766" cy="519351"/>
          </a:xfrm>
          <a:prstGeom prst="ellipse">
            <a:avLst/>
          </a:prstGeom>
          <a:solidFill>
            <a:schemeClr val="accent2"/>
          </a:solidFill>
          <a:ln>
            <a:noFill/>
          </a:ln>
          <a:effectLst/>
        </p:spPr>
        <p:txBody>
          <a:bodyPr wrap="none" anchor="ctr">
            <a:spAutoFit/>
          </a:bodyPr>
          <a:lstStyle/>
          <a:p>
            <a:endParaRPr lang="en-US"/>
          </a:p>
        </p:txBody>
      </p:sp>
      <p:sp>
        <p:nvSpPr>
          <p:cNvPr id="834671" name="Text Box 111"/>
          <p:cNvSpPr txBox="1">
            <a:spLocks noChangeArrowheads="1"/>
          </p:cNvSpPr>
          <p:nvPr/>
        </p:nvSpPr>
        <p:spPr bwMode="auto">
          <a:xfrm>
            <a:off x="9937750" y="2979738"/>
            <a:ext cx="311150"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l">
              <a:spcBef>
                <a:spcPct val="50000"/>
              </a:spcBef>
            </a:pPr>
            <a:r>
              <a:rPr lang="en-US" altLang="zh-TW">
                <a:solidFill>
                  <a:schemeClr val="hlink"/>
                </a:solidFill>
                <a:ea typeface="新細明體" charset="-120"/>
              </a:rPr>
              <a:t>1</a:t>
            </a:r>
            <a:endParaRPr lang="en-US" altLang="zh-TW">
              <a:ea typeface="新細明體" charset="-120"/>
            </a:endParaRPr>
          </a:p>
        </p:txBody>
      </p:sp>
      <p:sp>
        <p:nvSpPr>
          <p:cNvPr id="834672" name="Oval 112"/>
          <p:cNvSpPr>
            <a:spLocks noChangeArrowheads="1"/>
          </p:cNvSpPr>
          <p:nvPr/>
        </p:nvSpPr>
        <p:spPr bwMode="auto">
          <a:xfrm>
            <a:off x="9893300" y="3436026"/>
            <a:ext cx="259766" cy="519351"/>
          </a:xfrm>
          <a:prstGeom prst="ellipse">
            <a:avLst/>
          </a:prstGeom>
          <a:solidFill>
            <a:schemeClr val="accent2"/>
          </a:solidFill>
          <a:ln>
            <a:noFill/>
          </a:ln>
          <a:effectLst/>
        </p:spPr>
        <p:txBody>
          <a:bodyPr wrap="none" anchor="ctr">
            <a:spAutoFit/>
          </a:bodyPr>
          <a:lstStyle/>
          <a:p>
            <a:endParaRPr lang="en-US"/>
          </a:p>
        </p:txBody>
      </p:sp>
      <p:sp>
        <p:nvSpPr>
          <p:cNvPr id="834673" name="Text Box 113"/>
          <p:cNvSpPr txBox="1">
            <a:spLocks noChangeArrowheads="1"/>
          </p:cNvSpPr>
          <p:nvPr/>
        </p:nvSpPr>
        <p:spPr bwMode="auto">
          <a:xfrm>
            <a:off x="9931400" y="3506788"/>
            <a:ext cx="311150"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l">
              <a:spcBef>
                <a:spcPct val="50000"/>
              </a:spcBef>
            </a:pPr>
            <a:r>
              <a:rPr lang="en-US" altLang="zh-TW">
                <a:solidFill>
                  <a:schemeClr val="hlink"/>
                </a:solidFill>
                <a:ea typeface="新細明體" charset="-120"/>
              </a:rPr>
              <a:t>2</a:t>
            </a:r>
            <a:endParaRPr lang="en-US" altLang="zh-TW">
              <a:ea typeface="新細明體" charset="-120"/>
            </a:endParaRPr>
          </a:p>
        </p:txBody>
      </p:sp>
      <p:sp>
        <p:nvSpPr>
          <p:cNvPr id="834674" name="Oval 114"/>
          <p:cNvSpPr>
            <a:spLocks noChangeArrowheads="1"/>
          </p:cNvSpPr>
          <p:nvPr/>
        </p:nvSpPr>
        <p:spPr bwMode="auto">
          <a:xfrm>
            <a:off x="7994650" y="2369226"/>
            <a:ext cx="259766" cy="519351"/>
          </a:xfrm>
          <a:prstGeom prst="ellipse">
            <a:avLst/>
          </a:prstGeom>
          <a:solidFill>
            <a:schemeClr val="accent2"/>
          </a:solidFill>
          <a:ln>
            <a:noFill/>
          </a:ln>
          <a:effectLst/>
        </p:spPr>
        <p:txBody>
          <a:bodyPr wrap="none" anchor="ctr">
            <a:spAutoFit/>
          </a:bodyPr>
          <a:lstStyle/>
          <a:p>
            <a:endParaRPr lang="en-US"/>
          </a:p>
        </p:txBody>
      </p:sp>
      <p:sp>
        <p:nvSpPr>
          <p:cNvPr id="834675" name="Text Box 115"/>
          <p:cNvSpPr txBox="1">
            <a:spLocks noChangeArrowheads="1"/>
          </p:cNvSpPr>
          <p:nvPr/>
        </p:nvSpPr>
        <p:spPr bwMode="auto">
          <a:xfrm>
            <a:off x="8032750" y="2439988"/>
            <a:ext cx="311150"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l">
              <a:spcBef>
                <a:spcPct val="50000"/>
              </a:spcBef>
            </a:pPr>
            <a:r>
              <a:rPr lang="en-US" altLang="zh-TW">
                <a:solidFill>
                  <a:schemeClr val="hlink"/>
                </a:solidFill>
                <a:ea typeface="新細明體" charset="-120"/>
              </a:rPr>
              <a:t>3</a:t>
            </a:r>
            <a:endParaRPr lang="en-US" altLang="zh-TW">
              <a:ea typeface="新細明體" charset="-120"/>
            </a:endParaRPr>
          </a:p>
        </p:txBody>
      </p:sp>
      <p:sp>
        <p:nvSpPr>
          <p:cNvPr id="834676" name="Oval 116"/>
          <p:cNvSpPr>
            <a:spLocks noChangeArrowheads="1"/>
          </p:cNvSpPr>
          <p:nvPr/>
        </p:nvSpPr>
        <p:spPr bwMode="auto">
          <a:xfrm>
            <a:off x="10028238" y="4031339"/>
            <a:ext cx="259766" cy="519351"/>
          </a:xfrm>
          <a:prstGeom prst="ellipse">
            <a:avLst/>
          </a:prstGeom>
          <a:solidFill>
            <a:schemeClr val="accent2"/>
          </a:solidFill>
          <a:ln>
            <a:noFill/>
          </a:ln>
          <a:effectLst/>
        </p:spPr>
        <p:txBody>
          <a:bodyPr wrap="none" anchor="ctr">
            <a:spAutoFit/>
          </a:bodyPr>
          <a:lstStyle/>
          <a:p>
            <a:endParaRPr lang="en-US"/>
          </a:p>
        </p:txBody>
      </p:sp>
      <p:sp>
        <p:nvSpPr>
          <p:cNvPr id="834677" name="Text Box 117"/>
          <p:cNvSpPr txBox="1">
            <a:spLocks noChangeArrowheads="1"/>
          </p:cNvSpPr>
          <p:nvPr/>
        </p:nvSpPr>
        <p:spPr bwMode="auto">
          <a:xfrm>
            <a:off x="10047288" y="4108451"/>
            <a:ext cx="31115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l">
              <a:spcBef>
                <a:spcPct val="50000"/>
              </a:spcBef>
            </a:pPr>
            <a:r>
              <a:rPr lang="en-US" altLang="zh-TW">
                <a:solidFill>
                  <a:schemeClr val="hlink"/>
                </a:solidFill>
                <a:ea typeface="新細明體" charset="-120"/>
              </a:rPr>
              <a:t>4</a:t>
            </a:r>
            <a:endParaRPr lang="en-US" altLang="zh-TW">
              <a:ea typeface="新細明體" charset="-120"/>
            </a:endParaRPr>
          </a:p>
        </p:txBody>
      </p:sp>
      <p:sp>
        <p:nvSpPr>
          <p:cNvPr id="834678" name="Oval 118"/>
          <p:cNvSpPr>
            <a:spLocks noChangeArrowheads="1"/>
          </p:cNvSpPr>
          <p:nvPr/>
        </p:nvSpPr>
        <p:spPr bwMode="auto">
          <a:xfrm>
            <a:off x="9110663" y="4960026"/>
            <a:ext cx="259766" cy="519351"/>
          </a:xfrm>
          <a:prstGeom prst="ellipse">
            <a:avLst/>
          </a:prstGeom>
          <a:solidFill>
            <a:schemeClr val="accent2"/>
          </a:solidFill>
          <a:ln>
            <a:noFill/>
          </a:ln>
          <a:effectLst/>
        </p:spPr>
        <p:txBody>
          <a:bodyPr wrap="none" anchor="ctr">
            <a:spAutoFit/>
          </a:bodyPr>
          <a:lstStyle/>
          <a:p>
            <a:endParaRPr lang="en-US"/>
          </a:p>
        </p:txBody>
      </p:sp>
      <p:sp>
        <p:nvSpPr>
          <p:cNvPr id="834679" name="Text Box 119"/>
          <p:cNvSpPr txBox="1">
            <a:spLocks noChangeArrowheads="1"/>
          </p:cNvSpPr>
          <p:nvPr/>
        </p:nvSpPr>
        <p:spPr bwMode="auto">
          <a:xfrm>
            <a:off x="9148763" y="5037138"/>
            <a:ext cx="311150"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l">
              <a:spcBef>
                <a:spcPct val="50000"/>
              </a:spcBef>
            </a:pPr>
            <a:r>
              <a:rPr lang="en-US" altLang="zh-TW">
                <a:solidFill>
                  <a:schemeClr val="hlink"/>
                </a:solidFill>
                <a:ea typeface="新細明體" charset="-120"/>
              </a:rPr>
              <a:t>5</a:t>
            </a:r>
            <a:endParaRPr lang="en-US" altLang="zh-TW">
              <a:ea typeface="新細明體" charset="-120"/>
            </a:endParaRPr>
          </a:p>
        </p:txBody>
      </p:sp>
      <p:sp>
        <p:nvSpPr>
          <p:cNvPr id="834680" name="Oval 120"/>
          <p:cNvSpPr>
            <a:spLocks noChangeArrowheads="1"/>
          </p:cNvSpPr>
          <p:nvPr/>
        </p:nvSpPr>
        <p:spPr bwMode="auto">
          <a:xfrm>
            <a:off x="9893300" y="5264826"/>
            <a:ext cx="259766" cy="519351"/>
          </a:xfrm>
          <a:prstGeom prst="ellipse">
            <a:avLst/>
          </a:prstGeom>
          <a:solidFill>
            <a:schemeClr val="accent2"/>
          </a:solidFill>
          <a:ln>
            <a:noFill/>
          </a:ln>
          <a:effectLst/>
        </p:spPr>
        <p:txBody>
          <a:bodyPr wrap="none" anchor="ctr">
            <a:spAutoFit/>
          </a:bodyPr>
          <a:lstStyle/>
          <a:p>
            <a:endParaRPr lang="en-US"/>
          </a:p>
        </p:txBody>
      </p:sp>
      <p:sp>
        <p:nvSpPr>
          <p:cNvPr id="834681" name="Text Box 121"/>
          <p:cNvSpPr txBox="1">
            <a:spLocks noChangeArrowheads="1"/>
          </p:cNvSpPr>
          <p:nvPr/>
        </p:nvSpPr>
        <p:spPr bwMode="auto">
          <a:xfrm>
            <a:off x="9937750" y="5341938"/>
            <a:ext cx="311150"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l">
              <a:spcBef>
                <a:spcPct val="50000"/>
              </a:spcBef>
            </a:pPr>
            <a:r>
              <a:rPr lang="en-US" altLang="zh-TW">
                <a:solidFill>
                  <a:schemeClr val="hlink"/>
                </a:solidFill>
                <a:ea typeface="新細明體" charset="-120"/>
              </a:rPr>
              <a:t>6</a:t>
            </a:r>
            <a:endParaRPr lang="en-US" altLang="zh-TW">
              <a:ea typeface="新細明體" charset="-120"/>
            </a:endParaRPr>
          </a:p>
        </p:txBody>
      </p:sp>
      <p:sp>
        <p:nvSpPr>
          <p:cNvPr id="834688" name="Rectangle 128"/>
          <p:cNvSpPr>
            <a:spLocks noChangeArrowheads="1"/>
          </p:cNvSpPr>
          <p:nvPr/>
        </p:nvSpPr>
        <p:spPr bwMode="auto">
          <a:xfrm>
            <a:off x="3660775" y="1676400"/>
            <a:ext cx="1385888" cy="457200"/>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834689" name="Rectangle 129"/>
          <p:cNvSpPr>
            <a:spLocks noChangeArrowheads="1"/>
          </p:cNvSpPr>
          <p:nvPr/>
        </p:nvSpPr>
        <p:spPr bwMode="auto">
          <a:xfrm>
            <a:off x="5011738" y="1676400"/>
            <a:ext cx="1465262" cy="457200"/>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834690" name="Rectangle 130"/>
          <p:cNvSpPr>
            <a:spLocks noChangeArrowheads="1"/>
          </p:cNvSpPr>
          <p:nvPr/>
        </p:nvSpPr>
        <p:spPr bwMode="auto">
          <a:xfrm>
            <a:off x="6370638" y="1676400"/>
            <a:ext cx="1465262" cy="457200"/>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834691" name="Rectangle 131"/>
          <p:cNvSpPr>
            <a:spLocks noChangeArrowheads="1"/>
          </p:cNvSpPr>
          <p:nvPr/>
        </p:nvSpPr>
        <p:spPr bwMode="auto">
          <a:xfrm>
            <a:off x="7818438" y="1676400"/>
            <a:ext cx="1465262" cy="457200"/>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834692" name="Rectangle 132"/>
          <p:cNvSpPr>
            <a:spLocks noChangeArrowheads="1"/>
          </p:cNvSpPr>
          <p:nvPr/>
        </p:nvSpPr>
        <p:spPr bwMode="auto">
          <a:xfrm>
            <a:off x="5638800" y="1757364"/>
            <a:ext cx="74295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16</a:t>
            </a:r>
          </a:p>
        </p:txBody>
      </p:sp>
      <p:sp>
        <p:nvSpPr>
          <p:cNvPr id="834693" name="Rectangle 133"/>
          <p:cNvSpPr>
            <a:spLocks noChangeArrowheads="1"/>
          </p:cNvSpPr>
          <p:nvPr/>
        </p:nvSpPr>
        <p:spPr bwMode="auto">
          <a:xfrm>
            <a:off x="4133850" y="1752600"/>
            <a:ext cx="742950"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172</a:t>
            </a:r>
          </a:p>
        </p:txBody>
      </p:sp>
      <p:sp>
        <p:nvSpPr>
          <p:cNvPr id="834694" name="Rectangle 134"/>
          <p:cNvSpPr>
            <a:spLocks noChangeArrowheads="1"/>
          </p:cNvSpPr>
          <p:nvPr/>
        </p:nvSpPr>
        <p:spPr bwMode="auto">
          <a:xfrm>
            <a:off x="7056438" y="1757364"/>
            <a:ext cx="45720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2</a:t>
            </a:r>
          </a:p>
        </p:txBody>
      </p:sp>
      <p:sp>
        <p:nvSpPr>
          <p:cNvPr id="834695" name="Rectangle 135"/>
          <p:cNvSpPr>
            <a:spLocks noChangeArrowheads="1"/>
          </p:cNvSpPr>
          <p:nvPr/>
        </p:nvSpPr>
        <p:spPr bwMode="auto">
          <a:xfrm>
            <a:off x="8382000" y="1757364"/>
            <a:ext cx="45720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160</a:t>
            </a:r>
          </a:p>
        </p:txBody>
      </p:sp>
    </p:spTree>
    <p:extLst>
      <p:ext uri="{BB962C8B-B14F-4D97-AF65-F5344CB8AC3E}">
        <p14:creationId xmlns:p14="http://schemas.microsoft.com/office/powerpoint/2010/main" val="1266065757"/>
      </p:ext>
    </p:extLst>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2514" name="Rectangle 2"/>
          <p:cNvSpPr>
            <a:spLocks noGrp="1" noChangeArrowheads="1"/>
          </p:cNvSpPr>
          <p:nvPr>
            <p:ph type="title"/>
          </p:nvPr>
        </p:nvSpPr>
        <p:spPr>
          <a:noFill/>
          <a:ln/>
        </p:spPr>
        <p:txBody>
          <a:bodyPr vert="horz" lIns="82153" tIns="41076" rIns="82153" bIns="41076" rtlCol="0" anchor="ctr" anchorCtr="0">
            <a:normAutofit/>
          </a:bodyPr>
          <a:lstStyle/>
          <a:p>
            <a:r>
              <a:rPr lang="en-US" altLang="zh-TW">
                <a:ea typeface="新細明體" charset="-120"/>
              </a:rPr>
              <a:t>Addressing Summary Example</a:t>
            </a:r>
          </a:p>
        </p:txBody>
      </p:sp>
      <p:sp>
        <p:nvSpPr>
          <p:cNvPr id="832594" name="Line 82"/>
          <p:cNvSpPr>
            <a:spLocks noChangeShapeType="1"/>
          </p:cNvSpPr>
          <p:nvPr/>
        </p:nvSpPr>
        <p:spPr bwMode="auto">
          <a:xfrm>
            <a:off x="3522663" y="3967163"/>
            <a:ext cx="5657850"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2595" name="Rectangle 83"/>
          <p:cNvSpPr>
            <a:spLocks noChangeArrowheads="1"/>
          </p:cNvSpPr>
          <p:nvPr/>
        </p:nvSpPr>
        <p:spPr bwMode="auto">
          <a:xfrm>
            <a:off x="3660776" y="2946401"/>
            <a:ext cx="1285875"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10101100</a:t>
            </a:r>
          </a:p>
        </p:txBody>
      </p:sp>
      <p:sp>
        <p:nvSpPr>
          <p:cNvPr id="832596" name="Rectangle 84"/>
          <p:cNvSpPr>
            <a:spLocks noChangeArrowheads="1"/>
          </p:cNvSpPr>
          <p:nvPr/>
        </p:nvSpPr>
        <p:spPr bwMode="auto">
          <a:xfrm>
            <a:off x="3660776" y="3524251"/>
            <a:ext cx="12858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solidFill>
                  <a:srgbClr val="000000"/>
                </a:solidFill>
                <a:latin typeface="Helvetica" panose="020B0604020202020204" pitchFamily="34" charset="0"/>
                <a:ea typeface="新細明體" charset="-120"/>
              </a:rPr>
              <a:t>11111111</a:t>
            </a:r>
          </a:p>
        </p:txBody>
      </p:sp>
      <p:sp>
        <p:nvSpPr>
          <p:cNvPr id="832598" name="Rectangle 86"/>
          <p:cNvSpPr>
            <a:spLocks noChangeArrowheads="1"/>
          </p:cNvSpPr>
          <p:nvPr/>
        </p:nvSpPr>
        <p:spPr bwMode="auto">
          <a:xfrm>
            <a:off x="5099050" y="2946401"/>
            <a:ext cx="1271588"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00010000</a:t>
            </a:r>
          </a:p>
        </p:txBody>
      </p:sp>
      <p:sp>
        <p:nvSpPr>
          <p:cNvPr id="832599" name="Rectangle 87"/>
          <p:cNvSpPr>
            <a:spLocks noChangeArrowheads="1"/>
          </p:cNvSpPr>
          <p:nvPr/>
        </p:nvSpPr>
        <p:spPr bwMode="auto">
          <a:xfrm>
            <a:off x="5099051" y="3524251"/>
            <a:ext cx="12858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solidFill>
                  <a:srgbClr val="000000"/>
                </a:solidFill>
                <a:latin typeface="Helvetica" panose="020B0604020202020204" pitchFamily="34" charset="0"/>
                <a:ea typeface="新細明體" charset="-120"/>
              </a:rPr>
              <a:t>11111111</a:t>
            </a:r>
          </a:p>
        </p:txBody>
      </p:sp>
      <p:sp>
        <p:nvSpPr>
          <p:cNvPr id="832601" name="Rectangle 89"/>
          <p:cNvSpPr>
            <a:spLocks noChangeArrowheads="1"/>
          </p:cNvSpPr>
          <p:nvPr/>
        </p:nvSpPr>
        <p:spPr bwMode="auto">
          <a:xfrm>
            <a:off x="6394451" y="3540126"/>
            <a:ext cx="1400175"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latin typeface="Helvetica" panose="020B0604020202020204" pitchFamily="34" charset="0"/>
                <a:ea typeface="新細明體" charset="-120"/>
              </a:rPr>
              <a:t>11111111</a:t>
            </a:r>
          </a:p>
        </p:txBody>
      </p:sp>
      <p:sp>
        <p:nvSpPr>
          <p:cNvPr id="832603" name="Rectangle 91"/>
          <p:cNvSpPr>
            <a:spLocks noChangeArrowheads="1"/>
          </p:cNvSpPr>
          <p:nvPr/>
        </p:nvSpPr>
        <p:spPr bwMode="auto">
          <a:xfrm>
            <a:off x="7753350" y="2946401"/>
            <a:ext cx="1371600" cy="50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10100000</a:t>
            </a:r>
          </a:p>
        </p:txBody>
      </p:sp>
      <p:sp>
        <p:nvSpPr>
          <p:cNvPr id="832604" name="Rectangle 92"/>
          <p:cNvSpPr>
            <a:spLocks noChangeArrowheads="1"/>
          </p:cNvSpPr>
          <p:nvPr/>
        </p:nvSpPr>
        <p:spPr bwMode="auto">
          <a:xfrm>
            <a:off x="7710488" y="3525839"/>
            <a:ext cx="1414462"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latin typeface="Helvetica" panose="020B0604020202020204" pitchFamily="34" charset="0"/>
                <a:ea typeface="新細明體" charset="-120"/>
              </a:rPr>
              <a:t>11</a:t>
            </a:r>
            <a:r>
              <a:rPr lang="en-US" altLang="zh-TW" sz="2000">
                <a:solidFill>
                  <a:srgbClr val="000000"/>
                </a:solidFill>
                <a:latin typeface="Helvetica" panose="020B0604020202020204" pitchFamily="34" charset="0"/>
                <a:ea typeface="新細明體" charset="-120"/>
              </a:rPr>
              <a:t>000000</a:t>
            </a:r>
          </a:p>
        </p:txBody>
      </p:sp>
      <p:sp>
        <p:nvSpPr>
          <p:cNvPr id="832605" name="Rectangle 93"/>
          <p:cNvSpPr>
            <a:spLocks noChangeArrowheads="1"/>
          </p:cNvSpPr>
          <p:nvPr/>
        </p:nvSpPr>
        <p:spPr bwMode="auto">
          <a:xfrm>
            <a:off x="7724775" y="4119564"/>
            <a:ext cx="1385888"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latin typeface="Helvetica" panose="020B0604020202020204" pitchFamily="34" charset="0"/>
                <a:ea typeface="新細明體" charset="-120"/>
              </a:rPr>
              <a:t>10</a:t>
            </a:r>
            <a:r>
              <a:rPr lang="en-US" altLang="zh-TW" sz="2000">
                <a:solidFill>
                  <a:srgbClr val="000000"/>
                </a:solidFill>
                <a:latin typeface="Helvetica" panose="020B0604020202020204" pitchFamily="34" charset="0"/>
                <a:ea typeface="新細明體" charset="-120"/>
              </a:rPr>
              <a:t>000000</a:t>
            </a:r>
          </a:p>
        </p:txBody>
      </p:sp>
      <p:sp>
        <p:nvSpPr>
          <p:cNvPr id="832606" name="Rectangle 94"/>
          <p:cNvSpPr>
            <a:spLocks noChangeArrowheads="1"/>
          </p:cNvSpPr>
          <p:nvPr/>
        </p:nvSpPr>
        <p:spPr bwMode="auto">
          <a:xfrm>
            <a:off x="6423026" y="2946401"/>
            <a:ext cx="1343025" cy="50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00000010</a:t>
            </a:r>
          </a:p>
        </p:txBody>
      </p:sp>
      <p:sp>
        <p:nvSpPr>
          <p:cNvPr id="832607" name="Line 95"/>
          <p:cNvSpPr>
            <a:spLocks noChangeShapeType="1"/>
          </p:cNvSpPr>
          <p:nvPr/>
        </p:nvSpPr>
        <p:spPr bwMode="auto">
          <a:xfrm>
            <a:off x="3727450" y="2590800"/>
            <a:ext cx="5481638"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2608" name="Line 96"/>
          <p:cNvSpPr>
            <a:spLocks noChangeShapeType="1"/>
          </p:cNvSpPr>
          <p:nvPr/>
        </p:nvSpPr>
        <p:spPr bwMode="auto">
          <a:xfrm>
            <a:off x="8223250" y="2286001"/>
            <a:ext cx="0" cy="4067175"/>
          </a:xfrm>
          <a:prstGeom prst="line">
            <a:avLst/>
          </a:prstGeom>
          <a:noFill/>
          <a:ln w="28575">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2609" name="Line 97"/>
          <p:cNvSpPr>
            <a:spLocks noChangeShapeType="1"/>
          </p:cNvSpPr>
          <p:nvPr/>
        </p:nvSpPr>
        <p:spPr bwMode="auto">
          <a:xfrm>
            <a:off x="3727450" y="3395663"/>
            <a:ext cx="5462588"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2610" name="Line 98"/>
          <p:cNvSpPr>
            <a:spLocks noChangeShapeType="1"/>
          </p:cNvSpPr>
          <p:nvPr/>
        </p:nvSpPr>
        <p:spPr bwMode="auto">
          <a:xfrm>
            <a:off x="3727450" y="4576763"/>
            <a:ext cx="5462588"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2614" name="Rectangle 102"/>
          <p:cNvSpPr>
            <a:spLocks noChangeArrowheads="1"/>
          </p:cNvSpPr>
          <p:nvPr/>
        </p:nvSpPr>
        <p:spPr bwMode="auto">
          <a:xfrm>
            <a:off x="7734300" y="4705350"/>
            <a:ext cx="1385888"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latin typeface="Helvetica" panose="020B0604020202020204" pitchFamily="34" charset="0"/>
                <a:ea typeface="新細明體" charset="-120"/>
              </a:rPr>
              <a:t>10</a:t>
            </a:r>
            <a:r>
              <a:rPr lang="en-US" altLang="zh-TW" sz="2000">
                <a:solidFill>
                  <a:srgbClr val="000000"/>
                </a:solidFill>
                <a:latin typeface="Helvetica" panose="020B0604020202020204" pitchFamily="34" charset="0"/>
                <a:ea typeface="新細明體" charset="-120"/>
              </a:rPr>
              <a:t>111111</a:t>
            </a:r>
          </a:p>
        </p:txBody>
      </p:sp>
      <p:sp>
        <p:nvSpPr>
          <p:cNvPr id="832615" name="Line 103"/>
          <p:cNvSpPr>
            <a:spLocks noChangeShapeType="1"/>
          </p:cNvSpPr>
          <p:nvPr/>
        </p:nvSpPr>
        <p:spPr bwMode="auto">
          <a:xfrm>
            <a:off x="3727450" y="5186363"/>
            <a:ext cx="5657850"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2619" name="Rectangle 107"/>
          <p:cNvSpPr>
            <a:spLocks noChangeArrowheads="1"/>
          </p:cNvSpPr>
          <p:nvPr/>
        </p:nvSpPr>
        <p:spPr bwMode="auto">
          <a:xfrm>
            <a:off x="7734300" y="5329239"/>
            <a:ext cx="1385888"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latin typeface="Helvetica" panose="020B0604020202020204" pitchFamily="34" charset="0"/>
                <a:ea typeface="新細明體" charset="-120"/>
              </a:rPr>
              <a:t>10</a:t>
            </a:r>
            <a:r>
              <a:rPr lang="en-US" altLang="zh-TW" sz="2000">
                <a:solidFill>
                  <a:srgbClr val="000000"/>
                </a:solidFill>
                <a:latin typeface="Helvetica" panose="020B0604020202020204" pitchFamily="34" charset="0"/>
                <a:ea typeface="新細明體" charset="-120"/>
              </a:rPr>
              <a:t>000001</a:t>
            </a:r>
          </a:p>
        </p:txBody>
      </p:sp>
      <p:sp>
        <p:nvSpPr>
          <p:cNvPr id="832620" name="Line 108"/>
          <p:cNvSpPr>
            <a:spLocks noChangeShapeType="1"/>
          </p:cNvSpPr>
          <p:nvPr/>
        </p:nvSpPr>
        <p:spPr bwMode="auto">
          <a:xfrm>
            <a:off x="3727450" y="5795963"/>
            <a:ext cx="5462588"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2624" name="Rectangle 112"/>
          <p:cNvSpPr>
            <a:spLocks noChangeArrowheads="1"/>
          </p:cNvSpPr>
          <p:nvPr/>
        </p:nvSpPr>
        <p:spPr bwMode="auto">
          <a:xfrm>
            <a:off x="7727950" y="5948364"/>
            <a:ext cx="1385888"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latin typeface="Helvetica" panose="020B0604020202020204" pitchFamily="34" charset="0"/>
                <a:ea typeface="新細明體" charset="-120"/>
              </a:rPr>
              <a:t>10</a:t>
            </a:r>
            <a:r>
              <a:rPr lang="en-US" altLang="zh-TW" sz="2000">
                <a:solidFill>
                  <a:srgbClr val="000000"/>
                </a:solidFill>
                <a:latin typeface="Helvetica" panose="020B0604020202020204" pitchFamily="34" charset="0"/>
                <a:ea typeface="新細明體" charset="-120"/>
              </a:rPr>
              <a:t>111110</a:t>
            </a:r>
          </a:p>
        </p:txBody>
      </p:sp>
      <p:sp>
        <p:nvSpPr>
          <p:cNvPr id="832625" name="Rectangle 113"/>
          <p:cNvSpPr>
            <a:spLocks noChangeArrowheads="1"/>
          </p:cNvSpPr>
          <p:nvPr/>
        </p:nvSpPr>
        <p:spPr bwMode="auto">
          <a:xfrm>
            <a:off x="9209088" y="28511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Host</a:t>
            </a:r>
            <a:endParaRPr lang="en-US" altLang="zh-TW" sz="2700">
              <a:solidFill>
                <a:srgbClr val="000000"/>
              </a:solidFill>
              <a:latin typeface="Helvetica" panose="020B0604020202020204" pitchFamily="34" charset="0"/>
              <a:ea typeface="新細明體" charset="-120"/>
            </a:endParaRPr>
          </a:p>
        </p:txBody>
      </p:sp>
      <p:sp>
        <p:nvSpPr>
          <p:cNvPr id="832626" name="Rectangle 114"/>
          <p:cNvSpPr>
            <a:spLocks noChangeArrowheads="1"/>
          </p:cNvSpPr>
          <p:nvPr/>
        </p:nvSpPr>
        <p:spPr bwMode="auto">
          <a:xfrm>
            <a:off x="9209088" y="33972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Mask</a:t>
            </a:r>
            <a:endParaRPr lang="en-US" altLang="zh-TW" sz="2700">
              <a:solidFill>
                <a:srgbClr val="000000"/>
              </a:solidFill>
              <a:latin typeface="Helvetica" panose="020B0604020202020204" pitchFamily="34" charset="0"/>
              <a:ea typeface="新細明體" charset="-120"/>
            </a:endParaRPr>
          </a:p>
        </p:txBody>
      </p:sp>
      <p:sp>
        <p:nvSpPr>
          <p:cNvPr id="832627" name="Rectangle 115"/>
          <p:cNvSpPr>
            <a:spLocks noChangeArrowheads="1"/>
          </p:cNvSpPr>
          <p:nvPr/>
        </p:nvSpPr>
        <p:spPr bwMode="auto">
          <a:xfrm>
            <a:off x="9209088" y="40195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Subnet</a:t>
            </a:r>
            <a:endParaRPr lang="en-US" altLang="zh-TW" sz="2700">
              <a:solidFill>
                <a:srgbClr val="000000"/>
              </a:solidFill>
              <a:latin typeface="Helvetica" panose="020B0604020202020204" pitchFamily="34" charset="0"/>
              <a:ea typeface="新細明體" charset="-120"/>
            </a:endParaRPr>
          </a:p>
        </p:txBody>
      </p:sp>
      <p:sp>
        <p:nvSpPr>
          <p:cNvPr id="832628" name="Rectangle 116"/>
          <p:cNvSpPr>
            <a:spLocks noChangeArrowheads="1"/>
          </p:cNvSpPr>
          <p:nvPr/>
        </p:nvSpPr>
        <p:spPr bwMode="auto">
          <a:xfrm>
            <a:off x="9209088" y="46291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Broadcast</a:t>
            </a:r>
            <a:endParaRPr lang="en-US" altLang="zh-TW" sz="2700">
              <a:solidFill>
                <a:srgbClr val="000000"/>
              </a:solidFill>
              <a:latin typeface="Helvetica" panose="020B0604020202020204" pitchFamily="34" charset="0"/>
              <a:ea typeface="新細明體" charset="-120"/>
            </a:endParaRPr>
          </a:p>
        </p:txBody>
      </p:sp>
      <p:sp>
        <p:nvSpPr>
          <p:cNvPr id="832629" name="Rectangle 117"/>
          <p:cNvSpPr>
            <a:spLocks noChangeArrowheads="1"/>
          </p:cNvSpPr>
          <p:nvPr/>
        </p:nvSpPr>
        <p:spPr bwMode="auto">
          <a:xfrm>
            <a:off x="9209088" y="58483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Last</a:t>
            </a:r>
            <a:endParaRPr lang="en-US" altLang="zh-TW" sz="2700">
              <a:solidFill>
                <a:srgbClr val="000000"/>
              </a:solidFill>
              <a:latin typeface="Helvetica" panose="020B0604020202020204" pitchFamily="34" charset="0"/>
              <a:ea typeface="新細明體" charset="-120"/>
            </a:endParaRPr>
          </a:p>
        </p:txBody>
      </p:sp>
      <p:sp>
        <p:nvSpPr>
          <p:cNvPr id="832630" name="Rectangle 118"/>
          <p:cNvSpPr>
            <a:spLocks noChangeArrowheads="1"/>
          </p:cNvSpPr>
          <p:nvPr/>
        </p:nvSpPr>
        <p:spPr bwMode="auto">
          <a:xfrm>
            <a:off x="9209088" y="52387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First</a:t>
            </a:r>
            <a:endParaRPr lang="en-US" altLang="zh-TW" sz="2700">
              <a:solidFill>
                <a:srgbClr val="000000"/>
              </a:solidFill>
              <a:latin typeface="Helvetica" panose="020B0604020202020204" pitchFamily="34" charset="0"/>
              <a:ea typeface="新細明體" charset="-120"/>
            </a:endParaRPr>
          </a:p>
        </p:txBody>
      </p:sp>
      <p:sp>
        <p:nvSpPr>
          <p:cNvPr id="832631" name="Text Box 119"/>
          <p:cNvSpPr txBox="1">
            <a:spLocks noChangeArrowheads="1"/>
          </p:cNvSpPr>
          <p:nvPr/>
        </p:nvSpPr>
        <p:spPr bwMode="auto">
          <a:xfrm>
            <a:off x="1752600" y="2970491"/>
            <a:ext cx="1410964"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l">
              <a:spcBef>
                <a:spcPct val="50000"/>
              </a:spcBef>
            </a:pPr>
            <a:r>
              <a:rPr lang="en-US" altLang="zh-TW">
                <a:ea typeface="新細明體" charset="-120"/>
              </a:rPr>
              <a:t>172.16.2.160</a:t>
            </a:r>
          </a:p>
        </p:txBody>
      </p:sp>
      <p:sp>
        <p:nvSpPr>
          <p:cNvPr id="832632" name="Text Box 120"/>
          <p:cNvSpPr txBox="1">
            <a:spLocks noChangeArrowheads="1"/>
          </p:cNvSpPr>
          <p:nvPr/>
        </p:nvSpPr>
        <p:spPr bwMode="auto">
          <a:xfrm>
            <a:off x="1752601" y="3503891"/>
            <a:ext cx="1762021"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l">
              <a:spcBef>
                <a:spcPct val="50000"/>
              </a:spcBef>
            </a:pPr>
            <a:r>
              <a:rPr lang="en-US" altLang="zh-TW">
                <a:ea typeface="新細明體" charset="-120"/>
              </a:rPr>
              <a:t>255.255.255.192</a:t>
            </a:r>
          </a:p>
        </p:txBody>
      </p:sp>
      <p:sp>
        <p:nvSpPr>
          <p:cNvPr id="832637" name="Oval 125"/>
          <p:cNvSpPr>
            <a:spLocks noChangeArrowheads="1"/>
          </p:cNvSpPr>
          <p:nvPr/>
        </p:nvSpPr>
        <p:spPr bwMode="auto">
          <a:xfrm>
            <a:off x="9899650" y="2902626"/>
            <a:ext cx="259766" cy="519351"/>
          </a:xfrm>
          <a:prstGeom prst="ellipse">
            <a:avLst/>
          </a:prstGeom>
          <a:solidFill>
            <a:schemeClr val="accent2"/>
          </a:solidFill>
          <a:ln>
            <a:noFill/>
          </a:ln>
          <a:effectLst/>
        </p:spPr>
        <p:txBody>
          <a:bodyPr wrap="none" anchor="ctr">
            <a:spAutoFit/>
          </a:bodyPr>
          <a:lstStyle/>
          <a:p>
            <a:endParaRPr lang="en-US"/>
          </a:p>
        </p:txBody>
      </p:sp>
      <p:sp>
        <p:nvSpPr>
          <p:cNvPr id="832638" name="Text Box 126"/>
          <p:cNvSpPr txBox="1">
            <a:spLocks noChangeArrowheads="1"/>
          </p:cNvSpPr>
          <p:nvPr/>
        </p:nvSpPr>
        <p:spPr bwMode="auto">
          <a:xfrm>
            <a:off x="9937750" y="2979738"/>
            <a:ext cx="311150" cy="366712"/>
          </a:xfrm>
          <a:prstGeom prst="rect">
            <a:avLst/>
          </a:prstGeom>
          <a:solidFill>
            <a:schemeClr val="accent2"/>
          </a:solidFill>
          <a:ln>
            <a:noFill/>
          </a:ln>
          <a:effectLst/>
        </p:spPr>
        <p:txBody>
          <a:bodyPr wrap="none" anchor="ctr">
            <a:spAutoFit/>
          </a:bodyPr>
          <a:lstStyle/>
          <a:p>
            <a:pPr algn="l">
              <a:spcBef>
                <a:spcPct val="50000"/>
              </a:spcBef>
            </a:pPr>
            <a:r>
              <a:rPr lang="en-US" altLang="zh-TW">
                <a:solidFill>
                  <a:schemeClr val="hlink"/>
                </a:solidFill>
                <a:ea typeface="新細明體" charset="-120"/>
              </a:rPr>
              <a:t>1</a:t>
            </a:r>
            <a:endParaRPr lang="en-US" altLang="zh-TW">
              <a:ea typeface="新細明體" charset="-120"/>
            </a:endParaRPr>
          </a:p>
        </p:txBody>
      </p:sp>
      <p:sp>
        <p:nvSpPr>
          <p:cNvPr id="832639" name="Oval 127"/>
          <p:cNvSpPr>
            <a:spLocks noChangeArrowheads="1"/>
          </p:cNvSpPr>
          <p:nvPr/>
        </p:nvSpPr>
        <p:spPr bwMode="auto">
          <a:xfrm>
            <a:off x="9893300" y="3436026"/>
            <a:ext cx="259766" cy="519351"/>
          </a:xfrm>
          <a:prstGeom prst="ellipse">
            <a:avLst/>
          </a:prstGeom>
          <a:solidFill>
            <a:schemeClr val="tx1"/>
          </a:solidFill>
          <a:ln>
            <a:noFill/>
          </a:ln>
          <a:effectLst/>
          <a:extLst>
            <a:ext uri="{91240B29-F687-4F45-9708-019B960494DF}">
              <a14:hiddenLine xmlns:a14="http://schemas.microsoft.com/office/drawing/2010/main" w="38100">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endParaRPr lang="en-US"/>
          </a:p>
        </p:txBody>
      </p:sp>
      <p:sp>
        <p:nvSpPr>
          <p:cNvPr id="832640" name="Text Box 128"/>
          <p:cNvSpPr txBox="1">
            <a:spLocks noChangeArrowheads="1"/>
          </p:cNvSpPr>
          <p:nvPr/>
        </p:nvSpPr>
        <p:spPr bwMode="auto">
          <a:xfrm>
            <a:off x="9931400" y="3506788"/>
            <a:ext cx="311150" cy="366712"/>
          </a:xfrm>
          <a:prstGeom prst="rect">
            <a:avLst/>
          </a:prstGeom>
          <a:solidFill>
            <a:schemeClr val="accent2"/>
          </a:solidFill>
          <a:ln>
            <a:noFill/>
          </a:ln>
          <a:effectLst/>
        </p:spPr>
        <p:txBody>
          <a:bodyPr wrap="none" anchor="ctr">
            <a:spAutoFit/>
          </a:bodyPr>
          <a:lstStyle/>
          <a:p>
            <a:pPr algn="l">
              <a:spcBef>
                <a:spcPct val="50000"/>
              </a:spcBef>
            </a:pPr>
            <a:r>
              <a:rPr lang="en-US" altLang="zh-TW">
                <a:solidFill>
                  <a:schemeClr val="hlink"/>
                </a:solidFill>
                <a:ea typeface="新細明體" charset="-120"/>
              </a:rPr>
              <a:t>2</a:t>
            </a:r>
            <a:endParaRPr lang="en-US" altLang="zh-TW">
              <a:ea typeface="新細明體" charset="-120"/>
            </a:endParaRPr>
          </a:p>
        </p:txBody>
      </p:sp>
      <p:sp>
        <p:nvSpPr>
          <p:cNvPr id="832641" name="Oval 129"/>
          <p:cNvSpPr>
            <a:spLocks noChangeArrowheads="1"/>
          </p:cNvSpPr>
          <p:nvPr/>
        </p:nvSpPr>
        <p:spPr bwMode="auto">
          <a:xfrm>
            <a:off x="7994650" y="2369226"/>
            <a:ext cx="259766" cy="519351"/>
          </a:xfrm>
          <a:prstGeom prst="ellipse">
            <a:avLst/>
          </a:prstGeom>
          <a:solidFill>
            <a:schemeClr val="accent2"/>
          </a:solidFill>
          <a:ln>
            <a:noFill/>
          </a:ln>
          <a:effectLst/>
        </p:spPr>
        <p:txBody>
          <a:bodyPr wrap="none" anchor="ctr">
            <a:spAutoFit/>
          </a:bodyPr>
          <a:lstStyle/>
          <a:p>
            <a:endParaRPr lang="en-US"/>
          </a:p>
        </p:txBody>
      </p:sp>
      <p:sp>
        <p:nvSpPr>
          <p:cNvPr id="832642" name="Text Box 130"/>
          <p:cNvSpPr txBox="1">
            <a:spLocks noChangeArrowheads="1"/>
          </p:cNvSpPr>
          <p:nvPr/>
        </p:nvSpPr>
        <p:spPr bwMode="auto">
          <a:xfrm>
            <a:off x="8032750" y="2439988"/>
            <a:ext cx="311150"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l">
              <a:spcBef>
                <a:spcPct val="50000"/>
              </a:spcBef>
            </a:pPr>
            <a:r>
              <a:rPr lang="en-US" altLang="zh-TW">
                <a:solidFill>
                  <a:schemeClr val="hlink"/>
                </a:solidFill>
                <a:ea typeface="新細明體" charset="-120"/>
              </a:rPr>
              <a:t>3</a:t>
            </a:r>
            <a:endParaRPr lang="en-US" altLang="zh-TW">
              <a:ea typeface="新細明體" charset="-120"/>
            </a:endParaRPr>
          </a:p>
        </p:txBody>
      </p:sp>
      <p:sp>
        <p:nvSpPr>
          <p:cNvPr id="832643" name="Oval 131"/>
          <p:cNvSpPr>
            <a:spLocks noChangeArrowheads="1"/>
          </p:cNvSpPr>
          <p:nvPr/>
        </p:nvSpPr>
        <p:spPr bwMode="auto">
          <a:xfrm>
            <a:off x="10028238" y="4031339"/>
            <a:ext cx="259766" cy="519351"/>
          </a:xfrm>
          <a:prstGeom prst="ellipse">
            <a:avLst/>
          </a:prstGeom>
          <a:solidFill>
            <a:schemeClr val="accent2"/>
          </a:solidFill>
          <a:ln>
            <a:noFill/>
          </a:ln>
          <a:effectLst/>
        </p:spPr>
        <p:txBody>
          <a:bodyPr wrap="none" anchor="ctr">
            <a:spAutoFit/>
          </a:bodyPr>
          <a:lstStyle/>
          <a:p>
            <a:endParaRPr lang="en-US"/>
          </a:p>
        </p:txBody>
      </p:sp>
      <p:sp>
        <p:nvSpPr>
          <p:cNvPr id="832644" name="Text Box 132"/>
          <p:cNvSpPr txBox="1">
            <a:spLocks noChangeArrowheads="1"/>
          </p:cNvSpPr>
          <p:nvPr/>
        </p:nvSpPr>
        <p:spPr bwMode="auto">
          <a:xfrm>
            <a:off x="10047288" y="4108451"/>
            <a:ext cx="31115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l">
              <a:spcBef>
                <a:spcPct val="50000"/>
              </a:spcBef>
            </a:pPr>
            <a:r>
              <a:rPr lang="en-US" altLang="zh-TW">
                <a:solidFill>
                  <a:schemeClr val="hlink"/>
                </a:solidFill>
                <a:ea typeface="新細明體" charset="-120"/>
              </a:rPr>
              <a:t>4</a:t>
            </a:r>
            <a:endParaRPr lang="en-US" altLang="zh-TW">
              <a:ea typeface="新細明體" charset="-120"/>
            </a:endParaRPr>
          </a:p>
        </p:txBody>
      </p:sp>
      <p:sp>
        <p:nvSpPr>
          <p:cNvPr id="832645" name="Oval 133"/>
          <p:cNvSpPr>
            <a:spLocks noChangeArrowheads="1"/>
          </p:cNvSpPr>
          <p:nvPr/>
        </p:nvSpPr>
        <p:spPr bwMode="auto">
          <a:xfrm>
            <a:off x="9110663" y="4960026"/>
            <a:ext cx="259766" cy="519351"/>
          </a:xfrm>
          <a:prstGeom prst="ellipse">
            <a:avLst/>
          </a:prstGeom>
          <a:solidFill>
            <a:schemeClr val="accent2"/>
          </a:solidFill>
          <a:ln>
            <a:noFill/>
          </a:ln>
          <a:effectLst/>
        </p:spPr>
        <p:txBody>
          <a:bodyPr wrap="none" anchor="ctr">
            <a:spAutoFit/>
          </a:bodyPr>
          <a:lstStyle/>
          <a:p>
            <a:endParaRPr lang="en-US"/>
          </a:p>
        </p:txBody>
      </p:sp>
      <p:sp>
        <p:nvSpPr>
          <p:cNvPr id="832646" name="Text Box 134"/>
          <p:cNvSpPr txBox="1">
            <a:spLocks noChangeArrowheads="1"/>
          </p:cNvSpPr>
          <p:nvPr/>
        </p:nvSpPr>
        <p:spPr bwMode="auto">
          <a:xfrm>
            <a:off x="9148763" y="5037138"/>
            <a:ext cx="311150"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l">
              <a:spcBef>
                <a:spcPct val="50000"/>
              </a:spcBef>
            </a:pPr>
            <a:r>
              <a:rPr lang="en-US" altLang="zh-TW">
                <a:solidFill>
                  <a:schemeClr val="hlink"/>
                </a:solidFill>
                <a:ea typeface="新細明體" charset="-120"/>
              </a:rPr>
              <a:t>5</a:t>
            </a:r>
            <a:endParaRPr lang="en-US" altLang="zh-TW">
              <a:ea typeface="新細明體" charset="-120"/>
            </a:endParaRPr>
          </a:p>
        </p:txBody>
      </p:sp>
      <p:sp>
        <p:nvSpPr>
          <p:cNvPr id="832647" name="Oval 135"/>
          <p:cNvSpPr>
            <a:spLocks noChangeArrowheads="1"/>
          </p:cNvSpPr>
          <p:nvPr/>
        </p:nvSpPr>
        <p:spPr bwMode="auto">
          <a:xfrm>
            <a:off x="9893300" y="5264826"/>
            <a:ext cx="259766" cy="519351"/>
          </a:xfrm>
          <a:prstGeom prst="ellipse">
            <a:avLst/>
          </a:prstGeom>
          <a:solidFill>
            <a:schemeClr val="accent2"/>
          </a:solidFill>
          <a:ln>
            <a:noFill/>
          </a:ln>
          <a:effectLst/>
        </p:spPr>
        <p:txBody>
          <a:bodyPr wrap="none" anchor="ctr">
            <a:spAutoFit/>
          </a:bodyPr>
          <a:lstStyle/>
          <a:p>
            <a:endParaRPr lang="en-US"/>
          </a:p>
        </p:txBody>
      </p:sp>
      <p:sp>
        <p:nvSpPr>
          <p:cNvPr id="832648" name="Text Box 136"/>
          <p:cNvSpPr txBox="1">
            <a:spLocks noChangeArrowheads="1"/>
          </p:cNvSpPr>
          <p:nvPr/>
        </p:nvSpPr>
        <p:spPr bwMode="auto">
          <a:xfrm>
            <a:off x="9937750" y="5341938"/>
            <a:ext cx="311150"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l">
              <a:spcBef>
                <a:spcPct val="50000"/>
              </a:spcBef>
            </a:pPr>
            <a:r>
              <a:rPr lang="en-US" altLang="zh-TW">
                <a:solidFill>
                  <a:schemeClr val="hlink"/>
                </a:solidFill>
                <a:ea typeface="新細明體" charset="-120"/>
              </a:rPr>
              <a:t>6</a:t>
            </a:r>
            <a:endParaRPr lang="en-US" altLang="zh-TW">
              <a:ea typeface="新細明體" charset="-120"/>
            </a:endParaRPr>
          </a:p>
        </p:txBody>
      </p:sp>
      <p:sp>
        <p:nvSpPr>
          <p:cNvPr id="832649" name="Oval 137"/>
          <p:cNvSpPr>
            <a:spLocks noChangeArrowheads="1"/>
          </p:cNvSpPr>
          <p:nvPr/>
        </p:nvSpPr>
        <p:spPr bwMode="auto">
          <a:xfrm>
            <a:off x="9893300" y="5860139"/>
            <a:ext cx="259766" cy="519351"/>
          </a:xfrm>
          <a:prstGeom prst="ellipse">
            <a:avLst/>
          </a:prstGeom>
          <a:solidFill>
            <a:schemeClr val="tx1"/>
          </a:solidFill>
          <a:ln>
            <a:noFill/>
          </a:ln>
          <a:effectLst/>
          <a:extLst>
            <a:ext uri="{91240B29-F687-4F45-9708-019B960494DF}">
              <a14:hiddenLine xmlns:a14="http://schemas.microsoft.com/office/drawing/2010/main" w="38100">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endParaRPr lang="en-US"/>
          </a:p>
        </p:txBody>
      </p:sp>
      <p:sp>
        <p:nvSpPr>
          <p:cNvPr id="832650" name="Text Box 138"/>
          <p:cNvSpPr txBox="1">
            <a:spLocks noChangeArrowheads="1"/>
          </p:cNvSpPr>
          <p:nvPr/>
        </p:nvSpPr>
        <p:spPr bwMode="auto">
          <a:xfrm>
            <a:off x="9944100" y="5943601"/>
            <a:ext cx="311150" cy="366713"/>
          </a:xfrm>
          <a:prstGeom prst="rect">
            <a:avLst/>
          </a:prstGeom>
          <a:solidFill>
            <a:schemeClr val="accent2"/>
          </a:solidFill>
          <a:ln>
            <a:noFill/>
          </a:ln>
          <a:effectLst/>
        </p:spPr>
        <p:txBody>
          <a:bodyPr wrap="none" anchor="ctr">
            <a:spAutoFit/>
          </a:bodyPr>
          <a:lstStyle/>
          <a:p>
            <a:pPr algn="l">
              <a:spcBef>
                <a:spcPct val="50000"/>
              </a:spcBef>
            </a:pPr>
            <a:r>
              <a:rPr lang="en-US" altLang="zh-TW">
                <a:solidFill>
                  <a:schemeClr val="hlink"/>
                </a:solidFill>
                <a:ea typeface="新細明體" charset="-120"/>
              </a:rPr>
              <a:t>7</a:t>
            </a:r>
            <a:endParaRPr lang="en-US" altLang="zh-TW">
              <a:ea typeface="新細明體" charset="-120"/>
            </a:endParaRPr>
          </a:p>
        </p:txBody>
      </p:sp>
      <p:sp>
        <p:nvSpPr>
          <p:cNvPr id="832655" name="Rectangle 143"/>
          <p:cNvSpPr>
            <a:spLocks noChangeArrowheads="1"/>
          </p:cNvSpPr>
          <p:nvPr/>
        </p:nvSpPr>
        <p:spPr bwMode="auto">
          <a:xfrm>
            <a:off x="3660775" y="1676400"/>
            <a:ext cx="1385888" cy="457200"/>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832656" name="Rectangle 144"/>
          <p:cNvSpPr>
            <a:spLocks noChangeArrowheads="1"/>
          </p:cNvSpPr>
          <p:nvPr/>
        </p:nvSpPr>
        <p:spPr bwMode="auto">
          <a:xfrm>
            <a:off x="5011738" y="1676400"/>
            <a:ext cx="1465262" cy="457200"/>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832657" name="Rectangle 145"/>
          <p:cNvSpPr>
            <a:spLocks noChangeArrowheads="1"/>
          </p:cNvSpPr>
          <p:nvPr/>
        </p:nvSpPr>
        <p:spPr bwMode="auto">
          <a:xfrm>
            <a:off x="6370638" y="1676400"/>
            <a:ext cx="1465262" cy="457200"/>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832658" name="Rectangle 146"/>
          <p:cNvSpPr>
            <a:spLocks noChangeArrowheads="1"/>
          </p:cNvSpPr>
          <p:nvPr/>
        </p:nvSpPr>
        <p:spPr bwMode="auto">
          <a:xfrm>
            <a:off x="7818438" y="1676400"/>
            <a:ext cx="1465262" cy="457200"/>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832659" name="Rectangle 147"/>
          <p:cNvSpPr>
            <a:spLocks noChangeArrowheads="1"/>
          </p:cNvSpPr>
          <p:nvPr/>
        </p:nvSpPr>
        <p:spPr bwMode="auto">
          <a:xfrm>
            <a:off x="5638800" y="1757364"/>
            <a:ext cx="74295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16</a:t>
            </a:r>
          </a:p>
        </p:txBody>
      </p:sp>
      <p:sp>
        <p:nvSpPr>
          <p:cNvPr id="832660" name="Rectangle 148"/>
          <p:cNvSpPr>
            <a:spLocks noChangeArrowheads="1"/>
          </p:cNvSpPr>
          <p:nvPr/>
        </p:nvSpPr>
        <p:spPr bwMode="auto">
          <a:xfrm>
            <a:off x="4133850" y="1752600"/>
            <a:ext cx="742950"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172</a:t>
            </a:r>
          </a:p>
        </p:txBody>
      </p:sp>
      <p:sp>
        <p:nvSpPr>
          <p:cNvPr id="832661" name="Rectangle 149"/>
          <p:cNvSpPr>
            <a:spLocks noChangeArrowheads="1"/>
          </p:cNvSpPr>
          <p:nvPr/>
        </p:nvSpPr>
        <p:spPr bwMode="auto">
          <a:xfrm>
            <a:off x="7056438" y="1757364"/>
            <a:ext cx="45720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2</a:t>
            </a:r>
          </a:p>
        </p:txBody>
      </p:sp>
      <p:sp>
        <p:nvSpPr>
          <p:cNvPr id="832662" name="Rectangle 150"/>
          <p:cNvSpPr>
            <a:spLocks noChangeArrowheads="1"/>
          </p:cNvSpPr>
          <p:nvPr/>
        </p:nvSpPr>
        <p:spPr bwMode="auto">
          <a:xfrm>
            <a:off x="8382000" y="1757364"/>
            <a:ext cx="45720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160</a:t>
            </a:r>
          </a:p>
        </p:txBody>
      </p:sp>
    </p:spTree>
    <p:extLst>
      <p:ext uri="{BB962C8B-B14F-4D97-AF65-F5344CB8AC3E}">
        <p14:creationId xmlns:p14="http://schemas.microsoft.com/office/powerpoint/2010/main" val="3464952327"/>
      </p:ext>
    </p:extLst>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0466" name="Rectangle 2"/>
          <p:cNvSpPr>
            <a:spLocks noGrp="1" noChangeArrowheads="1"/>
          </p:cNvSpPr>
          <p:nvPr>
            <p:ph type="title"/>
          </p:nvPr>
        </p:nvSpPr>
        <p:spPr>
          <a:noFill/>
          <a:ln/>
        </p:spPr>
        <p:txBody>
          <a:bodyPr vert="horz" lIns="82153" tIns="41076" rIns="82153" bIns="41076" rtlCol="0" anchor="ctr" anchorCtr="0">
            <a:normAutofit/>
          </a:bodyPr>
          <a:lstStyle/>
          <a:p>
            <a:r>
              <a:rPr lang="en-US" altLang="zh-TW" dirty="0">
                <a:solidFill>
                  <a:srgbClr val="00B0F0"/>
                </a:solidFill>
                <a:ea typeface="新細明體" charset="-120"/>
              </a:rPr>
              <a:t>Addressing</a:t>
            </a:r>
            <a:r>
              <a:rPr lang="en-US" altLang="zh-TW" dirty="0">
                <a:ea typeface="新細明體" charset="-120"/>
              </a:rPr>
              <a:t> Summary Example</a:t>
            </a:r>
          </a:p>
        </p:txBody>
      </p:sp>
      <p:sp>
        <p:nvSpPr>
          <p:cNvPr id="830553" name="Line 89"/>
          <p:cNvSpPr>
            <a:spLocks noChangeShapeType="1"/>
          </p:cNvSpPr>
          <p:nvPr/>
        </p:nvSpPr>
        <p:spPr bwMode="auto">
          <a:xfrm>
            <a:off x="3522663" y="3967163"/>
            <a:ext cx="5657850"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0554" name="Rectangle 90"/>
          <p:cNvSpPr>
            <a:spLocks noChangeArrowheads="1"/>
          </p:cNvSpPr>
          <p:nvPr/>
        </p:nvSpPr>
        <p:spPr bwMode="auto">
          <a:xfrm>
            <a:off x="3660776" y="2946401"/>
            <a:ext cx="1285875"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10101100</a:t>
            </a:r>
          </a:p>
        </p:txBody>
      </p:sp>
      <p:sp>
        <p:nvSpPr>
          <p:cNvPr id="830555" name="Rectangle 91"/>
          <p:cNvSpPr>
            <a:spLocks noChangeArrowheads="1"/>
          </p:cNvSpPr>
          <p:nvPr/>
        </p:nvSpPr>
        <p:spPr bwMode="auto">
          <a:xfrm>
            <a:off x="3660776" y="3524251"/>
            <a:ext cx="12858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solidFill>
                  <a:srgbClr val="000000"/>
                </a:solidFill>
                <a:latin typeface="Helvetica" panose="020B0604020202020204" pitchFamily="34" charset="0"/>
                <a:ea typeface="新細明體" charset="-120"/>
              </a:rPr>
              <a:t>11111111</a:t>
            </a:r>
          </a:p>
        </p:txBody>
      </p:sp>
      <p:sp>
        <p:nvSpPr>
          <p:cNvPr id="830556" name="Rectangle 92"/>
          <p:cNvSpPr>
            <a:spLocks noChangeArrowheads="1"/>
          </p:cNvSpPr>
          <p:nvPr/>
        </p:nvSpPr>
        <p:spPr bwMode="auto">
          <a:xfrm>
            <a:off x="3660775" y="4110039"/>
            <a:ext cx="1257300" cy="41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solidFill>
                  <a:srgbClr val="000000"/>
                </a:solidFill>
                <a:latin typeface="Helvetica" panose="020B0604020202020204" pitchFamily="34" charset="0"/>
                <a:ea typeface="新細明體" charset="-120"/>
              </a:rPr>
              <a:t>10101100</a:t>
            </a:r>
          </a:p>
        </p:txBody>
      </p:sp>
      <p:sp>
        <p:nvSpPr>
          <p:cNvPr id="830557" name="Rectangle 93"/>
          <p:cNvSpPr>
            <a:spLocks noChangeArrowheads="1"/>
          </p:cNvSpPr>
          <p:nvPr/>
        </p:nvSpPr>
        <p:spPr bwMode="auto">
          <a:xfrm>
            <a:off x="5099050" y="2946401"/>
            <a:ext cx="1271588"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00010000</a:t>
            </a:r>
          </a:p>
        </p:txBody>
      </p:sp>
      <p:sp>
        <p:nvSpPr>
          <p:cNvPr id="830558" name="Rectangle 94"/>
          <p:cNvSpPr>
            <a:spLocks noChangeArrowheads="1"/>
          </p:cNvSpPr>
          <p:nvPr/>
        </p:nvSpPr>
        <p:spPr bwMode="auto">
          <a:xfrm>
            <a:off x="5099051" y="3524251"/>
            <a:ext cx="12858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solidFill>
                  <a:srgbClr val="000000"/>
                </a:solidFill>
                <a:latin typeface="Helvetica" panose="020B0604020202020204" pitchFamily="34" charset="0"/>
                <a:ea typeface="新細明體" charset="-120"/>
              </a:rPr>
              <a:t>11111111</a:t>
            </a:r>
          </a:p>
        </p:txBody>
      </p:sp>
      <p:sp>
        <p:nvSpPr>
          <p:cNvPr id="830559" name="Rectangle 95"/>
          <p:cNvSpPr>
            <a:spLocks noChangeArrowheads="1"/>
          </p:cNvSpPr>
          <p:nvPr/>
        </p:nvSpPr>
        <p:spPr bwMode="auto">
          <a:xfrm>
            <a:off x="5099050" y="4110039"/>
            <a:ext cx="1271588" cy="41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solidFill>
                  <a:srgbClr val="000000"/>
                </a:solidFill>
                <a:latin typeface="Helvetica" panose="020B0604020202020204" pitchFamily="34" charset="0"/>
                <a:ea typeface="新細明體" charset="-120"/>
              </a:rPr>
              <a:t>00010000</a:t>
            </a:r>
          </a:p>
        </p:txBody>
      </p:sp>
      <p:sp>
        <p:nvSpPr>
          <p:cNvPr id="830560" name="Rectangle 96"/>
          <p:cNvSpPr>
            <a:spLocks noChangeArrowheads="1"/>
          </p:cNvSpPr>
          <p:nvPr/>
        </p:nvSpPr>
        <p:spPr bwMode="auto">
          <a:xfrm>
            <a:off x="6394451" y="3540126"/>
            <a:ext cx="1400175"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latin typeface="Helvetica" panose="020B0604020202020204" pitchFamily="34" charset="0"/>
                <a:ea typeface="新細明體" charset="-120"/>
              </a:rPr>
              <a:t>11111111</a:t>
            </a:r>
          </a:p>
        </p:txBody>
      </p:sp>
      <p:sp>
        <p:nvSpPr>
          <p:cNvPr id="830561" name="Rectangle 97"/>
          <p:cNvSpPr>
            <a:spLocks noChangeArrowheads="1"/>
          </p:cNvSpPr>
          <p:nvPr/>
        </p:nvSpPr>
        <p:spPr bwMode="auto">
          <a:xfrm>
            <a:off x="6408739" y="4119564"/>
            <a:ext cx="1385887"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latin typeface="Helvetica" panose="020B0604020202020204" pitchFamily="34" charset="0"/>
                <a:ea typeface="新細明體" charset="-120"/>
              </a:rPr>
              <a:t>00000010</a:t>
            </a:r>
          </a:p>
        </p:txBody>
      </p:sp>
      <p:sp>
        <p:nvSpPr>
          <p:cNvPr id="830562" name="Rectangle 98"/>
          <p:cNvSpPr>
            <a:spLocks noChangeArrowheads="1"/>
          </p:cNvSpPr>
          <p:nvPr/>
        </p:nvSpPr>
        <p:spPr bwMode="auto">
          <a:xfrm>
            <a:off x="7753350" y="2946401"/>
            <a:ext cx="1371600" cy="50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10100000</a:t>
            </a:r>
          </a:p>
        </p:txBody>
      </p:sp>
      <p:sp>
        <p:nvSpPr>
          <p:cNvPr id="830563" name="Rectangle 99"/>
          <p:cNvSpPr>
            <a:spLocks noChangeArrowheads="1"/>
          </p:cNvSpPr>
          <p:nvPr/>
        </p:nvSpPr>
        <p:spPr bwMode="auto">
          <a:xfrm>
            <a:off x="7710488" y="3525839"/>
            <a:ext cx="1414462"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latin typeface="Helvetica" panose="020B0604020202020204" pitchFamily="34" charset="0"/>
                <a:ea typeface="新細明體" charset="-120"/>
              </a:rPr>
              <a:t>11</a:t>
            </a:r>
            <a:r>
              <a:rPr lang="en-US" altLang="zh-TW" sz="2000">
                <a:solidFill>
                  <a:srgbClr val="000000"/>
                </a:solidFill>
                <a:latin typeface="Helvetica" panose="020B0604020202020204" pitchFamily="34" charset="0"/>
                <a:ea typeface="新細明體" charset="-120"/>
              </a:rPr>
              <a:t>000000</a:t>
            </a:r>
          </a:p>
        </p:txBody>
      </p:sp>
      <p:sp>
        <p:nvSpPr>
          <p:cNvPr id="830564" name="Rectangle 100"/>
          <p:cNvSpPr>
            <a:spLocks noChangeArrowheads="1"/>
          </p:cNvSpPr>
          <p:nvPr/>
        </p:nvSpPr>
        <p:spPr bwMode="auto">
          <a:xfrm>
            <a:off x="7724775" y="4119564"/>
            <a:ext cx="1385888"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latin typeface="Helvetica" panose="020B0604020202020204" pitchFamily="34" charset="0"/>
                <a:ea typeface="新細明體" charset="-120"/>
              </a:rPr>
              <a:t>10</a:t>
            </a:r>
            <a:r>
              <a:rPr lang="en-US" altLang="zh-TW" sz="2000">
                <a:solidFill>
                  <a:srgbClr val="000000"/>
                </a:solidFill>
                <a:latin typeface="Helvetica" panose="020B0604020202020204" pitchFamily="34" charset="0"/>
                <a:ea typeface="新細明體" charset="-120"/>
              </a:rPr>
              <a:t>000000</a:t>
            </a:r>
          </a:p>
        </p:txBody>
      </p:sp>
      <p:sp>
        <p:nvSpPr>
          <p:cNvPr id="830565" name="Rectangle 101"/>
          <p:cNvSpPr>
            <a:spLocks noChangeArrowheads="1"/>
          </p:cNvSpPr>
          <p:nvPr/>
        </p:nvSpPr>
        <p:spPr bwMode="auto">
          <a:xfrm>
            <a:off x="6423026" y="2946401"/>
            <a:ext cx="1343025" cy="50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00000010</a:t>
            </a:r>
          </a:p>
        </p:txBody>
      </p:sp>
      <p:sp>
        <p:nvSpPr>
          <p:cNvPr id="830566" name="Line 102"/>
          <p:cNvSpPr>
            <a:spLocks noChangeShapeType="1"/>
          </p:cNvSpPr>
          <p:nvPr/>
        </p:nvSpPr>
        <p:spPr bwMode="auto">
          <a:xfrm>
            <a:off x="3727450" y="2590800"/>
            <a:ext cx="5481638"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0567" name="Line 103"/>
          <p:cNvSpPr>
            <a:spLocks noChangeShapeType="1"/>
          </p:cNvSpPr>
          <p:nvPr/>
        </p:nvSpPr>
        <p:spPr bwMode="auto">
          <a:xfrm>
            <a:off x="8223250" y="2286001"/>
            <a:ext cx="0" cy="4067175"/>
          </a:xfrm>
          <a:prstGeom prst="line">
            <a:avLst/>
          </a:prstGeom>
          <a:noFill/>
          <a:ln w="28575">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0568" name="Line 104"/>
          <p:cNvSpPr>
            <a:spLocks noChangeShapeType="1"/>
          </p:cNvSpPr>
          <p:nvPr/>
        </p:nvSpPr>
        <p:spPr bwMode="auto">
          <a:xfrm>
            <a:off x="3727450" y="3395663"/>
            <a:ext cx="5462588"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0569" name="Line 105"/>
          <p:cNvSpPr>
            <a:spLocks noChangeShapeType="1"/>
          </p:cNvSpPr>
          <p:nvPr/>
        </p:nvSpPr>
        <p:spPr bwMode="auto">
          <a:xfrm>
            <a:off x="3727450" y="4576763"/>
            <a:ext cx="5462588"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0570" name="Rectangle 106"/>
          <p:cNvSpPr>
            <a:spLocks noChangeArrowheads="1"/>
          </p:cNvSpPr>
          <p:nvPr/>
        </p:nvSpPr>
        <p:spPr bwMode="auto">
          <a:xfrm>
            <a:off x="3660775" y="4705350"/>
            <a:ext cx="1257300" cy="414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solidFill>
                  <a:srgbClr val="000000"/>
                </a:solidFill>
                <a:latin typeface="Helvetica" panose="020B0604020202020204" pitchFamily="34" charset="0"/>
                <a:ea typeface="新細明體" charset="-120"/>
              </a:rPr>
              <a:t>10101100</a:t>
            </a:r>
          </a:p>
        </p:txBody>
      </p:sp>
      <p:sp>
        <p:nvSpPr>
          <p:cNvPr id="830571" name="Rectangle 107"/>
          <p:cNvSpPr>
            <a:spLocks noChangeArrowheads="1"/>
          </p:cNvSpPr>
          <p:nvPr/>
        </p:nvSpPr>
        <p:spPr bwMode="auto">
          <a:xfrm>
            <a:off x="5108575" y="4705350"/>
            <a:ext cx="1271588" cy="414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solidFill>
                  <a:srgbClr val="000000"/>
                </a:solidFill>
                <a:latin typeface="Helvetica" panose="020B0604020202020204" pitchFamily="34" charset="0"/>
                <a:ea typeface="新細明體" charset="-120"/>
              </a:rPr>
              <a:t>00010000</a:t>
            </a:r>
          </a:p>
        </p:txBody>
      </p:sp>
      <p:sp>
        <p:nvSpPr>
          <p:cNvPr id="830572" name="Rectangle 108"/>
          <p:cNvSpPr>
            <a:spLocks noChangeArrowheads="1"/>
          </p:cNvSpPr>
          <p:nvPr/>
        </p:nvSpPr>
        <p:spPr bwMode="auto">
          <a:xfrm>
            <a:off x="6418264" y="4705350"/>
            <a:ext cx="1385887"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latin typeface="Helvetica" panose="020B0604020202020204" pitchFamily="34" charset="0"/>
                <a:ea typeface="新細明體" charset="-120"/>
              </a:rPr>
              <a:t>00000010</a:t>
            </a:r>
          </a:p>
        </p:txBody>
      </p:sp>
      <p:sp>
        <p:nvSpPr>
          <p:cNvPr id="830573" name="Rectangle 109"/>
          <p:cNvSpPr>
            <a:spLocks noChangeArrowheads="1"/>
          </p:cNvSpPr>
          <p:nvPr/>
        </p:nvSpPr>
        <p:spPr bwMode="auto">
          <a:xfrm>
            <a:off x="7734300" y="4705350"/>
            <a:ext cx="1385888"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latin typeface="Helvetica" panose="020B0604020202020204" pitchFamily="34" charset="0"/>
                <a:ea typeface="新細明體" charset="-120"/>
              </a:rPr>
              <a:t>10</a:t>
            </a:r>
            <a:r>
              <a:rPr lang="en-US" altLang="zh-TW" sz="2000">
                <a:solidFill>
                  <a:srgbClr val="000000"/>
                </a:solidFill>
                <a:latin typeface="Helvetica" panose="020B0604020202020204" pitchFamily="34" charset="0"/>
                <a:ea typeface="新細明體" charset="-120"/>
              </a:rPr>
              <a:t>111111</a:t>
            </a:r>
          </a:p>
        </p:txBody>
      </p:sp>
      <p:sp>
        <p:nvSpPr>
          <p:cNvPr id="830574" name="Line 110"/>
          <p:cNvSpPr>
            <a:spLocks noChangeShapeType="1"/>
          </p:cNvSpPr>
          <p:nvPr/>
        </p:nvSpPr>
        <p:spPr bwMode="auto">
          <a:xfrm>
            <a:off x="3727450" y="5186363"/>
            <a:ext cx="5657850"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0575" name="Rectangle 111"/>
          <p:cNvSpPr>
            <a:spLocks noChangeArrowheads="1"/>
          </p:cNvSpPr>
          <p:nvPr/>
        </p:nvSpPr>
        <p:spPr bwMode="auto">
          <a:xfrm>
            <a:off x="3660775" y="5329239"/>
            <a:ext cx="1257300" cy="41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solidFill>
                  <a:srgbClr val="000000"/>
                </a:solidFill>
                <a:latin typeface="Helvetica" panose="020B0604020202020204" pitchFamily="34" charset="0"/>
                <a:ea typeface="新細明體" charset="-120"/>
              </a:rPr>
              <a:t>10101100</a:t>
            </a:r>
          </a:p>
        </p:txBody>
      </p:sp>
      <p:sp>
        <p:nvSpPr>
          <p:cNvPr id="830576" name="Rectangle 112"/>
          <p:cNvSpPr>
            <a:spLocks noChangeArrowheads="1"/>
          </p:cNvSpPr>
          <p:nvPr/>
        </p:nvSpPr>
        <p:spPr bwMode="auto">
          <a:xfrm>
            <a:off x="5108575" y="5329239"/>
            <a:ext cx="1271588" cy="41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solidFill>
                  <a:srgbClr val="000000"/>
                </a:solidFill>
                <a:latin typeface="Helvetica" panose="020B0604020202020204" pitchFamily="34" charset="0"/>
                <a:ea typeface="新細明體" charset="-120"/>
              </a:rPr>
              <a:t>00010000</a:t>
            </a:r>
          </a:p>
        </p:txBody>
      </p:sp>
      <p:sp>
        <p:nvSpPr>
          <p:cNvPr id="830577" name="Rectangle 113"/>
          <p:cNvSpPr>
            <a:spLocks noChangeArrowheads="1"/>
          </p:cNvSpPr>
          <p:nvPr/>
        </p:nvSpPr>
        <p:spPr bwMode="auto">
          <a:xfrm>
            <a:off x="6418264" y="5329239"/>
            <a:ext cx="1385887"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latin typeface="Helvetica" panose="020B0604020202020204" pitchFamily="34" charset="0"/>
                <a:ea typeface="新細明體" charset="-120"/>
              </a:rPr>
              <a:t>00000010</a:t>
            </a:r>
          </a:p>
        </p:txBody>
      </p:sp>
      <p:sp>
        <p:nvSpPr>
          <p:cNvPr id="830578" name="Rectangle 114"/>
          <p:cNvSpPr>
            <a:spLocks noChangeArrowheads="1"/>
          </p:cNvSpPr>
          <p:nvPr/>
        </p:nvSpPr>
        <p:spPr bwMode="auto">
          <a:xfrm>
            <a:off x="7734300" y="5329239"/>
            <a:ext cx="1385888"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latin typeface="Helvetica" panose="020B0604020202020204" pitchFamily="34" charset="0"/>
                <a:ea typeface="新細明體" charset="-120"/>
              </a:rPr>
              <a:t>10</a:t>
            </a:r>
            <a:r>
              <a:rPr lang="en-US" altLang="zh-TW" sz="2000">
                <a:solidFill>
                  <a:srgbClr val="000000"/>
                </a:solidFill>
                <a:latin typeface="Helvetica" panose="020B0604020202020204" pitchFamily="34" charset="0"/>
                <a:ea typeface="新細明體" charset="-120"/>
              </a:rPr>
              <a:t>000001</a:t>
            </a:r>
          </a:p>
        </p:txBody>
      </p:sp>
      <p:sp>
        <p:nvSpPr>
          <p:cNvPr id="830579" name="Line 115"/>
          <p:cNvSpPr>
            <a:spLocks noChangeShapeType="1"/>
          </p:cNvSpPr>
          <p:nvPr/>
        </p:nvSpPr>
        <p:spPr bwMode="auto">
          <a:xfrm>
            <a:off x="3727450" y="5795963"/>
            <a:ext cx="5462588"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0580" name="Rectangle 116"/>
          <p:cNvSpPr>
            <a:spLocks noChangeArrowheads="1"/>
          </p:cNvSpPr>
          <p:nvPr/>
        </p:nvSpPr>
        <p:spPr bwMode="auto">
          <a:xfrm>
            <a:off x="3660775" y="5938839"/>
            <a:ext cx="1257300" cy="41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solidFill>
                  <a:srgbClr val="000000"/>
                </a:solidFill>
                <a:latin typeface="Helvetica" panose="020B0604020202020204" pitchFamily="34" charset="0"/>
                <a:ea typeface="新細明體" charset="-120"/>
              </a:rPr>
              <a:t>10101100</a:t>
            </a:r>
          </a:p>
        </p:txBody>
      </p:sp>
      <p:sp>
        <p:nvSpPr>
          <p:cNvPr id="830581" name="Rectangle 117"/>
          <p:cNvSpPr>
            <a:spLocks noChangeArrowheads="1"/>
          </p:cNvSpPr>
          <p:nvPr/>
        </p:nvSpPr>
        <p:spPr bwMode="auto">
          <a:xfrm>
            <a:off x="5108575" y="5938839"/>
            <a:ext cx="1271588" cy="41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solidFill>
                  <a:srgbClr val="000000"/>
                </a:solidFill>
                <a:latin typeface="Helvetica" panose="020B0604020202020204" pitchFamily="34" charset="0"/>
                <a:ea typeface="新細明體" charset="-120"/>
              </a:rPr>
              <a:t>00010000</a:t>
            </a:r>
          </a:p>
        </p:txBody>
      </p:sp>
      <p:sp>
        <p:nvSpPr>
          <p:cNvPr id="830582" name="Rectangle 118"/>
          <p:cNvSpPr>
            <a:spLocks noChangeArrowheads="1"/>
          </p:cNvSpPr>
          <p:nvPr/>
        </p:nvSpPr>
        <p:spPr bwMode="auto">
          <a:xfrm>
            <a:off x="6411914" y="5938839"/>
            <a:ext cx="1385887"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latin typeface="Helvetica" panose="020B0604020202020204" pitchFamily="34" charset="0"/>
                <a:ea typeface="新細明體" charset="-120"/>
              </a:rPr>
              <a:t>00000010</a:t>
            </a:r>
          </a:p>
        </p:txBody>
      </p:sp>
      <p:sp>
        <p:nvSpPr>
          <p:cNvPr id="830583" name="Rectangle 119"/>
          <p:cNvSpPr>
            <a:spLocks noChangeArrowheads="1"/>
          </p:cNvSpPr>
          <p:nvPr/>
        </p:nvSpPr>
        <p:spPr bwMode="auto">
          <a:xfrm>
            <a:off x="7727950" y="5948364"/>
            <a:ext cx="1385888"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latin typeface="Helvetica" panose="020B0604020202020204" pitchFamily="34" charset="0"/>
                <a:ea typeface="新細明體" charset="-120"/>
              </a:rPr>
              <a:t>10</a:t>
            </a:r>
            <a:r>
              <a:rPr lang="en-US" altLang="zh-TW" sz="2000">
                <a:solidFill>
                  <a:srgbClr val="000000"/>
                </a:solidFill>
                <a:latin typeface="Helvetica" panose="020B0604020202020204" pitchFamily="34" charset="0"/>
                <a:ea typeface="新細明體" charset="-120"/>
              </a:rPr>
              <a:t>111110</a:t>
            </a:r>
          </a:p>
        </p:txBody>
      </p:sp>
      <p:sp>
        <p:nvSpPr>
          <p:cNvPr id="830584" name="Rectangle 120"/>
          <p:cNvSpPr>
            <a:spLocks noChangeArrowheads="1"/>
          </p:cNvSpPr>
          <p:nvPr/>
        </p:nvSpPr>
        <p:spPr bwMode="auto">
          <a:xfrm>
            <a:off x="9209088" y="28511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Host</a:t>
            </a:r>
            <a:endParaRPr lang="en-US" altLang="zh-TW" sz="2700">
              <a:solidFill>
                <a:srgbClr val="000000"/>
              </a:solidFill>
              <a:latin typeface="Helvetica" panose="020B0604020202020204" pitchFamily="34" charset="0"/>
              <a:ea typeface="新細明體" charset="-120"/>
            </a:endParaRPr>
          </a:p>
        </p:txBody>
      </p:sp>
      <p:sp>
        <p:nvSpPr>
          <p:cNvPr id="830585" name="Rectangle 121"/>
          <p:cNvSpPr>
            <a:spLocks noChangeArrowheads="1"/>
          </p:cNvSpPr>
          <p:nvPr/>
        </p:nvSpPr>
        <p:spPr bwMode="auto">
          <a:xfrm>
            <a:off x="9209088" y="33972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Mask</a:t>
            </a:r>
            <a:endParaRPr lang="en-US" altLang="zh-TW" sz="2700">
              <a:solidFill>
                <a:srgbClr val="000000"/>
              </a:solidFill>
              <a:latin typeface="Helvetica" panose="020B0604020202020204" pitchFamily="34" charset="0"/>
              <a:ea typeface="新細明體" charset="-120"/>
            </a:endParaRPr>
          </a:p>
        </p:txBody>
      </p:sp>
      <p:sp>
        <p:nvSpPr>
          <p:cNvPr id="830586" name="Rectangle 122"/>
          <p:cNvSpPr>
            <a:spLocks noChangeArrowheads="1"/>
          </p:cNvSpPr>
          <p:nvPr/>
        </p:nvSpPr>
        <p:spPr bwMode="auto">
          <a:xfrm>
            <a:off x="9209088" y="40195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Subnet</a:t>
            </a:r>
            <a:endParaRPr lang="en-US" altLang="zh-TW" sz="2700">
              <a:solidFill>
                <a:srgbClr val="000000"/>
              </a:solidFill>
              <a:latin typeface="Helvetica" panose="020B0604020202020204" pitchFamily="34" charset="0"/>
              <a:ea typeface="新細明體" charset="-120"/>
            </a:endParaRPr>
          </a:p>
        </p:txBody>
      </p:sp>
      <p:sp>
        <p:nvSpPr>
          <p:cNvPr id="830587" name="Rectangle 123"/>
          <p:cNvSpPr>
            <a:spLocks noChangeArrowheads="1"/>
          </p:cNvSpPr>
          <p:nvPr/>
        </p:nvSpPr>
        <p:spPr bwMode="auto">
          <a:xfrm>
            <a:off x="9209088" y="46291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Broadcast</a:t>
            </a:r>
            <a:endParaRPr lang="en-US" altLang="zh-TW" sz="2700">
              <a:solidFill>
                <a:srgbClr val="000000"/>
              </a:solidFill>
              <a:latin typeface="Helvetica" panose="020B0604020202020204" pitchFamily="34" charset="0"/>
              <a:ea typeface="新細明體" charset="-120"/>
            </a:endParaRPr>
          </a:p>
        </p:txBody>
      </p:sp>
      <p:sp>
        <p:nvSpPr>
          <p:cNvPr id="830588" name="Rectangle 124"/>
          <p:cNvSpPr>
            <a:spLocks noChangeArrowheads="1"/>
          </p:cNvSpPr>
          <p:nvPr/>
        </p:nvSpPr>
        <p:spPr bwMode="auto">
          <a:xfrm>
            <a:off x="9209088" y="58483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Last</a:t>
            </a:r>
            <a:endParaRPr lang="en-US" altLang="zh-TW" sz="2700">
              <a:solidFill>
                <a:srgbClr val="000000"/>
              </a:solidFill>
              <a:latin typeface="Helvetica" panose="020B0604020202020204" pitchFamily="34" charset="0"/>
              <a:ea typeface="新細明體" charset="-120"/>
            </a:endParaRPr>
          </a:p>
        </p:txBody>
      </p:sp>
      <p:sp>
        <p:nvSpPr>
          <p:cNvPr id="830589" name="Rectangle 125"/>
          <p:cNvSpPr>
            <a:spLocks noChangeArrowheads="1"/>
          </p:cNvSpPr>
          <p:nvPr/>
        </p:nvSpPr>
        <p:spPr bwMode="auto">
          <a:xfrm>
            <a:off x="9209088" y="52387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First</a:t>
            </a:r>
            <a:endParaRPr lang="en-US" altLang="zh-TW" sz="2700">
              <a:solidFill>
                <a:srgbClr val="000000"/>
              </a:solidFill>
              <a:latin typeface="Helvetica" panose="020B0604020202020204" pitchFamily="34" charset="0"/>
              <a:ea typeface="新細明體" charset="-120"/>
            </a:endParaRPr>
          </a:p>
        </p:txBody>
      </p:sp>
      <p:sp>
        <p:nvSpPr>
          <p:cNvPr id="830590" name="Text Box 126"/>
          <p:cNvSpPr txBox="1">
            <a:spLocks noChangeArrowheads="1"/>
          </p:cNvSpPr>
          <p:nvPr/>
        </p:nvSpPr>
        <p:spPr bwMode="auto">
          <a:xfrm>
            <a:off x="1752600" y="2970491"/>
            <a:ext cx="1410964"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l">
              <a:spcBef>
                <a:spcPct val="50000"/>
              </a:spcBef>
            </a:pPr>
            <a:r>
              <a:rPr lang="en-US" altLang="zh-TW">
                <a:ea typeface="新細明體" charset="-120"/>
              </a:rPr>
              <a:t>172.16.2.160</a:t>
            </a:r>
          </a:p>
        </p:txBody>
      </p:sp>
      <p:sp>
        <p:nvSpPr>
          <p:cNvPr id="830591" name="Text Box 127"/>
          <p:cNvSpPr txBox="1">
            <a:spLocks noChangeArrowheads="1"/>
          </p:cNvSpPr>
          <p:nvPr/>
        </p:nvSpPr>
        <p:spPr bwMode="auto">
          <a:xfrm>
            <a:off x="1752601" y="3503891"/>
            <a:ext cx="1762021"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l">
              <a:spcBef>
                <a:spcPct val="50000"/>
              </a:spcBef>
            </a:pPr>
            <a:r>
              <a:rPr lang="en-US" altLang="zh-TW">
                <a:ea typeface="新細明體" charset="-120"/>
              </a:rPr>
              <a:t>255.255.255.192</a:t>
            </a:r>
          </a:p>
        </p:txBody>
      </p:sp>
      <p:sp>
        <p:nvSpPr>
          <p:cNvPr id="830596" name="Oval 132"/>
          <p:cNvSpPr>
            <a:spLocks noChangeArrowheads="1"/>
          </p:cNvSpPr>
          <p:nvPr/>
        </p:nvSpPr>
        <p:spPr bwMode="auto">
          <a:xfrm>
            <a:off x="9899650" y="2902626"/>
            <a:ext cx="259766" cy="519351"/>
          </a:xfrm>
          <a:prstGeom prst="ellipse">
            <a:avLst/>
          </a:prstGeom>
          <a:solidFill>
            <a:schemeClr val="accent2">
              <a:lumMod val="40000"/>
              <a:lumOff val="60000"/>
            </a:schemeClr>
          </a:solidFill>
          <a:ln>
            <a:noFill/>
          </a:ln>
          <a:effectLst/>
        </p:spPr>
        <p:txBody>
          <a:bodyPr wrap="none" anchor="ctr">
            <a:spAutoFit/>
          </a:bodyPr>
          <a:lstStyle/>
          <a:p>
            <a:endParaRPr lang="en-US"/>
          </a:p>
        </p:txBody>
      </p:sp>
      <p:sp>
        <p:nvSpPr>
          <p:cNvPr id="830597" name="Text Box 133"/>
          <p:cNvSpPr txBox="1">
            <a:spLocks noChangeArrowheads="1"/>
          </p:cNvSpPr>
          <p:nvPr/>
        </p:nvSpPr>
        <p:spPr bwMode="auto">
          <a:xfrm>
            <a:off x="9937750" y="2979738"/>
            <a:ext cx="311150"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l">
              <a:spcBef>
                <a:spcPct val="50000"/>
              </a:spcBef>
            </a:pPr>
            <a:r>
              <a:rPr lang="en-US" altLang="zh-TW" dirty="0">
                <a:solidFill>
                  <a:schemeClr val="hlink"/>
                </a:solidFill>
                <a:ea typeface="新細明體" charset="-120"/>
              </a:rPr>
              <a:t>1</a:t>
            </a:r>
            <a:endParaRPr lang="en-US" altLang="zh-TW" dirty="0">
              <a:ea typeface="新細明體" charset="-120"/>
            </a:endParaRPr>
          </a:p>
        </p:txBody>
      </p:sp>
      <p:sp>
        <p:nvSpPr>
          <p:cNvPr id="830598" name="Oval 134"/>
          <p:cNvSpPr>
            <a:spLocks noChangeArrowheads="1"/>
          </p:cNvSpPr>
          <p:nvPr/>
        </p:nvSpPr>
        <p:spPr bwMode="auto">
          <a:xfrm>
            <a:off x="9893300" y="3436026"/>
            <a:ext cx="259766" cy="519351"/>
          </a:xfrm>
          <a:prstGeom prst="ellipse">
            <a:avLst/>
          </a:prstGeom>
          <a:solidFill>
            <a:schemeClr val="accent2">
              <a:lumMod val="40000"/>
              <a:lumOff val="60000"/>
            </a:schemeClr>
          </a:solidFill>
          <a:ln>
            <a:noFill/>
          </a:ln>
          <a:effectLst/>
        </p:spPr>
        <p:txBody>
          <a:bodyPr wrap="none" anchor="ctr">
            <a:spAutoFit/>
          </a:bodyPr>
          <a:lstStyle/>
          <a:p>
            <a:endParaRPr lang="en-US"/>
          </a:p>
        </p:txBody>
      </p:sp>
      <p:sp>
        <p:nvSpPr>
          <p:cNvPr id="830599" name="Text Box 135"/>
          <p:cNvSpPr txBox="1">
            <a:spLocks noChangeArrowheads="1"/>
          </p:cNvSpPr>
          <p:nvPr/>
        </p:nvSpPr>
        <p:spPr bwMode="auto">
          <a:xfrm>
            <a:off x="9931400" y="3506788"/>
            <a:ext cx="311150" cy="366712"/>
          </a:xfrm>
          <a:prstGeom prst="rect">
            <a:avLst/>
          </a:prstGeom>
          <a:solidFill>
            <a:schemeClr val="accent2">
              <a:lumMod val="40000"/>
              <a:lumOff val="60000"/>
            </a:schemeClr>
          </a:solidFill>
          <a:ln>
            <a:noFill/>
          </a:ln>
          <a:effectLst/>
        </p:spPr>
        <p:txBody>
          <a:bodyPr wrap="none" anchor="ctr">
            <a:spAutoFit/>
          </a:bodyPr>
          <a:lstStyle/>
          <a:p>
            <a:pPr algn="l">
              <a:spcBef>
                <a:spcPct val="50000"/>
              </a:spcBef>
            </a:pPr>
            <a:r>
              <a:rPr lang="en-US" altLang="zh-TW">
                <a:solidFill>
                  <a:schemeClr val="hlink"/>
                </a:solidFill>
                <a:ea typeface="新細明體" charset="-120"/>
              </a:rPr>
              <a:t>2</a:t>
            </a:r>
            <a:endParaRPr lang="en-US" altLang="zh-TW">
              <a:ea typeface="新細明體" charset="-120"/>
            </a:endParaRPr>
          </a:p>
        </p:txBody>
      </p:sp>
      <p:sp>
        <p:nvSpPr>
          <p:cNvPr id="830600" name="Oval 136"/>
          <p:cNvSpPr>
            <a:spLocks noChangeArrowheads="1"/>
          </p:cNvSpPr>
          <p:nvPr/>
        </p:nvSpPr>
        <p:spPr bwMode="auto">
          <a:xfrm>
            <a:off x="7994650" y="2369226"/>
            <a:ext cx="259766" cy="519351"/>
          </a:xfrm>
          <a:prstGeom prst="ellipse">
            <a:avLst/>
          </a:prstGeom>
          <a:solidFill>
            <a:schemeClr val="accent2">
              <a:lumMod val="40000"/>
              <a:lumOff val="60000"/>
            </a:schemeClr>
          </a:solidFill>
          <a:ln>
            <a:noFill/>
          </a:ln>
          <a:effectLst/>
        </p:spPr>
        <p:txBody>
          <a:bodyPr wrap="none" anchor="ctr">
            <a:spAutoFit/>
          </a:bodyPr>
          <a:lstStyle/>
          <a:p>
            <a:endParaRPr lang="en-US"/>
          </a:p>
        </p:txBody>
      </p:sp>
      <p:sp>
        <p:nvSpPr>
          <p:cNvPr id="830601" name="Text Box 137"/>
          <p:cNvSpPr txBox="1">
            <a:spLocks noChangeArrowheads="1"/>
          </p:cNvSpPr>
          <p:nvPr/>
        </p:nvSpPr>
        <p:spPr bwMode="auto">
          <a:xfrm>
            <a:off x="8032750" y="2439988"/>
            <a:ext cx="311150" cy="366712"/>
          </a:xfrm>
          <a:prstGeom prst="rect">
            <a:avLst/>
          </a:prstGeom>
          <a:solidFill>
            <a:schemeClr val="accent2">
              <a:lumMod val="40000"/>
              <a:lumOff val="60000"/>
            </a:schemeClr>
          </a:solidFill>
          <a:ln>
            <a:noFill/>
          </a:ln>
          <a:effectLst/>
        </p:spPr>
        <p:txBody>
          <a:bodyPr wrap="none" anchor="ctr">
            <a:spAutoFit/>
          </a:bodyPr>
          <a:lstStyle/>
          <a:p>
            <a:pPr algn="l">
              <a:spcBef>
                <a:spcPct val="50000"/>
              </a:spcBef>
            </a:pPr>
            <a:r>
              <a:rPr lang="en-US" altLang="zh-TW">
                <a:solidFill>
                  <a:schemeClr val="hlink"/>
                </a:solidFill>
                <a:ea typeface="新細明體" charset="-120"/>
              </a:rPr>
              <a:t>3</a:t>
            </a:r>
            <a:endParaRPr lang="en-US" altLang="zh-TW">
              <a:ea typeface="新細明體" charset="-120"/>
            </a:endParaRPr>
          </a:p>
        </p:txBody>
      </p:sp>
      <p:sp>
        <p:nvSpPr>
          <p:cNvPr id="830602" name="Oval 138"/>
          <p:cNvSpPr>
            <a:spLocks noChangeArrowheads="1"/>
          </p:cNvSpPr>
          <p:nvPr/>
        </p:nvSpPr>
        <p:spPr bwMode="auto">
          <a:xfrm>
            <a:off x="10028238" y="4031339"/>
            <a:ext cx="259766" cy="519351"/>
          </a:xfrm>
          <a:prstGeom prst="ellipse">
            <a:avLst/>
          </a:prstGeom>
          <a:solidFill>
            <a:schemeClr val="accent2">
              <a:lumMod val="40000"/>
              <a:lumOff val="60000"/>
            </a:schemeClr>
          </a:solidFill>
          <a:ln>
            <a:noFill/>
          </a:ln>
          <a:effectLst/>
        </p:spPr>
        <p:txBody>
          <a:bodyPr wrap="none" anchor="ctr">
            <a:spAutoFit/>
          </a:bodyPr>
          <a:lstStyle/>
          <a:p>
            <a:endParaRPr lang="en-US"/>
          </a:p>
        </p:txBody>
      </p:sp>
      <p:sp>
        <p:nvSpPr>
          <p:cNvPr id="830603" name="Text Box 139"/>
          <p:cNvSpPr txBox="1">
            <a:spLocks noChangeArrowheads="1"/>
          </p:cNvSpPr>
          <p:nvPr/>
        </p:nvSpPr>
        <p:spPr bwMode="auto">
          <a:xfrm>
            <a:off x="10047288" y="4108451"/>
            <a:ext cx="311150" cy="366713"/>
          </a:xfrm>
          <a:prstGeom prst="rect">
            <a:avLst/>
          </a:prstGeom>
          <a:solidFill>
            <a:schemeClr val="accent2">
              <a:lumMod val="40000"/>
              <a:lumOff val="60000"/>
            </a:schemeClr>
          </a:solidFill>
          <a:ln>
            <a:noFill/>
          </a:ln>
          <a:effectLst/>
        </p:spPr>
        <p:txBody>
          <a:bodyPr wrap="none" anchor="ctr">
            <a:spAutoFit/>
          </a:bodyPr>
          <a:lstStyle/>
          <a:p>
            <a:pPr algn="l">
              <a:spcBef>
                <a:spcPct val="50000"/>
              </a:spcBef>
            </a:pPr>
            <a:r>
              <a:rPr lang="en-US" altLang="zh-TW">
                <a:solidFill>
                  <a:schemeClr val="hlink"/>
                </a:solidFill>
                <a:ea typeface="新細明體" charset="-120"/>
              </a:rPr>
              <a:t>4</a:t>
            </a:r>
            <a:endParaRPr lang="en-US" altLang="zh-TW">
              <a:ea typeface="新細明體" charset="-120"/>
            </a:endParaRPr>
          </a:p>
        </p:txBody>
      </p:sp>
      <p:sp>
        <p:nvSpPr>
          <p:cNvPr id="830604" name="Oval 140"/>
          <p:cNvSpPr>
            <a:spLocks noChangeArrowheads="1"/>
          </p:cNvSpPr>
          <p:nvPr/>
        </p:nvSpPr>
        <p:spPr bwMode="auto">
          <a:xfrm>
            <a:off x="9110663" y="4960026"/>
            <a:ext cx="259766" cy="519351"/>
          </a:xfrm>
          <a:prstGeom prst="ellipse">
            <a:avLst/>
          </a:prstGeom>
          <a:solidFill>
            <a:schemeClr val="accent2">
              <a:lumMod val="40000"/>
              <a:lumOff val="60000"/>
            </a:schemeClr>
          </a:solidFill>
          <a:ln>
            <a:noFill/>
          </a:ln>
          <a:effectLst/>
        </p:spPr>
        <p:txBody>
          <a:bodyPr wrap="none" anchor="ctr">
            <a:spAutoFit/>
          </a:bodyPr>
          <a:lstStyle/>
          <a:p>
            <a:endParaRPr lang="en-US"/>
          </a:p>
        </p:txBody>
      </p:sp>
      <p:sp>
        <p:nvSpPr>
          <p:cNvPr id="830605" name="Text Box 141"/>
          <p:cNvSpPr txBox="1">
            <a:spLocks noChangeArrowheads="1"/>
          </p:cNvSpPr>
          <p:nvPr/>
        </p:nvSpPr>
        <p:spPr bwMode="auto">
          <a:xfrm>
            <a:off x="9148763" y="5037138"/>
            <a:ext cx="311150" cy="366712"/>
          </a:xfrm>
          <a:prstGeom prst="rect">
            <a:avLst/>
          </a:prstGeom>
          <a:solidFill>
            <a:schemeClr val="accent2">
              <a:lumMod val="40000"/>
              <a:lumOff val="60000"/>
            </a:schemeClr>
          </a:solidFill>
          <a:ln>
            <a:noFill/>
          </a:ln>
          <a:effectLst/>
        </p:spPr>
        <p:txBody>
          <a:bodyPr wrap="none" anchor="ctr">
            <a:spAutoFit/>
          </a:bodyPr>
          <a:lstStyle/>
          <a:p>
            <a:pPr algn="l">
              <a:spcBef>
                <a:spcPct val="50000"/>
              </a:spcBef>
            </a:pPr>
            <a:r>
              <a:rPr lang="en-US" altLang="zh-TW">
                <a:solidFill>
                  <a:schemeClr val="hlink"/>
                </a:solidFill>
                <a:ea typeface="新細明體" charset="-120"/>
              </a:rPr>
              <a:t>5</a:t>
            </a:r>
            <a:endParaRPr lang="en-US" altLang="zh-TW">
              <a:ea typeface="新細明體" charset="-120"/>
            </a:endParaRPr>
          </a:p>
        </p:txBody>
      </p:sp>
      <p:sp>
        <p:nvSpPr>
          <p:cNvPr id="830606" name="Oval 142"/>
          <p:cNvSpPr>
            <a:spLocks noChangeArrowheads="1"/>
          </p:cNvSpPr>
          <p:nvPr/>
        </p:nvSpPr>
        <p:spPr bwMode="auto">
          <a:xfrm>
            <a:off x="9893300" y="5264826"/>
            <a:ext cx="259766" cy="519351"/>
          </a:xfrm>
          <a:prstGeom prst="ellipse">
            <a:avLst/>
          </a:prstGeom>
          <a:solidFill>
            <a:schemeClr val="accent2">
              <a:lumMod val="40000"/>
              <a:lumOff val="60000"/>
            </a:schemeClr>
          </a:solidFill>
          <a:ln>
            <a:noFill/>
          </a:ln>
          <a:effectLst/>
        </p:spPr>
        <p:txBody>
          <a:bodyPr wrap="none" anchor="ctr">
            <a:spAutoFit/>
          </a:bodyPr>
          <a:lstStyle/>
          <a:p>
            <a:endParaRPr lang="en-US"/>
          </a:p>
        </p:txBody>
      </p:sp>
      <p:sp>
        <p:nvSpPr>
          <p:cNvPr id="830607" name="Text Box 143"/>
          <p:cNvSpPr txBox="1">
            <a:spLocks noChangeArrowheads="1"/>
          </p:cNvSpPr>
          <p:nvPr/>
        </p:nvSpPr>
        <p:spPr bwMode="auto">
          <a:xfrm>
            <a:off x="9937750" y="5341938"/>
            <a:ext cx="311150" cy="366712"/>
          </a:xfrm>
          <a:prstGeom prst="rect">
            <a:avLst/>
          </a:prstGeom>
          <a:solidFill>
            <a:schemeClr val="accent2">
              <a:lumMod val="40000"/>
              <a:lumOff val="60000"/>
            </a:schemeClr>
          </a:solidFill>
          <a:ln>
            <a:noFill/>
          </a:ln>
          <a:effectLst/>
        </p:spPr>
        <p:txBody>
          <a:bodyPr wrap="none" anchor="ctr">
            <a:spAutoFit/>
          </a:bodyPr>
          <a:lstStyle/>
          <a:p>
            <a:pPr algn="l">
              <a:spcBef>
                <a:spcPct val="50000"/>
              </a:spcBef>
            </a:pPr>
            <a:r>
              <a:rPr lang="en-US" altLang="zh-TW">
                <a:solidFill>
                  <a:schemeClr val="hlink"/>
                </a:solidFill>
                <a:ea typeface="新細明體" charset="-120"/>
              </a:rPr>
              <a:t>6</a:t>
            </a:r>
            <a:endParaRPr lang="en-US" altLang="zh-TW">
              <a:ea typeface="新細明體" charset="-120"/>
            </a:endParaRPr>
          </a:p>
        </p:txBody>
      </p:sp>
      <p:sp>
        <p:nvSpPr>
          <p:cNvPr id="830608" name="Oval 144"/>
          <p:cNvSpPr>
            <a:spLocks noChangeArrowheads="1"/>
          </p:cNvSpPr>
          <p:nvPr/>
        </p:nvSpPr>
        <p:spPr bwMode="auto">
          <a:xfrm>
            <a:off x="9893300" y="5860139"/>
            <a:ext cx="259766" cy="519351"/>
          </a:xfrm>
          <a:prstGeom prst="ellipse">
            <a:avLst/>
          </a:prstGeom>
          <a:solidFill>
            <a:schemeClr val="accent2">
              <a:lumMod val="40000"/>
              <a:lumOff val="60000"/>
            </a:schemeClr>
          </a:solidFill>
          <a:ln>
            <a:noFill/>
          </a:ln>
          <a:effectLst/>
        </p:spPr>
        <p:txBody>
          <a:bodyPr wrap="none" anchor="ctr">
            <a:spAutoFit/>
          </a:bodyPr>
          <a:lstStyle/>
          <a:p>
            <a:endParaRPr lang="en-US"/>
          </a:p>
        </p:txBody>
      </p:sp>
      <p:sp>
        <p:nvSpPr>
          <p:cNvPr id="830609" name="Text Box 145"/>
          <p:cNvSpPr txBox="1">
            <a:spLocks noChangeArrowheads="1"/>
          </p:cNvSpPr>
          <p:nvPr/>
        </p:nvSpPr>
        <p:spPr bwMode="auto">
          <a:xfrm>
            <a:off x="9944100" y="5943601"/>
            <a:ext cx="311150" cy="366713"/>
          </a:xfrm>
          <a:prstGeom prst="rect">
            <a:avLst/>
          </a:prstGeom>
          <a:solidFill>
            <a:schemeClr val="accent2">
              <a:lumMod val="40000"/>
              <a:lumOff val="60000"/>
            </a:schemeClr>
          </a:solidFill>
          <a:ln>
            <a:noFill/>
          </a:ln>
          <a:effectLst/>
        </p:spPr>
        <p:txBody>
          <a:bodyPr wrap="none" anchor="ctr">
            <a:spAutoFit/>
          </a:bodyPr>
          <a:lstStyle/>
          <a:p>
            <a:pPr algn="l">
              <a:spcBef>
                <a:spcPct val="50000"/>
              </a:spcBef>
            </a:pPr>
            <a:r>
              <a:rPr lang="en-US" altLang="zh-TW">
                <a:solidFill>
                  <a:schemeClr val="hlink"/>
                </a:solidFill>
                <a:ea typeface="新細明體" charset="-120"/>
              </a:rPr>
              <a:t>7</a:t>
            </a:r>
            <a:endParaRPr lang="en-US" altLang="zh-TW">
              <a:ea typeface="新細明體" charset="-120"/>
            </a:endParaRPr>
          </a:p>
        </p:txBody>
      </p:sp>
      <p:sp>
        <p:nvSpPr>
          <p:cNvPr id="830610" name="Oval 146"/>
          <p:cNvSpPr>
            <a:spLocks noChangeArrowheads="1"/>
          </p:cNvSpPr>
          <p:nvPr/>
        </p:nvSpPr>
        <p:spPr bwMode="auto">
          <a:xfrm>
            <a:off x="3422650" y="3701139"/>
            <a:ext cx="259766" cy="519351"/>
          </a:xfrm>
          <a:prstGeom prst="ellipse">
            <a:avLst/>
          </a:prstGeom>
          <a:solidFill>
            <a:schemeClr val="accent2">
              <a:lumMod val="40000"/>
              <a:lumOff val="60000"/>
            </a:schemeClr>
          </a:solidFill>
          <a:ln>
            <a:noFill/>
          </a:ln>
          <a:effectLst/>
        </p:spPr>
        <p:txBody>
          <a:bodyPr wrap="none" anchor="ctr">
            <a:spAutoFit/>
          </a:bodyPr>
          <a:lstStyle/>
          <a:p>
            <a:endParaRPr lang="en-US"/>
          </a:p>
        </p:txBody>
      </p:sp>
      <p:sp>
        <p:nvSpPr>
          <p:cNvPr id="830611" name="Text Box 147"/>
          <p:cNvSpPr txBox="1">
            <a:spLocks noChangeArrowheads="1"/>
          </p:cNvSpPr>
          <p:nvPr/>
        </p:nvSpPr>
        <p:spPr bwMode="auto">
          <a:xfrm>
            <a:off x="3467100" y="3784601"/>
            <a:ext cx="311150" cy="366713"/>
          </a:xfrm>
          <a:prstGeom prst="rect">
            <a:avLst/>
          </a:prstGeom>
          <a:solidFill>
            <a:schemeClr val="accent2">
              <a:lumMod val="40000"/>
              <a:lumOff val="60000"/>
            </a:schemeClr>
          </a:solidFill>
          <a:ln>
            <a:noFill/>
          </a:ln>
          <a:effectLst/>
        </p:spPr>
        <p:txBody>
          <a:bodyPr wrap="none" anchor="ctr">
            <a:spAutoFit/>
          </a:bodyPr>
          <a:lstStyle/>
          <a:p>
            <a:pPr algn="l">
              <a:spcBef>
                <a:spcPct val="50000"/>
              </a:spcBef>
            </a:pPr>
            <a:r>
              <a:rPr lang="en-US" altLang="zh-TW">
                <a:solidFill>
                  <a:schemeClr val="hlink"/>
                </a:solidFill>
                <a:ea typeface="新細明體" charset="-120"/>
              </a:rPr>
              <a:t>8</a:t>
            </a:r>
            <a:endParaRPr lang="en-US" altLang="zh-TW">
              <a:ea typeface="新細明體" charset="-120"/>
            </a:endParaRPr>
          </a:p>
        </p:txBody>
      </p:sp>
      <p:sp>
        <p:nvSpPr>
          <p:cNvPr id="830614" name="Rectangle 150"/>
          <p:cNvSpPr>
            <a:spLocks noChangeArrowheads="1"/>
          </p:cNvSpPr>
          <p:nvPr/>
        </p:nvSpPr>
        <p:spPr bwMode="auto">
          <a:xfrm>
            <a:off x="3660775" y="1676400"/>
            <a:ext cx="1385888" cy="457200"/>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830615" name="Rectangle 151"/>
          <p:cNvSpPr>
            <a:spLocks noChangeArrowheads="1"/>
          </p:cNvSpPr>
          <p:nvPr/>
        </p:nvSpPr>
        <p:spPr bwMode="auto">
          <a:xfrm>
            <a:off x="5011738" y="1676400"/>
            <a:ext cx="1465262" cy="457200"/>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830616" name="Rectangle 152"/>
          <p:cNvSpPr>
            <a:spLocks noChangeArrowheads="1"/>
          </p:cNvSpPr>
          <p:nvPr/>
        </p:nvSpPr>
        <p:spPr bwMode="auto">
          <a:xfrm>
            <a:off x="6370638" y="1676400"/>
            <a:ext cx="1465262" cy="457200"/>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830617" name="Rectangle 153"/>
          <p:cNvSpPr>
            <a:spLocks noChangeArrowheads="1"/>
          </p:cNvSpPr>
          <p:nvPr/>
        </p:nvSpPr>
        <p:spPr bwMode="auto">
          <a:xfrm>
            <a:off x="7818438" y="1676400"/>
            <a:ext cx="1465262" cy="457200"/>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830618" name="Rectangle 154"/>
          <p:cNvSpPr>
            <a:spLocks noChangeArrowheads="1"/>
          </p:cNvSpPr>
          <p:nvPr/>
        </p:nvSpPr>
        <p:spPr bwMode="auto">
          <a:xfrm>
            <a:off x="5638800" y="1757364"/>
            <a:ext cx="74295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16</a:t>
            </a:r>
          </a:p>
        </p:txBody>
      </p:sp>
      <p:sp>
        <p:nvSpPr>
          <p:cNvPr id="830619" name="Rectangle 155"/>
          <p:cNvSpPr>
            <a:spLocks noChangeArrowheads="1"/>
          </p:cNvSpPr>
          <p:nvPr/>
        </p:nvSpPr>
        <p:spPr bwMode="auto">
          <a:xfrm>
            <a:off x="4133850" y="1752600"/>
            <a:ext cx="742950"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172</a:t>
            </a:r>
          </a:p>
        </p:txBody>
      </p:sp>
      <p:sp>
        <p:nvSpPr>
          <p:cNvPr id="830620" name="Rectangle 156"/>
          <p:cNvSpPr>
            <a:spLocks noChangeArrowheads="1"/>
          </p:cNvSpPr>
          <p:nvPr/>
        </p:nvSpPr>
        <p:spPr bwMode="auto">
          <a:xfrm>
            <a:off x="7056438" y="1757364"/>
            <a:ext cx="45720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2</a:t>
            </a:r>
          </a:p>
        </p:txBody>
      </p:sp>
      <p:sp>
        <p:nvSpPr>
          <p:cNvPr id="830621" name="Rectangle 157"/>
          <p:cNvSpPr>
            <a:spLocks noChangeArrowheads="1"/>
          </p:cNvSpPr>
          <p:nvPr/>
        </p:nvSpPr>
        <p:spPr bwMode="auto">
          <a:xfrm>
            <a:off x="8382000" y="1757364"/>
            <a:ext cx="45720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160</a:t>
            </a:r>
          </a:p>
        </p:txBody>
      </p:sp>
    </p:spTree>
    <p:extLst>
      <p:ext uri="{BB962C8B-B14F-4D97-AF65-F5344CB8AC3E}">
        <p14:creationId xmlns:p14="http://schemas.microsoft.com/office/powerpoint/2010/main" val="2569227371"/>
      </p:ext>
    </p:extLst>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2035" name="Rectangle 3"/>
          <p:cNvSpPr>
            <a:spLocks noGrp="1" noChangeArrowheads="1"/>
          </p:cNvSpPr>
          <p:nvPr>
            <p:ph type="title"/>
          </p:nvPr>
        </p:nvSpPr>
        <p:spPr>
          <a:noFill/>
          <a:ln/>
        </p:spPr>
        <p:txBody>
          <a:bodyPr vert="horz" lIns="82153" tIns="41076" rIns="82153" bIns="41076" rtlCol="0" anchor="ctr" anchorCtr="0">
            <a:normAutofit/>
          </a:bodyPr>
          <a:lstStyle/>
          <a:p>
            <a:r>
              <a:rPr lang="en-US" altLang="zh-TW" dirty="0">
                <a:solidFill>
                  <a:srgbClr val="00B0F0"/>
                </a:solidFill>
                <a:ea typeface="新細明體" charset="-120"/>
              </a:rPr>
              <a:t>Addressing Summary Example</a:t>
            </a:r>
          </a:p>
        </p:txBody>
      </p:sp>
      <p:sp>
        <p:nvSpPr>
          <p:cNvPr id="812048" name="Line 16"/>
          <p:cNvSpPr>
            <a:spLocks noChangeShapeType="1"/>
          </p:cNvSpPr>
          <p:nvPr/>
        </p:nvSpPr>
        <p:spPr bwMode="auto">
          <a:xfrm>
            <a:off x="3522663" y="3967163"/>
            <a:ext cx="5657850"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2049" name="Rectangle 17"/>
          <p:cNvSpPr>
            <a:spLocks noChangeArrowheads="1"/>
          </p:cNvSpPr>
          <p:nvPr/>
        </p:nvSpPr>
        <p:spPr bwMode="auto">
          <a:xfrm>
            <a:off x="3660776" y="2946401"/>
            <a:ext cx="1285875"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10101100</a:t>
            </a:r>
          </a:p>
        </p:txBody>
      </p:sp>
      <p:sp>
        <p:nvSpPr>
          <p:cNvPr id="812050" name="Rectangle 18"/>
          <p:cNvSpPr>
            <a:spLocks noChangeArrowheads="1"/>
          </p:cNvSpPr>
          <p:nvPr/>
        </p:nvSpPr>
        <p:spPr bwMode="auto">
          <a:xfrm>
            <a:off x="3660776" y="3524251"/>
            <a:ext cx="12858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solidFill>
                  <a:srgbClr val="000000"/>
                </a:solidFill>
                <a:latin typeface="Helvetica" panose="020B0604020202020204" pitchFamily="34" charset="0"/>
                <a:ea typeface="新細明體" charset="-120"/>
              </a:rPr>
              <a:t>11111111</a:t>
            </a:r>
          </a:p>
        </p:txBody>
      </p:sp>
      <p:sp>
        <p:nvSpPr>
          <p:cNvPr id="812051" name="Rectangle 19"/>
          <p:cNvSpPr>
            <a:spLocks noChangeArrowheads="1"/>
          </p:cNvSpPr>
          <p:nvPr/>
        </p:nvSpPr>
        <p:spPr bwMode="auto">
          <a:xfrm>
            <a:off x="3660775" y="4110039"/>
            <a:ext cx="1257300" cy="41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solidFill>
                  <a:srgbClr val="000000"/>
                </a:solidFill>
                <a:latin typeface="Helvetica" panose="020B0604020202020204" pitchFamily="34" charset="0"/>
                <a:ea typeface="新細明體" charset="-120"/>
              </a:rPr>
              <a:t>10101100</a:t>
            </a:r>
          </a:p>
        </p:txBody>
      </p:sp>
      <p:sp>
        <p:nvSpPr>
          <p:cNvPr id="812052" name="Rectangle 20"/>
          <p:cNvSpPr>
            <a:spLocks noChangeArrowheads="1"/>
          </p:cNvSpPr>
          <p:nvPr/>
        </p:nvSpPr>
        <p:spPr bwMode="auto">
          <a:xfrm>
            <a:off x="5099050" y="2946401"/>
            <a:ext cx="1271588"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00010000</a:t>
            </a:r>
          </a:p>
        </p:txBody>
      </p:sp>
      <p:sp>
        <p:nvSpPr>
          <p:cNvPr id="812053" name="Rectangle 21"/>
          <p:cNvSpPr>
            <a:spLocks noChangeArrowheads="1"/>
          </p:cNvSpPr>
          <p:nvPr/>
        </p:nvSpPr>
        <p:spPr bwMode="auto">
          <a:xfrm>
            <a:off x="5099051" y="3524251"/>
            <a:ext cx="12858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solidFill>
                  <a:srgbClr val="000000"/>
                </a:solidFill>
                <a:latin typeface="Helvetica" panose="020B0604020202020204" pitchFamily="34" charset="0"/>
                <a:ea typeface="新細明體" charset="-120"/>
              </a:rPr>
              <a:t>11111111</a:t>
            </a:r>
          </a:p>
        </p:txBody>
      </p:sp>
      <p:sp>
        <p:nvSpPr>
          <p:cNvPr id="812054" name="Rectangle 22"/>
          <p:cNvSpPr>
            <a:spLocks noChangeArrowheads="1"/>
          </p:cNvSpPr>
          <p:nvPr/>
        </p:nvSpPr>
        <p:spPr bwMode="auto">
          <a:xfrm>
            <a:off x="5099050" y="4110039"/>
            <a:ext cx="1271588" cy="41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solidFill>
                  <a:srgbClr val="000000"/>
                </a:solidFill>
                <a:latin typeface="Helvetica" panose="020B0604020202020204" pitchFamily="34" charset="0"/>
                <a:ea typeface="新細明體" charset="-120"/>
              </a:rPr>
              <a:t>00010000</a:t>
            </a:r>
          </a:p>
        </p:txBody>
      </p:sp>
      <p:sp>
        <p:nvSpPr>
          <p:cNvPr id="812055" name="Rectangle 23"/>
          <p:cNvSpPr>
            <a:spLocks noChangeArrowheads="1"/>
          </p:cNvSpPr>
          <p:nvPr/>
        </p:nvSpPr>
        <p:spPr bwMode="auto">
          <a:xfrm>
            <a:off x="6394451" y="3540126"/>
            <a:ext cx="1400175"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latin typeface="Helvetica" panose="020B0604020202020204" pitchFamily="34" charset="0"/>
                <a:ea typeface="新細明體" charset="-120"/>
              </a:rPr>
              <a:t>11111111</a:t>
            </a:r>
          </a:p>
        </p:txBody>
      </p:sp>
      <p:sp>
        <p:nvSpPr>
          <p:cNvPr id="812056" name="Rectangle 24"/>
          <p:cNvSpPr>
            <a:spLocks noChangeArrowheads="1"/>
          </p:cNvSpPr>
          <p:nvPr/>
        </p:nvSpPr>
        <p:spPr bwMode="auto">
          <a:xfrm>
            <a:off x="6408739" y="4119564"/>
            <a:ext cx="1385887"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latin typeface="Helvetica" panose="020B0604020202020204" pitchFamily="34" charset="0"/>
                <a:ea typeface="新細明體" charset="-120"/>
              </a:rPr>
              <a:t>00000010</a:t>
            </a:r>
          </a:p>
        </p:txBody>
      </p:sp>
      <p:sp>
        <p:nvSpPr>
          <p:cNvPr id="812057" name="Rectangle 25"/>
          <p:cNvSpPr>
            <a:spLocks noChangeArrowheads="1"/>
          </p:cNvSpPr>
          <p:nvPr/>
        </p:nvSpPr>
        <p:spPr bwMode="auto">
          <a:xfrm>
            <a:off x="7753350" y="2946401"/>
            <a:ext cx="1371600" cy="50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10100000</a:t>
            </a:r>
          </a:p>
        </p:txBody>
      </p:sp>
      <p:sp>
        <p:nvSpPr>
          <p:cNvPr id="812058" name="Rectangle 26"/>
          <p:cNvSpPr>
            <a:spLocks noChangeArrowheads="1"/>
          </p:cNvSpPr>
          <p:nvPr/>
        </p:nvSpPr>
        <p:spPr bwMode="auto">
          <a:xfrm>
            <a:off x="7710488" y="3525839"/>
            <a:ext cx="1414462"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latin typeface="Helvetica" panose="020B0604020202020204" pitchFamily="34" charset="0"/>
                <a:ea typeface="新細明體" charset="-120"/>
              </a:rPr>
              <a:t>11</a:t>
            </a:r>
            <a:r>
              <a:rPr lang="en-US" altLang="zh-TW" sz="2000">
                <a:solidFill>
                  <a:srgbClr val="000000"/>
                </a:solidFill>
                <a:latin typeface="Helvetica" panose="020B0604020202020204" pitchFamily="34" charset="0"/>
                <a:ea typeface="新細明體" charset="-120"/>
              </a:rPr>
              <a:t>000000</a:t>
            </a:r>
          </a:p>
        </p:txBody>
      </p:sp>
      <p:sp>
        <p:nvSpPr>
          <p:cNvPr id="812059" name="Rectangle 27"/>
          <p:cNvSpPr>
            <a:spLocks noChangeArrowheads="1"/>
          </p:cNvSpPr>
          <p:nvPr/>
        </p:nvSpPr>
        <p:spPr bwMode="auto">
          <a:xfrm>
            <a:off x="7724775" y="4119564"/>
            <a:ext cx="1385888"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latin typeface="Helvetica" panose="020B0604020202020204" pitchFamily="34" charset="0"/>
                <a:ea typeface="新細明體" charset="-120"/>
              </a:rPr>
              <a:t>10</a:t>
            </a:r>
            <a:r>
              <a:rPr lang="en-US" altLang="zh-TW" sz="2000">
                <a:solidFill>
                  <a:srgbClr val="000000"/>
                </a:solidFill>
                <a:latin typeface="Helvetica" panose="020B0604020202020204" pitchFamily="34" charset="0"/>
                <a:ea typeface="新細明體" charset="-120"/>
              </a:rPr>
              <a:t>000000</a:t>
            </a:r>
          </a:p>
        </p:txBody>
      </p:sp>
      <p:sp>
        <p:nvSpPr>
          <p:cNvPr id="812060" name="Rectangle 28"/>
          <p:cNvSpPr>
            <a:spLocks noChangeArrowheads="1"/>
          </p:cNvSpPr>
          <p:nvPr/>
        </p:nvSpPr>
        <p:spPr bwMode="auto">
          <a:xfrm>
            <a:off x="6423026" y="2946401"/>
            <a:ext cx="1343025" cy="50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00000010</a:t>
            </a:r>
          </a:p>
        </p:txBody>
      </p:sp>
      <p:sp>
        <p:nvSpPr>
          <p:cNvPr id="812061" name="Line 29"/>
          <p:cNvSpPr>
            <a:spLocks noChangeShapeType="1"/>
          </p:cNvSpPr>
          <p:nvPr/>
        </p:nvSpPr>
        <p:spPr bwMode="auto">
          <a:xfrm>
            <a:off x="3727450" y="2590800"/>
            <a:ext cx="5481638"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2064" name="Line 32"/>
          <p:cNvSpPr>
            <a:spLocks noChangeShapeType="1"/>
          </p:cNvSpPr>
          <p:nvPr/>
        </p:nvSpPr>
        <p:spPr bwMode="auto">
          <a:xfrm>
            <a:off x="8223250" y="2286001"/>
            <a:ext cx="0" cy="4067175"/>
          </a:xfrm>
          <a:prstGeom prst="line">
            <a:avLst/>
          </a:prstGeom>
          <a:noFill/>
          <a:ln w="28575">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2068" name="Line 36"/>
          <p:cNvSpPr>
            <a:spLocks noChangeShapeType="1"/>
          </p:cNvSpPr>
          <p:nvPr/>
        </p:nvSpPr>
        <p:spPr bwMode="auto">
          <a:xfrm>
            <a:off x="3727450" y="3395663"/>
            <a:ext cx="5462588"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2069" name="Line 37"/>
          <p:cNvSpPr>
            <a:spLocks noChangeShapeType="1"/>
          </p:cNvSpPr>
          <p:nvPr/>
        </p:nvSpPr>
        <p:spPr bwMode="auto">
          <a:xfrm>
            <a:off x="3727450" y="4576763"/>
            <a:ext cx="5462588"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2070" name="Rectangle 38"/>
          <p:cNvSpPr>
            <a:spLocks noChangeArrowheads="1"/>
          </p:cNvSpPr>
          <p:nvPr/>
        </p:nvSpPr>
        <p:spPr bwMode="auto">
          <a:xfrm>
            <a:off x="3660775" y="4705350"/>
            <a:ext cx="1257300" cy="414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solidFill>
                  <a:srgbClr val="000000"/>
                </a:solidFill>
                <a:latin typeface="Helvetica" panose="020B0604020202020204" pitchFamily="34" charset="0"/>
                <a:ea typeface="新細明體" charset="-120"/>
              </a:rPr>
              <a:t>10101100</a:t>
            </a:r>
          </a:p>
        </p:txBody>
      </p:sp>
      <p:sp>
        <p:nvSpPr>
          <p:cNvPr id="812071" name="Rectangle 39"/>
          <p:cNvSpPr>
            <a:spLocks noChangeArrowheads="1"/>
          </p:cNvSpPr>
          <p:nvPr/>
        </p:nvSpPr>
        <p:spPr bwMode="auto">
          <a:xfrm>
            <a:off x="5108575" y="4705350"/>
            <a:ext cx="1271588" cy="414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solidFill>
                  <a:srgbClr val="000000"/>
                </a:solidFill>
                <a:latin typeface="Helvetica" panose="020B0604020202020204" pitchFamily="34" charset="0"/>
                <a:ea typeface="新細明體" charset="-120"/>
              </a:rPr>
              <a:t>00010000</a:t>
            </a:r>
          </a:p>
        </p:txBody>
      </p:sp>
      <p:sp>
        <p:nvSpPr>
          <p:cNvPr id="812072" name="Rectangle 40"/>
          <p:cNvSpPr>
            <a:spLocks noChangeArrowheads="1"/>
          </p:cNvSpPr>
          <p:nvPr/>
        </p:nvSpPr>
        <p:spPr bwMode="auto">
          <a:xfrm>
            <a:off x="6418264" y="4705350"/>
            <a:ext cx="1385887"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latin typeface="Helvetica" panose="020B0604020202020204" pitchFamily="34" charset="0"/>
                <a:ea typeface="新細明體" charset="-120"/>
              </a:rPr>
              <a:t>00000010</a:t>
            </a:r>
          </a:p>
        </p:txBody>
      </p:sp>
      <p:sp>
        <p:nvSpPr>
          <p:cNvPr id="812073" name="Rectangle 41"/>
          <p:cNvSpPr>
            <a:spLocks noChangeArrowheads="1"/>
          </p:cNvSpPr>
          <p:nvPr/>
        </p:nvSpPr>
        <p:spPr bwMode="auto">
          <a:xfrm>
            <a:off x="7734300" y="4705350"/>
            <a:ext cx="1385888"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latin typeface="Helvetica" panose="020B0604020202020204" pitchFamily="34" charset="0"/>
                <a:ea typeface="新細明體" charset="-120"/>
              </a:rPr>
              <a:t>10</a:t>
            </a:r>
            <a:r>
              <a:rPr lang="en-US" altLang="zh-TW" sz="2000">
                <a:solidFill>
                  <a:srgbClr val="000000"/>
                </a:solidFill>
                <a:latin typeface="Helvetica" panose="020B0604020202020204" pitchFamily="34" charset="0"/>
                <a:ea typeface="新細明體" charset="-120"/>
              </a:rPr>
              <a:t>111111</a:t>
            </a:r>
          </a:p>
        </p:txBody>
      </p:sp>
      <p:sp>
        <p:nvSpPr>
          <p:cNvPr id="812074" name="Line 42"/>
          <p:cNvSpPr>
            <a:spLocks noChangeShapeType="1"/>
          </p:cNvSpPr>
          <p:nvPr/>
        </p:nvSpPr>
        <p:spPr bwMode="auto">
          <a:xfrm>
            <a:off x="3727450" y="5186363"/>
            <a:ext cx="5657850"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2075" name="Rectangle 43"/>
          <p:cNvSpPr>
            <a:spLocks noChangeArrowheads="1"/>
          </p:cNvSpPr>
          <p:nvPr/>
        </p:nvSpPr>
        <p:spPr bwMode="auto">
          <a:xfrm>
            <a:off x="3660775" y="5329239"/>
            <a:ext cx="1257300" cy="41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solidFill>
                  <a:srgbClr val="000000"/>
                </a:solidFill>
                <a:latin typeface="Helvetica" panose="020B0604020202020204" pitchFamily="34" charset="0"/>
                <a:ea typeface="新細明體" charset="-120"/>
              </a:rPr>
              <a:t>10101100</a:t>
            </a:r>
          </a:p>
        </p:txBody>
      </p:sp>
      <p:sp>
        <p:nvSpPr>
          <p:cNvPr id="812076" name="Rectangle 44"/>
          <p:cNvSpPr>
            <a:spLocks noChangeArrowheads="1"/>
          </p:cNvSpPr>
          <p:nvPr/>
        </p:nvSpPr>
        <p:spPr bwMode="auto">
          <a:xfrm>
            <a:off x="5108575" y="5329239"/>
            <a:ext cx="1271588" cy="41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solidFill>
                  <a:srgbClr val="000000"/>
                </a:solidFill>
                <a:latin typeface="Helvetica" panose="020B0604020202020204" pitchFamily="34" charset="0"/>
                <a:ea typeface="新細明體" charset="-120"/>
              </a:rPr>
              <a:t>00010000</a:t>
            </a:r>
          </a:p>
        </p:txBody>
      </p:sp>
      <p:sp>
        <p:nvSpPr>
          <p:cNvPr id="812077" name="Rectangle 45"/>
          <p:cNvSpPr>
            <a:spLocks noChangeArrowheads="1"/>
          </p:cNvSpPr>
          <p:nvPr/>
        </p:nvSpPr>
        <p:spPr bwMode="auto">
          <a:xfrm>
            <a:off x="6418264" y="5329239"/>
            <a:ext cx="1385887"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latin typeface="Helvetica" panose="020B0604020202020204" pitchFamily="34" charset="0"/>
                <a:ea typeface="新細明體" charset="-120"/>
              </a:rPr>
              <a:t>00000010</a:t>
            </a:r>
          </a:p>
        </p:txBody>
      </p:sp>
      <p:sp>
        <p:nvSpPr>
          <p:cNvPr id="812078" name="Rectangle 46"/>
          <p:cNvSpPr>
            <a:spLocks noChangeArrowheads="1"/>
          </p:cNvSpPr>
          <p:nvPr/>
        </p:nvSpPr>
        <p:spPr bwMode="auto">
          <a:xfrm>
            <a:off x="7734300" y="5329239"/>
            <a:ext cx="1385888"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latin typeface="Helvetica" panose="020B0604020202020204" pitchFamily="34" charset="0"/>
                <a:ea typeface="新細明體" charset="-120"/>
              </a:rPr>
              <a:t>10</a:t>
            </a:r>
            <a:r>
              <a:rPr lang="en-US" altLang="zh-TW" sz="2000">
                <a:solidFill>
                  <a:srgbClr val="000000"/>
                </a:solidFill>
                <a:latin typeface="Helvetica" panose="020B0604020202020204" pitchFamily="34" charset="0"/>
                <a:ea typeface="新細明體" charset="-120"/>
              </a:rPr>
              <a:t>000001</a:t>
            </a:r>
          </a:p>
        </p:txBody>
      </p:sp>
      <p:sp>
        <p:nvSpPr>
          <p:cNvPr id="812079" name="Line 47"/>
          <p:cNvSpPr>
            <a:spLocks noChangeShapeType="1"/>
          </p:cNvSpPr>
          <p:nvPr/>
        </p:nvSpPr>
        <p:spPr bwMode="auto">
          <a:xfrm>
            <a:off x="3727450" y="5795963"/>
            <a:ext cx="5462588"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2080" name="Rectangle 48"/>
          <p:cNvSpPr>
            <a:spLocks noChangeArrowheads="1"/>
          </p:cNvSpPr>
          <p:nvPr/>
        </p:nvSpPr>
        <p:spPr bwMode="auto">
          <a:xfrm>
            <a:off x="3660775" y="5938839"/>
            <a:ext cx="1257300" cy="41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solidFill>
                  <a:srgbClr val="000000"/>
                </a:solidFill>
                <a:latin typeface="Helvetica" panose="020B0604020202020204" pitchFamily="34" charset="0"/>
                <a:ea typeface="新細明體" charset="-120"/>
              </a:rPr>
              <a:t>10101100</a:t>
            </a:r>
          </a:p>
        </p:txBody>
      </p:sp>
      <p:sp>
        <p:nvSpPr>
          <p:cNvPr id="812081" name="Rectangle 49"/>
          <p:cNvSpPr>
            <a:spLocks noChangeArrowheads="1"/>
          </p:cNvSpPr>
          <p:nvPr/>
        </p:nvSpPr>
        <p:spPr bwMode="auto">
          <a:xfrm>
            <a:off x="5108575" y="5938839"/>
            <a:ext cx="1271588" cy="41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solidFill>
                  <a:srgbClr val="000000"/>
                </a:solidFill>
                <a:latin typeface="Helvetica" panose="020B0604020202020204" pitchFamily="34" charset="0"/>
                <a:ea typeface="新細明體" charset="-120"/>
              </a:rPr>
              <a:t>00010000</a:t>
            </a:r>
          </a:p>
        </p:txBody>
      </p:sp>
      <p:sp>
        <p:nvSpPr>
          <p:cNvPr id="812082" name="Rectangle 50"/>
          <p:cNvSpPr>
            <a:spLocks noChangeArrowheads="1"/>
          </p:cNvSpPr>
          <p:nvPr/>
        </p:nvSpPr>
        <p:spPr bwMode="auto">
          <a:xfrm>
            <a:off x="6411914" y="5938839"/>
            <a:ext cx="1385887"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latin typeface="Helvetica" panose="020B0604020202020204" pitchFamily="34" charset="0"/>
                <a:ea typeface="新細明體" charset="-120"/>
              </a:rPr>
              <a:t>00000010</a:t>
            </a:r>
          </a:p>
        </p:txBody>
      </p:sp>
      <p:sp>
        <p:nvSpPr>
          <p:cNvPr id="812083" name="Rectangle 51"/>
          <p:cNvSpPr>
            <a:spLocks noChangeArrowheads="1"/>
          </p:cNvSpPr>
          <p:nvPr/>
        </p:nvSpPr>
        <p:spPr bwMode="auto">
          <a:xfrm>
            <a:off x="7727950" y="5948364"/>
            <a:ext cx="1385888"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363"/>
              </a:lnSpc>
            </a:pPr>
            <a:r>
              <a:rPr lang="en-US" altLang="zh-TW" sz="2000">
                <a:latin typeface="Helvetica" panose="020B0604020202020204" pitchFamily="34" charset="0"/>
                <a:ea typeface="新細明體" charset="-120"/>
              </a:rPr>
              <a:t>10</a:t>
            </a:r>
            <a:r>
              <a:rPr lang="en-US" altLang="zh-TW" sz="2000">
                <a:solidFill>
                  <a:srgbClr val="000000"/>
                </a:solidFill>
                <a:latin typeface="Helvetica" panose="020B0604020202020204" pitchFamily="34" charset="0"/>
                <a:ea typeface="新細明體" charset="-120"/>
              </a:rPr>
              <a:t>111110</a:t>
            </a:r>
          </a:p>
        </p:txBody>
      </p:sp>
      <p:sp>
        <p:nvSpPr>
          <p:cNvPr id="812084" name="Rectangle 52"/>
          <p:cNvSpPr>
            <a:spLocks noChangeArrowheads="1"/>
          </p:cNvSpPr>
          <p:nvPr/>
        </p:nvSpPr>
        <p:spPr bwMode="auto">
          <a:xfrm>
            <a:off x="9209088" y="28511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Host</a:t>
            </a:r>
            <a:endParaRPr lang="en-US" altLang="zh-TW" sz="2700">
              <a:solidFill>
                <a:srgbClr val="000000"/>
              </a:solidFill>
              <a:latin typeface="Helvetica" panose="020B0604020202020204" pitchFamily="34" charset="0"/>
              <a:ea typeface="新細明體" charset="-120"/>
            </a:endParaRPr>
          </a:p>
        </p:txBody>
      </p:sp>
      <p:sp>
        <p:nvSpPr>
          <p:cNvPr id="812085" name="Rectangle 53"/>
          <p:cNvSpPr>
            <a:spLocks noChangeArrowheads="1"/>
          </p:cNvSpPr>
          <p:nvPr/>
        </p:nvSpPr>
        <p:spPr bwMode="auto">
          <a:xfrm>
            <a:off x="9209088" y="33972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Mask</a:t>
            </a:r>
            <a:endParaRPr lang="en-US" altLang="zh-TW" sz="2700">
              <a:solidFill>
                <a:srgbClr val="000000"/>
              </a:solidFill>
              <a:latin typeface="Helvetica" panose="020B0604020202020204" pitchFamily="34" charset="0"/>
              <a:ea typeface="新細明體" charset="-120"/>
            </a:endParaRPr>
          </a:p>
        </p:txBody>
      </p:sp>
      <p:sp>
        <p:nvSpPr>
          <p:cNvPr id="812086" name="Rectangle 54"/>
          <p:cNvSpPr>
            <a:spLocks noChangeArrowheads="1"/>
          </p:cNvSpPr>
          <p:nvPr/>
        </p:nvSpPr>
        <p:spPr bwMode="auto">
          <a:xfrm>
            <a:off x="9209088" y="40195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Subnet</a:t>
            </a:r>
            <a:endParaRPr lang="en-US" altLang="zh-TW" sz="2700">
              <a:solidFill>
                <a:srgbClr val="000000"/>
              </a:solidFill>
              <a:latin typeface="Helvetica" panose="020B0604020202020204" pitchFamily="34" charset="0"/>
              <a:ea typeface="新細明體" charset="-120"/>
            </a:endParaRPr>
          </a:p>
        </p:txBody>
      </p:sp>
      <p:sp>
        <p:nvSpPr>
          <p:cNvPr id="812087" name="Rectangle 55"/>
          <p:cNvSpPr>
            <a:spLocks noChangeArrowheads="1"/>
          </p:cNvSpPr>
          <p:nvPr/>
        </p:nvSpPr>
        <p:spPr bwMode="auto">
          <a:xfrm>
            <a:off x="9209088" y="46291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Broadcast</a:t>
            </a:r>
            <a:endParaRPr lang="en-US" altLang="zh-TW" sz="2700">
              <a:solidFill>
                <a:srgbClr val="000000"/>
              </a:solidFill>
              <a:latin typeface="Helvetica" panose="020B0604020202020204" pitchFamily="34" charset="0"/>
              <a:ea typeface="新細明體" charset="-120"/>
            </a:endParaRPr>
          </a:p>
        </p:txBody>
      </p:sp>
      <p:sp>
        <p:nvSpPr>
          <p:cNvPr id="812088" name="Rectangle 56"/>
          <p:cNvSpPr>
            <a:spLocks noChangeArrowheads="1"/>
          </p:cNvSpPr>
          <p:nvPr/>
        </p:nvSpPr>
        <p:spPr bwMode="auto">
          <a:xfrm>
            <a:off x="9209088" y="58483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Last</a:t>
            </a:r>
            <a:endParaRPr lang="en-US" altLang="zh-TW" sz="2700">
              <a:solidFill>
                <a:srgbClr val="000000"/>
              </a:solidFill>
              <a:latin typeface="Helvetica" panose="020B0604020202020204" pitchFamily="34" charset="0"/>
              <a:ea typeface="新細明體" charset="-120"/>
            </a:endParaRPr>
          </a:p>
        </p:txBody>
      </p:sp>
      <p:sp>
        <p:nvSpPr>
          <p:cNvPr id="812089" name="Rectangle 57"/>
          <p:cNvSpPr>
            <a:spLocks noChangeArrowheads="1"/>
          </p:cNvSpPr>
          <p:nvPr/>
        </p:nvSpPr>
        <p:spPr bwMode="auto">
          <a:xfrm>
            <a:off x="9209088" y="5238750"/>
            <a:ext cx="1200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3150"/>
              </a:lnSpc>
            </a:pPr>
            <a:r>
              <a:rPr lang="en-US" altLang="zh-TW" sz="1800">
                <a:solidFill>
                  <a:srgbClr val="000000"/>
                </a:solidFill>
                <a:latin typeface="Helvetica" panose="020B0604020202020204" pitchFamily="34" charset="0"/>
                <a:ea typeface="新細明體" charset="-120"/>
              </a:rPr>
              <a:t>First</a:t>
            </a:r>
            <a:endParaRPr lang="en-US" altLang="zh-TW" sz="2700">
              <a:solidFill>
                <a:srgbClr val="000000"/>
              </a:solidFill>
              <a:latin typeface="Helvetica" panose="020B0604020202020204" pitchFamily="34" charset="0"/>
              <a:ea typeface="新細明體" charset="-120"/>
            </a:endParaRPr>
          </a:p>
        </p:txBody>
      </p:sp>
      <p:sp>
        <p:nvSpPr>
          <p:cNvPr id="812090" name="Text Box 58"/>
          <p:cNvSpPr txBox="1">
            <a:spLocks noChangeArrowheads="1"/>
          </p:cNvSpPr>
          <p:nvPr/>
        </p:nvSpPr>
        <p:spPr bwMode="auto">
          <a:xfrm>
            <a:off x="1752600" y="2970491"/>
            <a:ext cx="1410964"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l">
              <a:spcBef>
                <a:spcPct val="50000"/>
              </a:spcBef>
            </a:pPr>
            <a:r>
              <a:rPr lang="en-US" altLang="zh-TW">
                <a:ea typeface="新細明體" charset="-120"/>
              </a:rPr>
              <a:t>172.16.2.160</a:t>
            </a:r>
          </a:p>
        </p:txBody>
      </p:sp>
      <p:sp>
        <p:nvSpPr>
          <p:cNvPr id="812091" name="Text Box 59"/>
          <p:cNvSpPr txBox="1">
            <a:spLocks noChangeArrowheads="1"/>
          </p:cNvSpPr>
          <p:nvPr/>
        </p:nvSpPr>
        <p:spPr bwMode="auto">
          <a:xfrm>
            <a:off x="1752601" y="3503891"/>
            <a:ext cx="1762021"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l">
              <a:spcBef>
                <a:spcPct val="50000"/>
              </a:spcBef>
            </a:pPr>
            <a:r>
              <a:rPr lang="en-US" altLang="zh-TW">
                <a:ea typeface="新細明體" charset="-120"/>
              </a:rPr>
              <a:t>255.255.255.192</a:t>
            </a:r>
          </a:p>
        </p:txBody>
      </p:sp>
      <p:sp>
        <p:nvSpPr>
          <p:cNvPr id="812092" name="Text Box 60"/>
          <p:cNvSpPr txBox="1">
            <a:spLocks noChangeArrowheads="1"/>
          </p:cNvSpPr>
          <p:nvPr/>
        </p:nvSpPr>
        <p:spPr bwMode="auto">
          <a:xfrm>
            <a:off x="1752600" y="4113491"/>
            <a:ext cx="1410964"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l">
              <a:spcBef>
                <a:spcPct val="50000"/>
              </a:spcBef>
            </a:pPr>
            <a:r>
              <a:rPr lang="en-US" altLang="zh-TW" dirty="0">
                <a:ea typeface="新細明體" charset="-120"/>
              </a:rPr>
              <a:t>172.16.2.128</a:t>
            </a:r>
          </a:p>
        </p:txBody>
      </p:sp>
      <p:sp>
        <p:nvSpPr>
          <p:cNvPr id="812093" name="Text Box 61"/>
          <p:cNvSpPr txBox="1">
            <a:spLocks noChangeArrowheads="1"/>
          </p:cNvSpPr>
          <p:nvPr/>
        </p:nvSpPr>
        <p:spPr bwMode="auto">
          <a:xfrm>
            <a:off x="1752600" y="4704041"/>
            <a:ext cx="1410964"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l">
              <a:spcBef>
                <a:spcPct val="50000"/>
              </a:spcBef>
            </a:pPr>
            <a:r>
              <a:rPr lang="en-US" altLang="zh-TW">
                <a:ea typeface="新細明體" charset="-120"/>
              </a:rPr>
              <a:t>172.16.2.191</a:t>
            </a:r>
          </a:p>
        </p:txBody>
      </p:sp>
      <p:sp>
        <p:nvSpPr>
          <p:cNvPr id="812094" name="Text Box 62"/>
          <p:cNvSpPr txBox="1">
            <a:spLocks noChangeArrowheads="1"/>
          </p:cNvSpPr>
          <p:nvPr/>
        </p:nvSpPr>
        <p:spPr bwMode="auto">
          <a:xfrm>
            <a:off x="1752600" y="5327928"/>
            <a:ext cx="1410964"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l">
              <a:spcBef>
                <a:spcPct val="50000"/>
              </a:spcBef>
            </a:pPr>
            <a:r>
              <a:rPr lang="en-US" altLang="zh-TW">
                <a:ea typeface="新細明體" charset="-120"/>
              </a:rPr>
              <a:t>172.16.2.129</a:t>
            </a:r>
          </a:p>
        </p:txBody>
      </p:sp>
      <p:sp>
        <p:nvSpPr>
          <p:cNvPr id="812095" name="Text Box 63"/>
          <p:cNvSpPr txBox="1">
            <a:spLocks noChangeArrowheads="1"/>
          </p:cNvSpPr>
          <p:nvPr/>
        </p:nvSpPr>
        <p:spPr bwMode="auto">
          <a:xfrm>
            <a:off x="1752600" y="5937528"/>
            <a:ext cx="1410964"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l">
              <a:spcBef>
                <a:spcPct val="50000"/>
              </a:spcBef>
            </a:pPr>
            <a:r>
              <a:rPr lang="en-US" altLang="zh-TW">
                <a:ea typeface="新細明體" charset="-120"/>
              </a:rPr>
              <a:t>172.16.2.190</a:t>
            </a:r>
          </a:p>
        </p:txBody>
      </p:sp>
      <p:sp>
        <p:nvSpPr>
          <p:cNvPr id="812096" name="Oval 64"/>
          <p:cNvSpPr>
            <a:spLocks noChangeArrowheads="1"/>
          </p:cNvSpPr>
          <p:nvPr/>
        </p:nvSpPr>
        <p:spPr bwMode="auto">
          <a:xfrm>
            <a:off x="9899650" y="2902626"/>
            <a:ext cx="259766" cy="519351"/>
          </a:xfrm>
          <a:prstGeom prst="ellipse">
            <a:avLst/>
          </a:prstGeom>
          <a:solidFill>
            <a:schemeClr val="accent2"/>
          </a:solidFill>
          <a:ln>
            <a:noFill/>
          </a:ln>
          <a:effectLst/>
        </p:spPr>
        <p:txBody>
          <a:bodyPr wrap="none" anchor="ctr">
            <a:spAutoFit/>
          </a:bodyPr>
          <a:lstStyle/>
          <a:p>
            <a:endParaRPr lang="en-US"/>
          </a:p>
        </p:txBody>
      </p:sp>
      <p:sp>
        <p:nvSpPr>
          <p:cNvPr id="812097" name="Text Box 65"/>
          <p:cNvSpPr txBox="1">
            <a:spLocks noChangeArrowheads="1"/>
          </p:cNvSpPr>
          <p:nvPr/>
        </p:nvSpPr>
        <p:spPr bwMode="auto">
          <a:xfrm>
            <a:off x="9937750" y="2979738"/>
            <a:ext cx="311150"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l">
              <a:spcBef>
                <a:spcPct val="50000"/>
              </a:spcBef>
            </a:pPr>
            <a:r>
              <a:rPr lang="en-US" altLang="zh-TW">
                <a:solidFill>
                  <a:schemeClr val="hlink"/>
                </a:solidFill>
                <a:ea typeface="新細明體" charset="-120"/>
              </a:rPr>
              <a:t>1</a:t>
            </a:r>
            <a:endParaRPr lang="en-US" altLang="zh-TW">
              <a:ea typeface="新細明體" charset="-120"/>
            </a:endParaRPr>
          </a:p>
        </p:txBody>
      </p:sp>
      <p:sp>
        <p:nvSpPr>
          <p:cNvPr id="812100" name="Oval 68"/>
          <p:cNvSpPr>
            <a:spLocks noChangeArrowheads="1"/>
          </p:cNvSpPr>
          <p:nvPr/>
        </p:nvSpPr>
        <p:spPr bwMode="auto">
          <a:xfrm>
            <a:off x="9893300" y="3436026"/>
            <a:ext cx="259766" cy="519351"/>
          </a:xfrm>
          <a:prstGeom prst="ellipse">
            <a:avLst/>
          </a:prstGeom>
          <a:solidFill>
            <a:schemeClr val="accent2"/>
          </a:solidFill>
          <a:ln>
            <a:noFill/>
          </a:ln>
          <a:effectLst/>
        </p:spPr>
        <p:txBody>
          <a:bodyPr wrap="none" anchor="ctr">
            <a:spAutoFit/>
          </a:bodyPr>
          <a:lstStyle/>
          <a:p>
            <a:endParaRPr lang="en-US"/>
          </a:p>
        </p:txBody>
      </p:sp>
      <p:sp>
        <p:nvSpPr>
          <p:cNvPr id="812101" name="Text Box 69"/>
          <p:cNvSpPr txBox="1">
            <a:spLocks noChangeArrowheads="1"/>
          </p:cNvSpPr>
          <p:nvPr/>
        </p:nvSpPr>
        <p:spPr bwMode="auto">
          <a:xfrm>
            <a:off x="9931400" y="3506788"/>
            <a:ext cx="311150"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l">
              <a:spcBef>
                <a:spcPct val="50000"/>
              </a:spcBef>
            </a:pPr>
            <a:r>
              <a:rPr lang="en-US" altLang="zh-TW">
                <a:solidFill>
                  <a:schemeClr val="hlink"/>
                </a:solidFill>
                <a:ea typeface="新細明體" charset="-120"/>
              </a:rPr>
              <a:t>2</a:t>
            </a:r>
            <a:endParaRPr lang="en-US" altLang="zh-TW">
              <a:ea typeface="新細明體" charset="-120"/>
            </a:endParaRPr>
          </a:p>
        </p:txBody>
      </p:sp>
      <p:sp>
        <p:nvSpPr>
          <p:cNvPr id="812103" name="Oval 71"/>
          <p:cNvSpPr>
            <a:spLocks noChangeArrowheads="1"/>
          </p:cNvSpPr>
          <p:nvPr/>
        </p:nvSpPr>
        <p:spPr bwMode="auto">
          <a:xfrm>
            <a:off x="7994650" y="2369226"/>
            <a:ext cx="259766" cy="519351"/>
          </a:xfrm>
          <a:prstGeom prst="ellipse">
            <a:avLst/>
          </a:prstGeom>
          <a:solidFill>
            <a:schemeClr val="accent2"/>
          </a:solidFill>
          <a:ln>
            <a:noFill/>
          </a:ln>
          <a:effectLst/>
        </p:spPr>
        <p:txBody>
          <a:bodyPr wrap="none" anchor="ctr">
            <a:spAutoFit/>
          </a:bodyPr>
          <a:lstStyle/>
          <a:p>
            <a:endParaRPr lang="en-US"/>
          </a:p>
        </p:txBody>
      </p:sp>
      <p:sp>
        <p:nvSpPr>
          <p:cNvPr id="812104" name="Text Box 72"/>
          <p:cNvSpPr txBox="1">
            <a:spLocks noChangeArrowheads="1"/>
          </p:cNvSpPr>
          <p:nvPr/>
        </p:nvSpPr>
        <p:spPr bwMode="auto">
          <a:xfrm>
            <a:off x="8032750" y="2439988"/>
            <a:ext cx="311150" cy="366712"/>
          </a:xfrm>
          <a:prstGeom prst="rect">
            <a:avLst/>
          </a:prstGeom>
          <a:solidFill>
            <a:schemeClr val="accent2"/>
          </a:solidFill>
          <a:ln>
            <a:noFill/>
          </a:ln>
          <a:effectLst/>
        </p:spPr>
        <p:txBody>
          <a:bodyPr wrap="none" anchor="ctr">
            <a:spAutoFit/>
          </a:bodyPr>
          <a:lstStyle/>
          <a:p>
            <a:pPr algn="l">
              <a:spcBef>
                <a:spcPct val="50000"/>
              </a:spcBef>
            </a:pPr>
            <a:r>
              <a:rPr lang="en-US" altLang="zh-TW">
                <a:solidFill>
                  <a:schemeClr val="hlink"/>
                </a:solidFill>
                <a:ea typeface="新細明體" charset="-120"/>
              </a:rPr>
              <a:t>3</a:t>
            </a:r>
            <a:endParaRPr lang="en-US" altLang="zh-TW">
              <a:ea typeface="新細明體" charset="-120"/>
            </a:endParaRPr>
          </a:p>
        </p:txBody>
      </p:sp>
      <p:sp>
        <p:nvSpPr>
          <p:cNvPr id="812106" name="Oval 74"/>
          <p:cNvSpPr>
            <a:spLocks noChangeArrowheads="1"/>
          </p:cNvSpPr>
          <p:nvPr/>
        </p:nvSpPr>
        <p:spPr bwMode="auto">
          <a:xfrm>
            <a:off x="10028238" y="4031339"/>
            <a:ext cx="259766" cy="519351"/>
          </a:xfrm>
          <a:prstGeom prst="ellipse">
            <a:avLst/>
          </a:prstGeom>
          <a:solidFill>
            <a:schemeClr val="accent2"/>
          </a:solidFill>
          <a:ln>
            <a:noFill/>
          </a:ln>
          <a:effectLst/>
        </p:spPr>
        <p:txBody>
          <a:bodyPr wrap="none" anchor="ctr">
            <a:spAutoFit/>
          </a:bodyPr>
          <a:lstStyle/>
          <a:p>
            <a:endParaRPr lang="en-US"/>
          </a:p>
        </p:txBody>
      </p:sp>
      <p:sp>
        <p:nvSpPr>
          <p:cNvPr id="812107" name="Text Box 75"/>
          <p:cNvSpPr txBox="1">
            <a:spLocks noChangeArrowheads="1"/>
          </p:cNvSpPr>
          <p:nvPr/>
        </p:nvSpPr>
        <p:spPr bwMode="auto">
          <a:xfrm>
            <a:off x="10047288" y="4108451"/>
            <a:ext cx="311150" cy="366713"/>
          </a:xfrm>
          <a:prstGeom prst="rect">
            <a:avLst/>
          </a:prstGeom>
          <a:solidFill>
            <a:schemeClr val="accent2"/>
          </a:solidFill>
          <a:ln>
            <a:noFill/>
          </a:ln>
          <a:effectLst/>
        </p:spPr>
        <p:txBody>
          <a:bodyPr wrap="none" anchor="ctr">
            <a:spAutoFit/>
          </a:bodyPr>
          <a:lstStyle/>
          <a:p>
            <a:pPr algn="l">
              <a:spcBef>
                <a:spcPct val="50000"/>
              </a:spcBef>
            </a:pPr>
            <a:r>
              <a:rPr lang="en-US" altLang="zh-TW">
                <a:solidFill>
                  <a:schemeClr val="hlink"/>
                </a:solidFill>
                <a:ea typeface="新細明體" charset="-120"/>
              </a:rPr>
              <a:t>4</a:t>
            </a:r>
            <a:endParaRPr lang="en-US" altLang="zh-TW">
              <a:ea typeface="新細明體" charset="-120"/>
            </a:endParaRPr>
          </a:p>
        </p:txBody>
      </p:sp>
      <p:sp>
        <p:nvSpPr>
          <p:cNvPr id="812109" name="Oval 77"/>
          <p:cNvSpPr>
            <a:spLocks noChangeArrowheads="1"/>
          </p:cNvSpPr>
          <p:nvPr/>
        </p:nvSpPr>
        <p:spPr bwMode="auto">
          <a:xfrm>
            <a:off x="9110663" y="4960026"/>
            <a:ext cx="259766" cy="519351"/>
          </a:xfrm>
          <a:prstGeom prst="ellipse">
            <a:avLst/>
          </a:prstGeom>
          <a:solidFill>
            <a:schemeClr val="accent2"/>
          </a:solidFill>
          <a:ln>
            <a:noFill/>
          </a:ln>
          <a:effectLst/>
        </p:spPr>
        <p:txBody>
          <a:bodyPr wrap="none" anchor="ctr">
            <a:spAutoFit/>
          </a:bodyPr>
          <a:lstStyle/>
          <a:p>
            <a:endParaRPr lang="en-US"/>
          </a:p>
        </p:txBody>
      </p:sp>
      <p:sp>
        <p:nvSpPr>
          <p:cNvPr id="812110" name="Text Box 78"/>
          <p:cNvSpPr txBox="1">
            <a:spLocks noChangeArrowheads="1"/>
          </p:cNvSpPr>
          <p:nvPr/>
        </p:nvSpPr>
        <p:spPr bwMode="auto">
          <a:xfrm>
            <a:off x="9148763" y="5037138"/>
            <a:ext cx="311150" cy="366712"/>
          </a:xfrm>
          <a:prstGeom prst="rect">
            <a:avLst/>
          </a:prstGeom>
          <a:solidFill>
            <a:schemeClr val="accent2"/>
          </a:solidFill>
          <a:ln>
            <a:noFill/>
          </a:ln>
          <a:effectLst/>
        </p:spPr>
        <p:txBody>
          <a:bodyPr wrap="none" anchor="ctr">
            <a:spAutoFit/>
          </a:bodyPr>
          <a:lstStyle/>
          <a:p>
            <a:pPr algn="l">
              <a:spcBef>
                <a:spcPct val="50000"/>
              </a:spcBef>
            </a:pPr>
            <a:r>
              <a:rPr lang="en-US" altLang="zh-TW">
                <a:solidFill>
                  <a:schemeClr val="hlink"/>
                </a:solidFill>
                <a:ea typeface="新細明體" charset="-120"/>
              </a:rPr>
              <a:t>5</a:t>
            </a:r>
            <a:endParaRPr lang="en-US" altLang="zh-TW">
              <a:ea typeface="新細明體" charset="-120"/>
            </a:endParaRPr>
          </a:p>
        </p:txBody>
      </p:sp>
      <p:sp>
        <p:nvSpPr>
          <p:cNvPr id="812112" name="Oval 80"/>
          <p:cNvSpPr>
            <a:spLocks noChangeArrowheads="1"/>
          </p:cNvSpPr>
          <p:nvPr/>
        </p:nvSpPr>
        <p:spPr bwMode="auto">
          <a:xfrm>
            <a:off x="9893300" y="5264826"/>
            <a:ext cx="259766" cy="519351"/>
          </a:xfrm>
          <a:prstGeom prst="ellipse">
            <a:avLst/>
          </a:prstGeom>
          <a:solidFill>
            <a:schemeClr val="accent2"/>
          </a:solidFill>
          <a:ln>
            <a:noFill/>
          </a:ln>
          <a:effectLst/>
        </p:spPr>
        <p:txBody>
          <a:bodyPr wrap="none" anchor="ctr">
            <a:spAutoFit/>
          </a:bodyPr>
          <a:lstStyle/>
          <a:p>
            <a:endParaRPr lang="en-US"/>
          </a:p>
        </p:txBody>
      </p:sp>
      <p:sp>
        <p:nvSpPr>
          <p:cNvPr id="812113" name="Text Box 81"/>
          <p:cNvSpPr txBox="1">
            <a:spLocks noChangeArrowheads="1"/>
          </p:cNvSpPr>
          <p:nvPr/>
        </p:nvSpPr>
        <p:spPr bwMode="auto">
          <a:xfrm>
            <a:off x="9937750" y="5341938"/>
            <a:ext cx="311150" cy="366712"/>
          </a:xfrm>
          <a:prstGeom prst="rect">
            <a:avLst/>
          </a:prstGeom>
          <a:solidFill>
            <a:schemeClr val="accent2"/>
          </a:solidFill>
          <a:ln>
            <a:noFill/>
          </a:ln>
          <a:effectLst/>
        </p:spPr>
        <p:txBody>
          <a:bodyPr wrap="none" anchor="ctr">
            <a:spAutoFit/>
          </a:bodyPr>
          <a:lstStyle/>
          <a:p>
            <a:pPr algn="l">
              <a:spcBef>
                <a:spcPct val="50000"/>
              </a:spcBef>
            </a:pPr>
            <a:r>
              <a:rPr lang="en-US" altLang="zh-TW">
                <a:solidFill>
                  <a:schemeClr val="hlink"/>
                </a:solidFill>
                <a:ea typeface="新細明體" charset="-120"/>
              </a:rPr>
              <a:t>6</a:t>
            </a:r>
            <a:endParaRPr lang="en-US" altLang="zh-TW">
              <a:ea typeface="新細明體" charset="-120"/>
            </a:endParaRPr>
          </a:p>
        </p:txBody>
      </p:sp>
      <p:sp>
        <p:nvSpPr>
          <p:cNvPr id="812115" name="Oval 83"/>
          <p:cNvSpPr>
            <a:spLocks noChangeArrowheads="1"/>
          </p:cNvSpPr>
          <p:nvPr/>
        </p:nvSpPr>
        <p:spPr bwMode="auto">
          <a:xfrm>
            <a:off x="9893300" y="5860139"/>
            <a:ext cx="259766" cy="519351"/>
          </a:xfrm>
          <a:prstGeom prst="ellipse">
            <a:avLst/>
          </a:prstGeom>
          <a:solidFill>
            <a:schemeClr val="accent2"/>
          </a:solidFill>
          <a:ln>
            <a:noFill/>
          </a:ln>
          <a:effectLst/>
        </p:spPr>
        <p:txBody>
          <a:bodyPr wrap="none" anchor="ctr">
            <a:spAutoFit/>
          </a:bodyPr>
          <a:lstStyle/>
          <a:p>
            <a:endParaRPr lang="en-US"/>
          </a:p>
        </p:txBody>
      </p:sp>
      <p:sp>
        <p:nvSpPr>
          <p:cNvPr id="812116" name="Text Box 84"/>
          <p:cNvSpPr txBox="1">
            <a:spLocks noChangeArrowheads="1"/>
          </p:cNvSpPr>
          <p:nvPr/>
        </p:nvSpPr>
        <p:spPr bwMode="auto">
          <a:xfrm>
            <a:off x="9944100" y="5943601"/>
            <a:ext cx="31115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l">
              <a:spcBef>
                <a:spcPct val="50000"/>
              </a:spcBef>
            </a:pPr>
            <a:r>
              <a:rPr lang="en-US" altLang="zh-TW">
                <a:solidFill>
                  <a:schemeClr val="hlink"/>
                </a:solidFill>
                <a:ea typeface="新細明體" charset="-120"/>
              </a:rPr>
              <a:t>7</a:t>
            </a:r>
            <a:endParaRPr lang="en-US" altLang="zh-TW">
              <a:ea typeface="新細明體" charset="-120"/>
            </a:endParaRPr>
          </a:p>
        </p:txBody>
      </p:sp>
      <p:sp>
        <p:nvSpPr>
          <p:cNvPr id="812118" name="Oval 86"/>
          <p:cNvSpPr>
            <a:spLocks noChangeArrowheads="1"/>
          </p:cNvSpPr>
          <p:nvPr/>
        </p:nvSpPr>
        <p:spPr bwMode="auto">
          <a:xfrm>
            <a:off x="3422650" y="3701139"/>
            <a:ext cx="259766" cy="519351"/>
          </a:xfrm>
          <a:prstGeom prst="ellipse">
            <a:avLst/>
          </a:prstGeom>
          <a:solidFill>
            <a:schemeClr val="accent2"/>
          </a:solidFill>
          <a:ln>
            <a:noFill/>
          </a:ln>
          <a:effectLst/>
        </p:spPr>
        <p:txBody>
          <a:bodyPr wrap="none" anchor="ctr">
            <a:spAutoFit/>
          </a:bodyPr>
          <a:lstStyle/>
          <a:p>
            <a:endParaRPr lang="en-US"/>
          </a:p>
        </p:txBody>
      </p:sp>
      <p:sp>
        <p:nvSpPr>
          <p:cNvPr id="812119" name="Text Box 87"/>
          <p:cNvSpPr txBox="1">
            <a:spLocks noChangeArrowheads="1"/>
          </p:cNvSpPr>
          <p:nvPr/>
        </p:nvSpPr>
        <p:spPr bwMode="auto">
          <a:xfrm>
            <a:off x="3467100" y="3784601"/>
            <a:ext cx="311150" cy="366713"/>
          </a:xfrm>
          <a:prstGeom prst="rect">
            <a:avLst/>
          </a:prstGeom>
          <a:solidFill>
            <a:schemeClr val="accent2"/>
          </a:solidFill>
          <a:ln>
            <a:noFill/>
          </a:ln>
          <a:effectLst/>
        </p:spPr>
        <p:txBody>
          <a:bodyPr wrap="none" anchor="ctr">
            <a:spAutoFit/>
          </a:bodyPr>
          <a:lstStyle/>
          <a:p>
            <a:pPr algn="l">
              <a:spcBef>
                <a:spcPct val="50000"/>
              </a:spcBef>
            </a:pPr>
            <a:r>
              <a:rPr lang="en-US" altLang="zh-TW">
                <a:solidFill>
                  <a:schemeClr val="hlink"/>
                </a:solidFill>
                <a:ea typeface="新細明體" charset="-120"/>
              </a:rPr>
              <a:t>8</a:t>
            </a:r>
            <a:endParaRPr lang="en-US" altLang="zh-TW">
              <a:ea typeface="新細明體" charset="-120"/>
            </a:endParaRPr>
          </a:p>
        </p:txBody>
      </p:sp>
      <p:sp>
        <p:nvSpPr>
          <p:cNvPr id="812121" name="Oval 89"/>
          <p:cNvSpPr>
            <a:spLocks noChangeArrowheads="1"/>
          </p:cNvSpPr>
          <p:nvPr/>
        </p:nvSpPr>
        <p:spPr bwMode="auto">
          <a:xfrm>
            <a:off x="1822450" y="3740826"/>
            <a:ext cx="259766" cy="519351"/>
          </a:xfrm>
          <a:prstGeom prst="ellipse">
            <a:avLst/>
          </a:prstGeom>
          <a:solidFill>
            <a:schemeClr val="accent2"/>
          </a:solidFill>
          <a:ln>
            <a:noFill/>
          </a:ln>
          <a:effectLst/>
        </p:spPr>
        <p:txBody>
          <a:bodyPr wrap="none" anchor="ctr">
            <a:spAutoFit/>
          </a:bodyPr>
          <a:lstStyle/>
          <a:p>
            <a:endParaRPr lang="en-US"/>
          </a:p>
        </p:txBody>
      </p:sp>
      <p:sp>
        <p:nvSpPr>
          <p:cNvPr id="812122" name="Text Box 90"/>
          <p:cNvSpPr txBox="1">
            <a:spLocks noChangeArrowheads="1"/>
          </p:cNvSpPr>
          <p:nvPr/>
        </p:nvSpPr>
        <p:spPr bwMode="auto">
          <a:xfrm>
            <a:off x="1866900" y="3811588"/>
            <a:ext cx="311150" cy="366712"/>
          </a:xfrm>
          <a:prstGeom prst="rect">
            <a:avLst/>
          </a:prstGeom>
          <a:solidFill>
            <a:schemeClr val="accent2"/>
          </a:solidFill>
          <a:ln>
            <a:noFill/>
          </a:ln>
          <a:effectLst/>
        </p:spPr>
        <p:txBody>
          <a:bodyPr wrap="none" anchor="ctr">
            <a:spAutoFit/>
          </a:bodyPr>
          <a:lstStyle/>
          <a:p>
            <a:pPr algn="l">
              <a:spcBef>
                <a:spcPct val="50000"/>
              </a:spcBef>
            </a:pPr>
            <a:r>
              <a:rPr lang="en-US" altLang="zh-TW">
                <a:solidFill>
                  <a:schemeClr val="hlink"/>
                </a:solidFill>
                <a:ea typeface="新細明體" charset="-120"/>
              </a:rPr>
              <a:t>9</a:t>
            </a:r>
            <a:endParaRPr lang="en-US" altLang="zh-TW">
              <a:ea typeface="新細明體" charset="-120"/>
            </a:endParaRPr>
          </a:p>
        </p:txBody>
      </p:sp>
      <p:sp>
        <p:nvSpPr>
          <p:cNvPr id="812123" name="Rectangle 91"/>
          <p:cNvSpPr>
            <a:spLocks noChangeArrowheads="1"/>
          </p:cNvSpPr>
          <p:nvPr/>
        </p:nvSpPr>
        <p:spPr bwMode="auto">
          <a:xfrm>
            <a:off x="3660775" y="1676400"/>
            <a:ext cx="1385888" cy="457200"/>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812124" name="Rectangle 92"/>
          <p:cNvSpPr>
            <a:spLocks noChangeArrowheads="1"/>
          </p:cNvSpPr>
          <p:nvPr/>
        </p:nvSpPr>
        <p:spPr bwMode="auto">
          <a:xfrm>
            <a:off x="5011738" y="1676400"/>
            <a:ext cx="1465262" cy="457200"/>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812125" name="Rectangle 93"/>
          <p:cNvSpPr>
            <a:spLocks noChangeArrowheads="1"/>
          </p:cNvSpPr>
          <p:nvPr/>
        </p:nvSpPr>
        <p:spPr bwMode="auto">
          <a:xfrm>
            <a:off x="6370638" y="1676400"/>
            <a:ext cx="1465262" cy="457200"/>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812126" name="Rectangle 94"/>
          <p:cNvSpPr>
            <a:spLocks noChangeArrowheads="1"/>
          </p:cNvSpPr>
          <p:nvPr/>
        </p:nvSpPr>
        <p:spPr bwMode="auto">
          <a:xfrm>
            <a:off x="7818438" y="1676400"/>
            <a:ext cx="1465262" cy="457200"/>
          </a:xfrm>
          <a:prstGeom prst="rect">
            <a:avLst/>
          </a:prstGeom>
          <a:solidFill>
            <a:schemeClr val="folHlink"/>
          </a:solidFill>
          <a:ln w="12700">
            <a:solidFill>
              <a:schemeClr val="tx1"/>
            </a:solidFill>
            <a:miter lim="800000"/>
            <a:headEnd/>
            <a:tailEnd/>
          </a:ln>
          <a:effectLst>
            <a:outerShdw dist="35921" dir="2700000" algn="ctr" rotWithShape="0">
              <a:schemeClr val="bg2"/>
            </a:outerShdw>
          </a:effectLst>
        </p:spPr>
        <p:txBody>
          <a:bodyPr wrap="none" lIns="1382450" tIns="691241" rIns="1382450" bIns="691241"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zh-TW" altLang="en-US" sz="3200">
              <a:latin typeface="Helvetica" panose="020B0604020202020204" pitchFamily="34" charset="0"/>
              <a:ea typeface="新細明體" charset="-120"/>
            </a:endParaRPr>
          </a:p>
        </p:txBody>
      </p:sp>
      <p:sp>
        <p:nvSpPr>
          <p:cNvPr id="812127" name="Rectangle 95"/>
          <p:cNvSpPr>
            <a:spLocks noChangeArrowheads="1"/>
          </p:cNvSpPr>
          <p:nvPr/>
        </p:nvSpPr>
        <p:spPr bwMode="auto">
          <a:xfrm>
            <a:off x="5638800" y="1757364"/>
            <a:ext cx="74295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16</a:t>
            </a:r>
          </a:p>
        </p:txBody>
      </p:sp>
      <p:sp>
        <p:nvSpPr>
          <p:cNvPr id="812128" name="Rectangle 96"/>
          <p:cNvSpPr>
            <a:spLocks noChangeArrowheads="1"/>
          </p:cNvSpPr>
          <p:nvPr/>
        </p:nvSpPr>
        <p:spPr bwMode="auto">
          <a:xfrm>
            <a:off x="4133850" y="1752600"/>
            <a:ext cx="742950"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172</a:t>
            </a:r>
          </a:p>
        </p:txBody>
      </p:sp>
      <p:sp>
        <p:nvSpPr>
          <p:cNvPr id="812129" name="Rectangle 97"/>
          <p:cNvSpPr>
            <a:spLocks noChangeArrowheads="1"/>
          </p:cNvSpPr>
          <p:nvPr/>
        </p:nvSpPr>
        <p:spPr bwMode="auto">
          <a:xfrm>
            <a:off x="7056438" y="1757364"/>
            <a:ext cx="45720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2</a:t>
            </a:r>
          </a:p>
        </p:txBody>
      </p:sp>
      <p:sp>
        <p:nvSpPr>
          <p:cNvPr id="812130" name="Rectangle 98"/>
          <p:cNvSpPr>
            <a:spLocks noChangeArrowheads="1"/>
          </p:cNvSpPr>
          <p:nvPr/>
        </p:nvSpPr>
        <p:spPr bwMode="auto">
          <a:xfrm>
            <a:off x="8382000" y="1757364"/>
            <a:ext cx="45720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160</a:t>
            </a:r>
          </a:p>
        </p:txBody>
      </p:sp>
    </p:spTree>
    <p:extLst>
      <p:ext uri="{BB962C8B-B14F-4D97-AF65-F5344CB8AC3E}">
        <p14:creationId xmlns:p14="http://schemas.microsoft.com/office/powerpoint/2010/main" val="884844006"/>
      </p:ext>
    </p:extLst>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62" name="Rectangle 1026"/>
          <p:cNvSpPr>
            <a:spLocks noChangeArrowheads="1"/>
          </p:cNvSpPr>
          <p:nvPr/>
        </p:nvSpPr>
        <p:spPr bwMode="auto">
          <a:xfrm>
            <a:off x="3854451" y="1530351"/>
            <a:ext cx="4500563" cy="61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2185988" algn="l"/>
              </a:tabLst>
              <a:defRPr sz="2400">
                <a:solidFill>
                  <a:schemeClr val="tx1"/>
                </a:solidFill>
                <a:latin typeface="Times" panose="02020603050405020304" pitchFamily="18" charset="0"/>
              </a:defRPr>
            </a:lvl1pPr>
            <a:lvl2pPr marL="514350" algn="l" defTabSz="1028700">
              <a:tabLst>
                <a:tab pos="514350" algn="l"/>
                <a:tab pos="1028700" algn="l"/>
                <a:tab pos="2185988" algn="l"/>
              </a:tabLst>
              <a:defRPr sz="2400">
                <a:solidFill>
                  <a:schemeClr val="tx1"/>
                </a:solidFill>
                <a:latin typeface="Times" panose="02020603050405020304" pitchFamily="18" charset="0"/>
              </a:defRPr>
            </a:lvl2pPr>
            <a:lvl3pPr marL="1028700" algn="l" defTabSz="1028700">
              <a:tabLst>
                <a:tab pos="514350" algn="l"/>
                <a:tab pos="1028700" algn="l"/>
                <a:tab pos="2185988" algn="l"/>
              </a:tabLst>
              <a:defRPr sz="2400">
                <a:solidFill>
                  <a:schemeClr val="tx1"/>
                </a:solidFill>
                <a:latin typeface="Times" panose="02020603050405020304" pitchFamily="18" charset="0"/>
              </a:defRPr>
            </a:lvl3pPr>
            <a:lvl4pPr marL="1543050" algn="l" defTabSz="1028700">
              <a:tabLst>
                <a:tab pos="514350" algn="l"/>
                <a:tab pos="1028700" algn="l"/>
                <a:tab pos="2185988" algn="l"/>
              </a:tabLst>
              <a:defRPr sz="2400">
                <a:solidFill>
                  <a:schemeClr val="tx1"/>
                </a:solidFill>
                <a:latin typeface="Times" panose="02020603050405020304" pitchFamily="18" charset="0"/>
              </a:defRPr>
            </a:lvl4pPr>
            <a:lvl5pPr marL="2057400" algn="l" defTabSz="1028700">
              <a:tabLst>
                <a:tab pos="514350" algn="l"/>
                <a:tab pos="1028700" algn="l"/>
                <a:tab pos="2185988"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2185988"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2185988"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2185988"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2185988" algn="l"/>
              </a:tabLst>
              <a:defRPr sz="2400">
                <a:solidFill>
                  <a:schemeClr val="tx1"/>
                </a:solidFill>
                <a:latin typeface="Times" panose="02020603050405020304" pitchFamily="18" charset="0"/>
              </a:defRPr>
            </a:lvl9pPr>
          </a:lstStyle>
          <a:p>
            <a:pPr>
              <a:lnSpc>
                <a:spcPts val="2138"/>
              </a:lnSpc>
            </a:pPr>
            <a:r>
              <a:rPr lang="en-US" altLang="zh-TW" sz="2000">
                <a:solidFill>
                  <a:srgbClr val="000000"/>
                </a:solidFill>
                <a:latin typeface="Helvetica" panose="020B0604020202020204" pitchFamily="34" charset="0"/>
                <a:ea typeface="新細明體" charset="-120"/>
              </a:rPr>
              <a:t>IP Host Address:	172.16.2.121</a:t>
            </a:r>
          </a:p>
          <a:p>
            <a:pPr>
              <a:lnSpc>
                <a:spcPts val="2138"/>
              </a:lnSpc>
            </a:pPr>
            <a:r>
              <a:rPr lang="en-US" altLang="zh-TW" sz="2000">
                <a:solidFill>
                  <a:srgbClr val="000000"/>
                </a:solidFill>
                <a:latin typeface="Helvetica" panose="020B0604020202020204" pitchFamily="34" charset="0"/>
                <a:ea typeface="新細明體" charset="-120"/>
              </a:rPr>
              <a:t>Subnet Mask:  255.255.255.0</a:t>
            </a:r>
          </a:p>
        </p:txBody>
      </p:sp>
      <p:sp>
        <p:nvSpPr>
          <p:cNvPr id="706563" name="Rectangle 1027"/>
          <p:cNvSpPr>
            <a:spLocks noGrp="1" noChangeArrowheads="1"/>
          </p:cNvSpPr>
          <p:nvPr>
            <p:ph type="body" sz="half" idx="2"/>
          </p:nvPr>
        </p:nvSpPr>
        <p:spPr>
          <a:xfrm>
            <a:off x="1982789" y="5141914"/>
            <a:ext cx="8226425" cy="1411287"/>
          </a:xfrm>
          <a:noFill/>
          <a:ln/>
        </p:spPr>
        <p:txBody>
          <a:bodyPr vert="horz" lIns="82153" tIns="41076" rIns="82153" bIns="41076" rtlCol="0" anchor="ctr" anchorCtr="1">
            <a:normAutofit lnSpcReduction="10000"/>
          </a:bodyPr>
          <a:lstStyle/>
          <a:p>
            <a:pPr>
              <a:spcBef>
                <a:spcPct val="20000"/>
              </a:spcBef>
            </a:pPr>
            <a:r>
              <a:rPr lang="en-US" altLang="zh-TW" sz="2200">
                <a:ea typeface="新細明體" charset="-120"/>
              </a:rPr>
              <a:t>Subnet Address = 172.16.2.0</a:t>
            </a:r>
          </a:p>
          <a:p>
            <a:pPr>
              <a:spcBef>
                <a:spcPct val="20000"/>
              </a:spcBef>
            </a:pPr>
            <a:r>
              <a:rPr lang="en-US" altLang="zh-TW" sz="2200">
                <a:ea typeface="新細明體" charset="-120"/>
              </a:rPr>
              <a:t>Host Addresses = 172.16.2.1–172.16.2.254</a:t>
            </a:r>
          </a:p>
          <a:p>
            <a:pPr>
              <a:spcBef>
                <a:spcPct val="20000"/>
              </a:spcBef>
            </a:pPr>
            <a:r>
              <a:rPr lang="en-US" altLang="zh-TW" sz="2200">
                <a:ea typeface="新細明體" charset="-120"/>
              </a:rPr>
              <a:t>Broadcast Address = 172.16.2.255</a:t>
            </a:r>
          </a:p>
          <a:p>
            <a:pPr>
              <a:spcBef>
                <a:spcPct val="20000"/>
              </a:spcBef>
            </a:pPr>
            <a:r>
              <a:rPr lang="en-US" altLang="zh-TW" sz="2200">
                <a:ea typeface="新細明體" charset="-120"/>
              </a:rPr>
              <a:t>Eight bits of subnetting</a:t>
            </a:r>
          </a:p>
        </p:txBody>
      </p:sp>
      <p:sp>
        <p:nvSpPr>
          <p:cNvPr id="706566" name="Line 1030"/>
          <p:cNvSpPr>
            <a:spLocks noChangeShapeType="1"/>
          </p:cNvSpPr>
          <p:nvPr/>
        </p:nvSpPr>
        <p:spPr bwMode="auto">
          <a:xfrm flipH="1">
            <a:off x="5562600" y="2133600"/>
            <a:ext cx="0" cy="243840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06567" name="Rectangle 1031"/>
          <p:cNvSpPr>
            <a:spLocks noChangeArrowheads="1"/>
          </p:cNvSpPr>
          <p:nvPr/>
        </p:nvSpPr>
        <p:spPr bwMode="auto">
          <a:xfrm>
            <a:off x="5791200" y="2286001"/>
            <a:ext cx="1443038" cy="32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Network</a:t>
            </a:r>
          </a:p>
        </p:txBody>
      </p:sp>
      <p:sp>
        <p:nvSpPr>
          <p:cNvPr id="706568" name="Rectangle 1032"/>
          <p:cNvSpPr>
            <a:spLocks noChangeArrowheads="1"/>
          </p:cNvSpPr>
          <p:nvPr/>
        </p:nvSpPr>
        <p:spPr bwMode="auto">
          <a:xfrm>
            <a:off x="7358064" y="2286000"/>
            <a:ext cx="1285875"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Subnet</a:t>
            </a:r>
          </a:p>
        </p:txBody>
      </p:sp>
      <p:sp>
        <p:nvSpPr>
          <p:cNvPr id="706569" name="Rectangle 1033"/>
          <p:cNvSpPr>
            <a:spLocks noChangeArrowheads="1"/>
          </p:cNvSpPr>
          <p:nvPr/>
        </p:nvSpPr>
        <p:spPr bwMode="auto">
          <a:xfrm>
            <a:off x="8948738" y="2286000"/>
            <a:ext cx="957262"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Host</a:t>
            </a:r>
          </a:p>
        </p:txBody>
      </p:sp>
      <p:sp>
        <p:nvSpPr>
          <p:cNvPr id="706571" name="Line 1035"/>
          <p:cNvSpPr>
            <a:spLocks noChangeShapeType="1"/>
          </p:cNvSpPr>
          <p:nvPr/>
        </p:nvSpPr>
        <p:spPr bwMode="auto">
          <a:xfrm>
            <a:off x="4252914" y="3757613"/>
            <a:ext cx="5786437"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06572" name="Rectangle 1036"/>
          <p:cNvSpPr>
            <a:spLocks noChangeArrowheads="1"/>
          </p:cNvSpPr>
          <p:nvPr/>
        </p:nvSpPr>
        <p:spPr bwMode="auto">
          <a:xfrm>
            <a:off x="4438650" y="4343401"/>
            <a:ext cx="700088"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ctr">
              <a:lnSpc>
                <a:spcPts val="2138"/>
              </a:lnSpc>
            </a:pPr>
            <a:r>
              <a:rPr lang="en-US" altLang="zh-TW" sz="2000">
                <a:solidFill>
                  <a:srgbClr val="000000"/>
                </a:solidFill>
                <a:latin typeface="Helvetica" panose="020B0604020202020204" pitchFamily="34" charset="0"/>
                <a:ea typeface="新細明體" charset="-120"/>
              </a:rPr>
              <a:t>10101100</a:t>
            </a:r>
          </a:p>
        </p:txBody>
      </p:sp>
      <p:sp>
        <p:nvSpPr>
          <p:cNvPr id="706573" name="Rectangle 1037"/>
          <p:cNvSpPr>
            <a:spLocks noChangeArrowheads="1"/>
          </p:cNvSpPr>
          <p:nvPr/>
        </p:nvSpPr>
        <p:spPr bwMode="auto">
          <a:xfrm>
            <a:off x="5967414" y="4343401"/>
            <a:ext cx="700087"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ctr">
              <a:lnSpc>
                <a:spcPts val="2138"/>
              </a:lnSpc>
            </a:pPr>
            <a:r>
              <a:rPr lang="en-US" altLang="zh-TW" sz="2000">
                <a:solidFill>
                  <a:srgbClr val="000000"/>
                </a:solidFill>
                <a:latin typeface="Helvetica" panose="020B0604020202020204" pitchFamily="34" charset="0"/>
                <a:ea typeface="新細明體" charset="-120"/>
              </a:rPr>
              <a:t>00010000</a:t>
            </a:r>
          </a:p>
        </p:txBody>
      </p:sp>
      <p:sp>
        <p:nvSpPr>
          <p:cNvPr id="706574" name="Rectangle 1038"/>
          <p:cNvSpPr>
            <a:spLocks noChangeArrowheads="1"/>
          </p:cNvSpPr>
          <p:nvPr/>
        </p:nvSpPr>
        <p:spPr bwMode="auto">
          <a:xfrm>
            <a:off x="7553326" y="4343401"/>
            <a:ext cx="442913"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ctr">
              <a:lnSpc>
                <a:spcPts val="2138"/>
              </a:lnSpc>
            </a:pPr>
            <a:r>
              <a:rPr lang="en-US" altLang="zh-TW" sz="2000">
                <a:solidFill>
                  <a:srgbClr val="000000"/>
                </a:solidFill>
                <a:latin typeface="Helvetica" panose="020B0604020202020204" pitchFamily="34" charset="0"/>
                <a:ea typeface="新細明體" charset="-120"/>
              </a:rPr>
              <a:t>00000010</a:t>
            </a:r>
          </a:p>
        </p:txBody>
      </p:sp>
      <p:sp>
        <p:nvSpPr>
          <p:cNvPr id="706575" name="Rectangle 1039"/>
          <p:cNvSpPr>
            <a:spLocks noChangeArrowheads="1"/>
          </p:cNvSpPr>
          <p:nvPr/>
        </p:nvSpPr>
        <p:spPr bwMode="auto">
          <a:xfrm>
            <a:off x="8686801" y="4343401"/>
            <a:ext cx="657225"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138"/>
              </a:lnSpc>
            </a:pPr>
            <a:r>
              <a:rPr lang="en-US" altLang="zh-TW" sz="2000">
                <a:solidFill>
                  <a:srgbClr val="000000"/>
                </a:solidFill>
                <a:latin typeface="Helvetica" panose="020B0604020202020204" pitchFamily="34" charset="0"/>
                <a:ea typeface="新細明體" charset="-120"/>
              </a:rPr>
              <a:t>11111111</a:t>
            </a:r>
          </a:p>
        </p:txBody>
      </p:sp>
      <p:sp>
        <p:nvSpPr>
          <p:cNvPr id="706576" name="Rectangle 1040"/>
          <p:cNvSpPr>
            <a:spLocks noChangeArrowheads="1"/>
          </p:cNvSpPr>
          <p:nvPr/>
        </p:nvSpPr>
        <p:spPr bwMode="auto">
          <a:xfrm>
            <a:off x="2038351" y="2943226"/>
            <a:ext cx="2043113"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172.16.2.121:</a:t>
            </a:r>
          </a:p>
        </p:txBody>
      </p:sp>
      <p:sp>
        <p:nvSpPr>
          <p:cNvPr id="706577" name="Rectangle 1041"/>
          <p:cNvSpPr>
            <a:spLocks noChangeArrowheads="1"/>
          </p:cNvSpPr>
          <p:nvPr/>
        </p:nvSpPr>
        <p:spPr bwMode="auto">
          <a:xfrm>
            <a:off x="1938339" y="3386139"/>
            <a:ext cx="214312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solidFill>
                  <a:srgbClr val="000000"/>
                </a:solidFill>
                <a:latin typeface="Helvetica" panose="020B0604020202020204" pitchFamily="34" charset="0"/>
                <a:ea typeface="新細明體" charset="-120"/>
              </a:rPr>
              <a:t>255.255.255.0:</a:t>
            </a:r>
          </a:p>
        </p:txBody>
      </p:sp>
      <p:sp>
        <p:nvSpPr>
          <p:cNvPr id="706578" name="Rectangle 1042"/>
          <p:cNvSpPr>
            <a:spLocks noChangeArrowheads="1"/>
          </p:cNvSpPr>
          <p:nvPr/>
        </p:nvSpPr>
        <p:spPr bwMode="auto">
          <a:xfrm>
            <a:off x="4152900" y="2943226"/>
            <a:ext cx="1257300"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ctr">
              <a:lnSpc>
                <a:spcPts val="2138"/>
              </a:lnSpc>
            </a:pPr>
            <a:r>
              <a:rPr lang="en-US" altLang="zh-TW" sz="2000">
                <a:solidFill>
                  <a:srgbClr val="000000"/>
                </a:solidFill>
                <a:latin typeface="Helvetica" panose="020B0604020202020204" pitchFamily="34" charset="0"/>
                <a:ea typeface="新細明體" charset="-120"/>
              </a:rPr>
              <a:t>10101100</a:t>
            </a:r>
          </a:p>
        </p:txBody>
      </p:sp>
      <p:sp>
        <p:nvSpPr>
          <p:cNvPr id="706579" name="Rectangle 1043"/>
          <p:cNvSpPr>
            <a:spLocks noChangeArrowheads="1"/>
          </p:cNvSpPr>
          <p:nvPr/>
        </p:nvSpPr>
        <p:spPr bwMode="auto">
          <a:xfrm>
            <a:off x="4067176" y="3371851"/>
            <a:ext cx="14001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ctr">
              <a:lnSpc>
                <a:spcPts val="2025"/>
              </a:lnSpc>
            </a:pPr>
            <a:r>
              <a:rPr lang="en-US" altLang="zh-TW" sz="2000">
                <a:solidFill>
                  <a:srgbClr val="000000"/>
                </a:solidFill>
                <a:latin typeface="Helvetica" panose="020B0604020202020204" pitchFamily="34" charset="0"/>
                <a:ea typeface="新細明體" charset="-120"/>
              </a:rPr>
              <a:t>11111111</a:t>
            </a:r>
          </a:p>
        </p:txBody>
      </p:sp>
      <p:sp>
        <p:nvSpPr>
          <p:cNvPr id="706580" name="Rectangle 1044"/>
          <p:cNvSpPr>
            <a:spLocks noChangeArrowheads="1"/>
          </p:cNvSpPr>
          <p:nvPr/>
        </p:nvSpPr>
        <p:spPr bwMode="auto">
          <a:xfrm>
            <a:off x="2681289" y="3871913"/>
            <a:ext cx="140017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Subnet:</a:t>
            </a:r>
          </a:p>
        </p:txBody>
      </p:sp>
      <p:sp>
        <p:nvSpPr>
          <p:cNvPr id="706581" name="Rectangle 1045"/>
          <p:cNvSpPr>
            <a:spLocks noChangeArrowheads="1"/>
          </p:cNvSpPr>
          <p:nvPr/>
        </p:nvSpPr>
        <p:spPr bwMode="auto">
          <a:xfrm>
            <a:off x="4124326" y="3871913"/>
            <a:ext cx="128587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ctr">
              <a:lnSpc>
                <a:spcPts val="2138"/>
              </a:lnSpc>
            </a:pPr>
            <a:r>
              <a:rPr lang="en-US" altLang="zh-TW" sz="2000">
                <a:solidFill>
                  <a:srgbClr val="000000"/>
                </a:solidFill>
                <a:latin typeface="Helvetica" panose="020B0604020202020204" pitchFamily="34" charset="0"/>
                <a:ea typeface="新細明體" charset="-120"/>
              </a:rPr>
              <a:t>10101100</a:t>
            </a:r>
          </a:p>
        </p:txBody>
      </p:sp>
      <p:sp>
        <p:nvSpPr>
          <p:cNvPr id="706582" name="Rectangle 1046"/>
          <p:cNvSpPr>
            <a:spLocks noChangeArrowheads="1"/>
          </p:cNvSpPr>
          <p:nvPr/>
        </p:nvSpPr>
        <p:spPr bwMode="auto">
          <a:xfrm>
            <a:off x="5681664" y="3871913"/>
            <a:ext cx="128587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ctr">
              <a:lnSpc>
                <a:spcPts val="2138"/>
              </a:lnSpc>
            </a:pPr>
            <a:r>
              <a:rPr lang="en-US" altLang="zh-TW" sz="2000">
                <a:solidFill>
                  <a:srgbClr val="000000"/>
                </a:solidFill>
                <a:latin typeface="Helvetica" panose="020B0604020202020204" pitchFamily="34" charset="0"/>
                <a:ea typeface="新細明體" charset="-120"/>
              </a:rPr>
              <a:t>00010000</a:t>
            </a:r>
          </a:p>
        </p:txBody>
      </p:sp>
      <p:sp>
        <p:nvSpPr>
          <p:cNvPr id="706583" name="Rectangle 1047"/>
          <p:cNvSpPr>
            <a:spLocks noChangeArrowheads="1"/>
          </p:cNvSpPr>
          <p:nvPr/>
        </p:nvSpPr>
        <p:spPr bwMode="auto">
          <a:xfrm>
            <a:off x="5653088" y="2943226"/>
            <a:ext cx="1314450"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ctr">
              <a:lnSpc>
                <a:spcPts val="2138"/>
              </a:lnSpc>
            </a:pPr>
            <a:r>
              <a:rPr lang="en-US" altLang="zh-TW" sz="2000">
                <a:solidFill>
                  <a:srgbClr val="000000"/>
                </a:solidFill>
                <a:latin typeface="Helvetica" panose="020B0604020202020204" pitchFamily="34" charset="0"/>
                <a:ea typeface="新細明體" charset="-120"/>
              </a:rPr>
              <a:t>00010000</a:t>
            </a:r>
          </a:p>
        </p:txBody>
      </p:sp>
      <p:sp>
        <p:nvSpPr>
          <p:cNvPr id="706584" name="Rectangle 1048"/>
          <p:cNvSpPr>
            <a:spLocks noChangeArrowheads="1"/>
          </p:cNvSpPr>
          <p:nvPr/>
        </p:nvSpPr>
        <p:spPr bwMode="auto">
          <a:xfrm>
            <a:off x="5667376" y="3371851"/>
            <a:ext cx="1300163"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ctr">
              <a:lnSpc>
                <a:spcPts val="2025"/>
              </a:lnSpc>
            </a:pPr>
            <a:r>
              <a:rPr lang="en-US" altLang="zh-TW" sz="2000">
                <a:solidFill>
                  <a:srgbClr val="000000"/>
                </a:solidFill>
                <a:latin typeface="Helvetica" panose="020B0604020202020204" pitchFamily="34" charset="0"/>
                <a:ea typeface="新細明體" charset="-120"/>
              </a:rPr>
              <a:t>11111111</a:t>
            </a:r>
          </a:p>
        </p:txBody>
      </p:sp>
      <p:sp>
        <p:nvSpPr>
          <p:cNvPr id="706585" name="Rectangle 1049"/>
          <p:cNvSpPr>
            <a:spLocks noChangeArrowheads="1"/>
          </p:cNvSpPr>
          <p:nvPr/>
        </p:nvSpPr>
        <p:spPr bwMode="auto">
          <a:xfrm>
            <a:off x="7124701" y="2943226"/>
            <a:ext cx="1300163" cy="557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ctr">
              <a:lnSpc>
                <a:spcPts val="2138"/>
              </a:lnSpc>
              <a:spcBef>
                <a:spcPts val="1350"/>
              </a:spcBef>
            </a:pPr>
            <a:r>
              <a:rPr lang="en-US" altLang="zh-TW" sz="2000">
                <a:solidFill>
                  <a:srgbClr val="000000"/>
                </a:solidFill>
                <a:latin typeface="Helvetica" panose="020B0604020202020204" pitchFamily="34" charset="0"/>
                <a:ea typeface="新細明體" charset="-120"/>
              </a:rPr>
              <a:t>00000010</a:t>
            </a:r>
          </a:p>
        </p:txBody>
      </p:sp>
      <p:sp>
        <p:nvSpPr>
          <p:cNvPr id="706586" name="Rectangle 1050"/>
          <p:cNvSpPr>
            <a:spLocks noChangeArrowheads="1"/>
          </p:cNvSpPr>
          <p:nvPr/>
        </p:nvSpPr>
        <p:spPr bwMode="auto">
          <a:xfrm>
            <a:off x="7138989" y="3871913"/>
            <a:ext cx="1285875" cy="3857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ctr">
              <a:lnSpc>
                <a:spcPts val="2138"/>
              </a:lnSpc>
            </a:pPr>
            <a:r>
              <a:rPr lang="en-US" altLang="zh-TW" sz="2000" dirty="0">
                <a:solidFill>
                  <a:schemeClr val="accent2"/>
                </a:solidFill>
                <a:latin typeface="Helvetica" panose="020B0604020202020204" pitchFamily="34" charset="0"/>
                <a:ea typeface="新細明體" charset="-120"/>
              </a:rPr>
              <a:t>00000010</a:t>
            </a:r>
            <a:endParaRPr lang="en-US" altLang="zh-TW" sz="2000" dirty="0">
              <a:solidFill>
                <a:srgbClr val="000000"/>
              </a:solidFill>
              <a:latin typeface="Helvetica" panose="020B0604020202020204" pitchFamily="34" charset="0"/>
              <a:ea typeface="新細明體" charset="-120"/>
            </a:endParaRPr>
          </a:p>
        </p:txBody>
      </p:sp>
      <p:sp>
        <p:nvSpPr>
          <p:cNvPr id="706587" name="Rectangle 1051"/>
          <p:cNvSpPr>
            <a:spLocks noChangeArrowheads="1"/>
          </p:cNvSpPr>
          <p:nvPr/>
        </p:nvSpPr>
        <p:spPr bwMode="auto">
          <a:xfrm>
            <a:off x="7124701" y="3371851"/>
            <a:ext cx="1300163" cy="3714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ctr">
              <a:lnSpc>
                <a:spcPts val="2025"/>
              </a:lnSpc>
            </a:pPr>
            <a:r>
              <a:rPr lang="en-US" altLang="zh-TW" sz="2000" dirty="0">
                <a:solidFill>
                  <a:schemeClr val="accent2"/>
                </a:solidFill>
                <a:latin typeface="Helvetica" panose="020B0604020202020204" pitchFamily="34" charset="0"/>
                <a:ea typeface="新細明體" charset="-120"/>
              </a:rPr>
              <a:t>11111111</a:t>
            </a:r>
            <a:endParaRPr lang="en-US" altLang="zh-TW" sz="2000" dirty="0">
              <a:solidFill>
                <a:srgbClr val="000000"/>
              </a:solidFill>
              <a:latin typeface="Helvetica" panose="020B0604020202020204" pitchFamily="34" charset="0"/>
              <a:ea typeface="新細明體" charset="-120"/>
            </a:endParaRPr>
          </a:p>
        </p:txBody>
      </p:sp>
      <p:sp>
        <p:nvSpPr>
          <p:cNvPr id="706588" name="Rectangle 1052"/>
          <p:cNvSpPr>
            <a:spLocks noChangeArrowheads="1"/>
          </p:cNvSpPr>
          <p:nvPr/>
        </p:nvSpPr>
        <p:spPr bwMode="auto">
          <a:xfrm>
            <a:off x="8653464" y="2943226"/>
            <a:ext cx="1743075"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138"/>
              </a:lnSpc>
            </a:pPr>
            <a:r>
              <a:rPr lang="en-US" altLang="zh-TW" sz="2000">
                <a:solidFill>
                  <a:srgbClr val="000000"/>
                </a:solidFill>
                <a:latin typeface="Helvetica" panose="020B0604020202020204" pitchFamily="34" charset="0"/>
                <a:ea typeface="新細明體" charset="-120"/>
              </a:rPr>
              <a:t>01111001 </a:t>
            </a:r>
          </a:p>
        </p:txBody>
      </p:sp>
      <p:sp>
        <p:nvSpPr>
          <p:cNvPr id="706589" name="Rectangle 1053"/>
          <p:cNvSpPr>
            <a:spLocks noChangeArrowheads="1"/>
          </p:cNvSpPr>
          <p:nvPr/>
        </p:nvSpPr>
        <p:spPr bwMode="auto">
          <a:xfrm>
            <a:off x="8624888" y="3371851"/>
            <a:ext cx="1700212"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025"/>
              </a:lnSpc>
            </a:pPr>
            <a:r>
              <a:rPr lang="en-US" altLang="zh-TW" sz="2000">
                <a:solidFill>
                  <a:srgbClr val="000000"/>
                </a:solidFill>
                <a:latin typeface="Helvetica" panose="020B0604020202020204" pitchFamily="34" charset="0"/>
                <a:ea typeface="新細明體" charset="-120"/>
              </a:rPr>
              <a:t>00000000</a:t>
            </a:r>
          </a:p>
        </p:txBody>
      </p:sp>
      <p:sp>
        <p:nvSpPr>
          <p:cNvPr id="706590" name="Rectangle 1054"/>
          <p:cNvSpPr>
            <a:spLocks noChangeArrowheads="1"/>
          </p:cNvSpPr>
          <p:nvPr/>
        </p:nvSpPr>
        <p:spPr bwMode="auto">
          <a:xfrm>
            <a:off x="8653463" y="3871913"/>
            <a:ext cx="1771650"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138"/>
              </a:lnSpc>
            </a:pPr>
            <a:r>
              <a:rPr lang="en-US" altLang="zh-TW" sz="2000">
                <a:solidFill>
                  <a:srgbClr val="000000"/>
                </a:solidFill>
                <a:latin typeface="Helvetica" panose="020B0604020202020204" pitchFamily="34" charset="0"/>
                <a:ea typeface="新細明體" charset="-120"/>
              </a:rPr>
              <a:t>00000000</a:t>
            </a:r>
          </a:p>
        </p:txBody>
      </p:sp>
      <p:sp>
        <p:nvSpPr>
          <p:cNvPr id="706596" name="Rectangle 1060"/>
          <p:cNvSpPr>
            <a:spLocks noGrp="1" noChangeArrowheads="1"/>
          </p:cNvSpPr>
          <p:nvPr>
            <p:ph type="title"/>
          </p:nvPr>
        </p:nvSpPr>
        <p:spPr>
          <a:xfrm>
            <a:off x="273051" y="220665"/>
            <a:ext cx="7959725" cy="1143000"/>
          </a:xfrm>
          <a:noFill/>
          <a:ln/>
        </p:spPr>
        <p:txBody>
          <a:bodyPr vert="horz" lIns="82153" tIns="41076" rIns="82153" bIns="41076" rtlCol="0" anchor="ctr" anchorCtr="0">
            <a:normAutofit/>
          </a:bodyPr>
          <a:lstStyle/>
          <a:p>
            <a:r>
              <a:rPr lang="en-US" altLang="zh-TW" dirty="0">
                <a:solidFill>
                  <a:srgbClr val="00B0F0"/>
                </a:solidFill>
                <a:ea typeface="新細明體" charset="-120"/>
              </a:rPr>
              <a:t>Class B Subnet Example</a:t>
            </a:r>
          </a:p>
        </p:txBody>
      </p:sp>
      <p:sp>
        <p:nvSpPr>
          <p:cNvPr id="706598" name="Line 1062"/>
          <p:cNvSpPr>
            <a:spLocks noChangeShapeType="1"/>
          </p:cNvSpPr>
          <p:nvPr/>
        </p:nvSpPr>
        <p:spPr bwMode="auto">
          <a:xfrm>
            <a:off x="7086600" y="2133600"/>
            <a:ext cx="0" cy="2362200"/>
          </a:xfrm>
          <a:prstGeom prst="line">
            <a:avLst/>
          </a:prstGeom>
          <a:noFill/>
          <a:ln w="28575">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06599" name="Line 1063"/>
          <p:cNvSpPr>
            <a:spLocks noChangeShapeType="1"/>
          </p:cNvSpPr>
          <p:nvPr/>
        </p:nvSpPr>
        <p:spPr bwMode="auto">
          <a:xfrm>
            <a:off x="8534400" y="2133600"/>
            <a:ext cx="0" cy="2362200"/>
          </a:xfrm>
          <a:prstGeom prst="line">
            <a:avLst/>
          </a:prstGeom>
          <a:noFill/>
          <a:ln w="28575">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06600" name="Line 1064"/>
          <p:cNvSpPr>
            <a:spLocks noChangeShapeType="1"/>
          </p:cNvSpPr>
          <p:nvPr/>
        </p:nvSpPr>
        <p:spPr bwMode="auto">
          <a:xfrm>
            <a:off x="4267200" y="2743200"/>
            <a:ext cx="5786438"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06601" name="Rectangle 1065"/>
          <p:cNvSpPr>
            <a:spLocks noChangeArrowheads="1"/>
          </p:cNvSpPr>
          <p:nvPr/>
        </p:nvSpPr>
        <p:spPr bwMode="auto">
          <a:xfrm>
            <a:off x="2667001" y="4338638"/>
            <a:ext cx="140017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Broadcast:</a:t>
            </a:r>
          </a:p>
        </p:txBody>
      </p:sp>
      <p:sp>
        <p:nvSpPr>
          <p:cNvPr id="706602" name="Rectangle 1066"/>
          <p:cNvSpPr>
            <a:spLocks noChangeArrowheads="1"/>
          </p:cNvSpPr>
          <p:nvPr/>
        </p:nvSpPr>
        <p:spPr bwMode="auto">
          <a:xfrm>
            <a:off x="4271964" y="2209801"/>
            <a:ext cx="1443037" cy="32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Network</a:t>
            </a:r>
          </a:p>
        </p:txBody>
      </p:sp>
    </p:spTree>
    <p:extLst>
      <p:ext uri="{BB962C8B-B14F-4D97-AF65-F5344CB8AC3E}">
        <p14:creationId xmlns:p14="http://schemas.microsoft.com/office/powerpoint/2010/main" val="2668023061"/>
      </p:ext>
    </p:extLst>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2528" name="Picture 6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2057400"/>
            <a:ext cx="7399338" cy="4484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02466" name="Rectangle 2"/>
          <p:cNvSpPr>
            <a:spLocks noGrp="1" noChangeArrowheads="1"/>
          </p:cNvSpPr>
          <p:nvPr>
            <p:ph type="title"/>
          </p:nvPr>
        </p:nvSpPr>
        <p:spPr>
          <a:noFill/>
          <a:ln/>
        </p:spPr>
        <p:txBody>
          <a:bodyPr vert="horz" lIns="82153" tIns="41076" rIns="82153" bIns="41076" rtlCol="0" anchor="ctr" anchorCtr="0">
            <a:normAutofit/>
          </a:bodyPr>
          <a:lstStyle/>
          <a:p>
            <a:r>
              <a:rPr lang="en-US" altLang="zh-TW" dirty="0">
                <a:solidFill>
                  <a:srgbClr val="00B0F0"/>
                </a:solidFill>
                <a:ea typeface="新細明體" charset="-120"/>
              </a:rPr>
              <a:t>Subnet Planning</a:t>
            </a:r>
          </a:p>
        </p:txBody>
      </p:sp>
      <p:sp>
        <p:nvSpPr>
          <p:cNvPr id="702469" name="Line 5"/>
          <p:cNvSpPr>
            <a:spLocks noChangeShapeType="1"/>
          </p:cNvSpPr>
          <p:nvPr/>
        </p:nvSpPr>
        <p:spPr bwMode="auto">
          <a:xfrm flipV="1">
            <a:off x="3421063" y="5026026"/>
            <a:ext cx="0" cy="371475"/>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702470" name="Line 6"/>
          <p:cNvSpPr>
            <a:spLocks noChangeShapeType="1"/>
          </p:cNvSpPr>
          <p:nvPr/>
        </p:nvSpPr>
        <p:spPr bwMode="auto">
          <a:xfrm flipV="1">
            <a:off x="4264025" y="5040314"/>
            <a:ext cx="0" cy="371475"/>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702471" name="Line 7"/>
          <p:cNvSpPr>
            <a:spLocks noChangeShapeType="1"/>
          </p:cNvSpPr>
          <p:nvPr/>
        </p:nvSpPr>
        <p:spPr bwMode="auto">
          <a:xfrm flipV="1">
            <a:off x="5092700" y="5011738"/>
            <a:ext cx="0" cy="400050"/>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702472" name="Line 8"/>
          <p:cNvSpPr>
            <a:spLocks noChangeShapeType="1"/>
          </p:cNvSpPr>
          <p:nvPr/>
        </p:nvSpPr>
        <p:spPr bwMode="auto">
          <a:xfrm flipV="1">
            <a:off x="7721600" y="5040313"/>
            <a:ext cx="0" cy="385762"/>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702473" name="Line 9"/>
          <p:cNvSpPr>
            <a:spLocks noChangeShapeType="1"/>
          </p:cNvSpPr>
          <p:nvPr/>
        </p:nvSpPr>
        <p:spPr bwMode="auto">
          <a:xfrm flipV="1">
            <a:off x="8550275" y="5026026"/>
            <a:ext cx="0" cy="385763"/>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702474" name="Line 10"/>
          <p:cNvSpPr>
            <a:spLocks noChangeShapeType="1"/>
          </p:cNvSpPr>
          <p:nvPr/>
        </p:nvSpPr>
        <p:spPr bwMode="auto">
          <a:xfrm flipV="1">
            <a:off x="6850063" y="5026026"/>
            <a:ext cx="0" cy="385763"/>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702476" name="Line 12"/>
          <p:cNvSpPr>
            <a:spLocks noChangeShapeType="1"/>
          </p:cNvSpPr>
          <p:nvPr/>
        </p:nvSpPr>
        <p:spPr bwMode="auto">
          <a:xfrm flipV="1">
            <a:off x="5321300" y="3011488"/>
            <a:ext cx="0" cy="385762"/>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702477" name="Line 13"/>
          <p:cNvSpPr>
            <a:spLocks noChangeShapeType="1"/>
          </p:cNvSpPr>
          <p:nvPr/>
        </p:nvSpPr>
        <p:spPr bwMode="auto">
          <a:xfrm flipV="1">
            <a:off x="6278563" y="2997200"/>
            <a:ext cx="0" cy="871538"/>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702478" name="Line 14"/>
          <p:cNvSpPr>
            <a:spLocks noChangeShapeType="1"/>
          </p:cNvSpPr>
          <p:nvPr/>
        </p:nvSpPr>
        <p:spPr bwMode="auto">
          <a:xfrm flipV="1">
            <a:off x="7250113" y="2982913"/>
            <a:ext cx="0" cy="385762"/>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702479" name="Line 15"/>
          <p:cNvSpPr>
            <a:spLocks noChangeShapeType="1"/>
          </p:cNvSpPr>
          <p:nvPr/>
        </p:nvSpPr>
        <p:spPr bwMode="auto">
          <a:xfrm>
            <a:off x="4835525" y="3397250"/>
            <a:ext cx="2743200" cy="0"/>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702480" name="Rectangle 16"/>
          <p:cNvSpPr>
            <a:spLocks noChangeArrowheads="1"/>
          </p:cNvSpPr>
          <p:nvPr/>
        </p:nvSpPr>
        <p:spPr bwMode="auto">
          <a:xfrm>
            <a:off x="6437313" y="3424239"/>
            <a:ext cx="1041400" cy="300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02481" name="Rectangle 17"/>
          <p:cNvSpPr>
            <a:spLocks noChangeArrowheads="1"/>
          </p:cNvSpPr>
          <p:nvPr/>
        </p:nvSpPr>
        <p:spPr bwMode="auto">
          <a:xfrm>
            <a:off x="4994276" y="4186238"/>
            <a:ext cx="1027113"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02482" name="Freeform 18"/>
          <p:cNvSpPr>
            <a:spLocks/>
          </p:cNvSpPr>
          <p:nvPr/>
        </p:nvSpPr>
        <p:spPr bwMode="auto">
          <a:xfrm>
            <a:off x="6107114" y="4040189"/>
            <a:ext cx="173037" cy="1373187"/>
          </a:xfrm>
          <a:custGeom>
            <a:avLst/>
            <a:gdLst>
              <a:gd name="T0" fmla="*/ 0 w 97"/>
              <a:gd name="T1" fmla="*/ 768 h 769"/>
              <a:gd name="T2" fmla="*/ 0 w 97"/>
              <a:gd name="T3" fmla="*/ 336 h 769"/>
              <a:gd name="T4" fmla="*/ 96 w 97"/>
              <a:gd name="T5" fmla="*/ 432 h 769"/>
              <a:gd name="T6" fmla="*/ 96 w 97"/>
              <a:gd name="T7" fmla="*/ 0 h 769"/>
            </a:gdLst>
            <a:ahLst/>
            <a:cxnLst>
              <a:cxn ang="0">
                <a:pos x="T0" y="T1"/>
              </a:cxn>
              <a:cxn ang="0">
                <a:pos x="T2" y="T3"/>
              </a:cxn>
              <a:cxn ang="0">
                <a:pos x="T4" y="T5"/>
              </a:cxn>
              <a:cxn ang="0">
                <a:pos x="T6" y="T7"/>
              </a:cxn>
            </a:cxnLst>
            <a:rect l="0" t="0" r="r" b="b"/>
            <a:pathLst>
              <a:path w="97" h="769">
                <a:moveTo>
                  <a:pt x="0" y="768"/>
                </a:moveTo>
                <a:lnTo>
                  <a:pt x="0" y="336"/>
                </a:lnTo>
                <a:lnTo>
                  <a:pt x="96" y="432"/>
                </a:lnTo>
                <a:lnTo>
                  <a:pt x="96" y="0"/>
                </a:lnTo>
              </a:path>
            </a:pathLst>
          </a:custGeom>
          <a:noFill/>
          <a:ln w="50800" cap="rnd" cmpd="sng">
            <a:solidFill>
              <a:schemeClr val="accent2"/>
            </a:solidFill>
            <a:prstDash val="solid"/>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pic>
        <p:nvPicPr>
          <p:cNvPr id="702485" name="Picture 2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32376" y="2525714"/>
            <a:ext cx="646113"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02486" name="Picture 2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75351" y="2525714"/>
            <a:ext cx="646113"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02487" name="Picture 2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18326" y="2525714"/>
            <a:ext cx="646113"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02488" name="Picture 2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75426" y="4583114"/>
            <a:ext cx="646113"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02489" name="Picture 2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432676" y="4583114"/>
            <a:ext cx="646113"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02490" name="Picture 2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89926" y="4583114"/>
            <a:ext cx="646113"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02491" name="Picture 2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46426" y="4583114"/>
            <a:ext cx="646113"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02492" name="Picture 2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03676" y="4583114"/>
            <a:ext cx="646113"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02493" name="Picture 2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60926" y="4583114"/>
            <a:ext cx="646113"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02495" name="Rectangle 31"/>
          <p:cNvSpPr>
            <a:spLocks noChangeArrowheads="1"/>
          </p:cNvSpPr>
          <p:nvPr/>
        </p:nvSpPr>
        <p:spPr bwMode="auto">
          <a:xfrm>
            <a:off x="3694113" y="3654426"/>
            <a:ext cx="1071562" cy="557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1800"/>
              </a:lnSpc>
            </a:pPr>
            <a:r>
              <a:rPr lang="en-US" altLang="zh-TW" sz="1600">
                <a:solidFill>
                  <a:srgbClr val="000000"/>
                </a:solidFill>
                <a:latin typeface="Helvetica" panose="020B0604020202020204" pitchFamily="34" charset="0"/>
                <a:ea typeface="新細明體" charset="-120"/>
              </a:rPr>
              <a:t>Other </a:t>
            </a:r>
          </a:p>
          <a:p>
            <a:pPr>
              <a:lnSpc>
                <a:spcPts val="1800"/>
              </a:lnSpc>
            </a:pPr>
            <a:r>
              <a:rPr lang="en-US" altLang="zh-TW" sz="1600">
                <a:solidFill>
                  <a:srgbClr val="000000"/>
                </a:solidFill>
                <a:latin typeface="Helvetica" panose="020B0604020202020204" pitchFamily="34" charset="0"/>
                <a:ea typeface="新細明體" charset="-120"/>
              </a:rPr>
              <a:t>subnets</a:t>
            </a:r>
          </a:p>
        </p:txBody>
      </p:sp>
      <p:sp>
        <p:nvSpPr>
          <p:cNvPr id="702496" name="Freeform 32"/>
          <p:cNvSpPr>
            <a:spLocks/>
          </p:cNvSpPr>
          <p:nvPr/>
        </p:nvSpPr>
        <p:spPr bwMode="auto">
          <a:xfrm>
            <a:off x="4478339" y="3868739"/>
            <a:ext cx="1373187" cy="173037"/>
          </a:xfrm>
          <a:custGeom>
            <a:avLst/>
            <a:gdLst>
              <a:gd name="T0" fmla="*/ 0 w 769"/>
              <a:gd name="T1" fmla="*/ 0 h 97"/>
              <a:gd name="T2" fmla="*/ 432 w 769"/>
              <a:gd name="T3" fmla="*/ 0 h 97"/>
              <a:gd name="T4" fmla="*/ 336 w 769"/>
              <a:gd name="T5" fmla="*/ 96 h 97"/>
              <a:gd name="T6" fmla="*/ 768 w 769"/>
              <a:gd name="T7" fmla="*/ 96 h 97"/>
            </a:gdLst>
            <a:ahLst/>
            <a:cxnLst>
              <a:cxn ang="0">
                <a:pos x="T0" y="T1"/>
              </a:cxn>
              <a:cxn ang="0">
                <a:pos x="T2" y="T3"/>
              </a:cxn>
              <a:cxn ang="0">
                <a:pos x="T4" y="T5"/>
              </a:cxn>
              <a:cxn ang="0">
                <a:pos x="T6" y="T7"/>
              </a:cxn>
            </a:cxnLst>
            <a:rect l="0" t="0" r="r" b="b"/>
            <a:pathLst>
              <a:path w="769" h="97">
                <a:moveTo>
                  <a:pt x="0" y="0"/>
                </a:moveTo>
                <a:lnTo>
                  <a:pt x="432" y="0"/>
                </a:lnTo>
                <a:lnTo>
                  <a:pt x="336" y="96"/>
                </a:lnTo>
                <a:lnTo>
                  <a:pt x="768" y="96"/>
                </a:lnTo>
              </a:path>
            </a:pathLst>
          </a:custGeom>
          <a:noFill/>
          <a:ln w="50800" cap="rnd" cmpd="sng">
            <a:solidFill>
              <a:schemeClr val="accent2"/>
            </a:solidFill>
            <a:prstDash val="solid"/>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702498" name="Rectangle 34"/>
          <p:cNvSpPr>
            <a:spLocks noChangeArrowheads="1"/>
          </p:cNvSpPr>
          <p:nvPr/>
        </p:nvSpPr>
        <p:spPr bwMode="auto">
          <a:xfrm>
            <a:off x="6264276" y="3379789"/>
            <a:ext cx="1406635" cy="350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r>
              <a:rPr lang="en-US" altLang="zh-TW" sz="1600">
                <a:latin typeface="Helvetica" panose="020B0604020202020204" pitchFamily="34" charset="0"/>
                <a:ea typeface="新細明體" charset="-120"/>
              </a:rPr>
              <a:t>192.168.5.16</a:t>
            </a:r>
          </a:p>
        </p:txBody>
      </p:sp>
      <p:sp>
        <p:nvSpPr>
          <p:cNvPr id="702499" name="Rectangle 35"/>
          <p:cNvSpPr>
            <a:spLocks noChangeArrowheads="1"/>
          </p:cNvSpPr>
          <p:nvPr/>
        </p:nvSpPr>
        <p:spPr bwMode="auto">
          <a:xfrm>
            <a:off x="3849689" y="5465764"/>
            <a:ext cx="1406635" cy="350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r>
              <a:rPr lang="en-US" altLang="zh-TW" sz="1600">
                <a:latin typeface="Helvetica" panose="020B0604020202020204" pitchFamily="34" charset="0"/>
                <a:ea typeface="新細明體" charset="-120"/>
              </a:rPr>
              <a:t>192.168.5.32</a:t>
            </a:r>
          </a:p>
        </p:txBody>
      </p:sp>
      <p:sp>
        <p:nvSpPr>
          <p:cNvPr id="702500" name="Rectangle 36"/>
          <p:cNvSpPr>
            <a:spLocks noChangeArrowheads="1"/>
          </p:cNvSpPr>
          <p:nvPr/>
        </p:nvSpPr>
        <p:spPr bwMode="auto">
          <a:xfrm>
            <a:off x="7178676" y="5465764"/>
            <a:ext cx="1406635" cy="350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r>
              <a:rPr lang="en-US" altLang="zh-TW" sz="1600">
                <a:latin typeface="Helvetica" panose="020B0604020202020204" pitchFamily="34" charset="0"/>
                <a:ea typeface="新細明體" charset="-120"/>
              </a:rPr>
              <a:t>192.168.5.48</a:t>
            </a:r>
          </a:p>
        </p:txBody>
      </p:sp>
      <p:sp>
        <p:nvSpPr>
          <p:cNvPr id="702468" name="Line 4"/>
          <p:cNvSpPr>
            <a:spLocks noChangeShapeType="1"/>
          </p:cNvSpPr>
          <p:nvPr/>
        </p:nvSpPr>
        <p:spPr bwMode="auto">
          <a:xfrm>
            <a:off x="3221038" y="5440363"/>
            <a:ext cx="5715000" cy="0"/>
          </a:xfrm>
          <a:prstGeom prst="line">
            <a:avLst/>
          </a:prstGeom>
          <a:noFill/>
          <a:ln w="508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pic>
        <p:nvPicPr>
          <p:cNvPr id="702484" name="Picture 20"/>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578475" y="5113338"/>
            <a:ext cx="928688" cy="53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02483" name="Picture 19"/>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835650" y="3741738"/>
            <a:ext cx="928688" cy="53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02529" name="Freeform 65"/>
          <p:cNvSpPr>
            <a:spLocks/>
          </p:cNvSpPr>
          <p:nvPr/>
        </p:nvSpPr>
        <p:spPr bwMode="auto">
          <a:xfrm>
            <a:off x="7223126" y="3406259"/>
            <a:ext cx="184731" cy="369332"/>
          </a:xfrm>
          <a:custGeom>
            <a:avLst/>
            <a:gdLst>
              <a:gd name="T0" fmla="*/ 802 w 802"/>
              <a:gd name="T1" fmla="*/ 0 h 528"/>
              <a:gd name="T2" fmla="*/ 802 w 802"/>
              <a:gd name="T3" fmla="*/ 528 h 528"/>
              <a:gd name="T4" fmla="*/ 0 w 802"/>
              <a:gd name="T5" fmla="*/ 525 h 528"/>
            </a:gdLst>
            <a:ahLst/>
            <a:cxnLst>
              <a:cxn ang="0">
                <a:pos x="T0" y="T1"/>
              </a:cxn>
              <a:cxn ang="0">
                <a:pos x="T2" y="T3"/>
              </a:cxn>
              <a:cxn ang="0">
                <a:pos x="T4" y="T5"/>
              </a:cxn>
            </a:cxnLst>
            <a:rect l="0" t="0" r="r" b="b"/>
            <a:pathLst>
              <a:path w="802" h="528">
                <a:moveTo>
                  <a:pt x="802" y="0"/>
                </a:moveTo>
                <a:lnTo>
                  <a:pt x="802" y="528"/>
                </a:lnTo>
                <a:lnTo>
                  <a:pt x="0" y="525"/>
                </a:lnTo>
              </a:path>
            </a:pathLst>
          </a:custGeom>
          <a:noFill/>
          <a:ln w="381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endParaRPr lang="en-US"/>
          </a:p>
        </p:txBody>
      </p:sp>
      <p:sp>
        <p:nvSpPr>
          <p:cNvPr id="702497" name="Rectangle 33"/>
          <p:cNvSpPr>
            <a:spLocks noChangeArrowheads="1"/>
          </p:cNvSpPr>
          <p:nvPr/>
        </p:nvSpPr>
        <p:spPr bwMode="auto">
          <a:xfrm>
            <a:off x="8027988" y="1905000"/>
            <a:ext cx="2043112" cy="1271588"/>
          </a:xfrm>
          <a:prstGeom prst="rect">
            <a:avLst/>
          </a:prstGeom>
          <a:solidFill>
            <a:schemeClr val="bg1"/>
          </a:solidFill>
          <a:ln w="12700">
            <a:solidFill>
              <a:schemeClr val="tx1"/>
            </a:solidFill>
            <a:miter lim="800000"/>
            <a:headEnd/>
            <a:tailEnd/>
          </a:ln>
          <a:effectLst>
            <a:outerShdw dist="35921" dir="2700000" algn="ctr" rotWithShape="0">
              <a:schemeClr val="tx1"/>
            </a:outerShdw>
          </a:effectLst>
        </p:spPr>
        <p:txBody>
          <a:bodyPr wrap="none" lIns="103584" tIns="51793" rIns="103584" bIns="51793" anchor="ct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ts val="1800"/>
              </a:lnSpc>
              <a:spcBef>
                <a:spcPct val="30000"/>
              </a:spcBef>
            </a:pPr>
            <a:r>
              <a:rPr lang="en-US" altLang="zh-TW" sz="1600">
                <a:solidFill>
                  <a:srgbClr val="000000"/>
                </a:solidFill>
                <a:latin typeface="Helvetica" panose="020B0604020202020204" pitchFamily="34" charset="0"/>
                <a:ea typeface="新細明體" charset="-120"/>
              </a:rPr>
              <a:t>20 subnets</a:t>
            </a:r>
          </a:p>
          <a:p>
            <a:pPr>
              <a:lnSpc>
                <a:spcPts val="1800"/>
              </a:lnSpc>
              <a:spcBef>
                <a:spcPct val="30000"/>
              </a:spcBef>
            </a:pPr>
            <a:r>
              <a:rPr lang="en-US" altLang="zh-TW" sz="1600">
                <a:solidFill>
                  <a:srgbClr val="000000"/>
                </a:solidFill>
                <a:latin typeface="Helvetica" panose="020B0604020202020204" pitchFamily="34" charset="0"/>
                <a:ea typeface="新細明體" charset="-120"/>
              </a:rPr>
              <a:t>5 hosts per subnet</a:t>
            </a:r>
          </a:p>
          <a:p>
            <a:pPr>
              <a:lnSpc>
                <a:spcPts val="1800"/>
              </a:lnSpc>
              <a:spcBef>
                <a:spcPct val="30000"/>
              </a:spcBef>
            </a:pPr>
            <a:r>
              <a:rPr lang="en-US" altLang="zh-TW" sz="1600">
                <a:solidFill>
                  <a:srgbClr val="000000"/>
                </a:solidFill>
                <a:latin typeface="Helvetica" panose="020B0604020202020204" pitchFamily="34" charset="0"/>
                <a:ea typeface="新細明體" charset="-120"/>
              </a:rPr>
              <a:t>Class C address:</a:t>
            </a:r>
          </a:p>
          <a:p>
            <a:pPr>
              <a:lnSpc>
                <a:spcPts val="1800"/>
              </a:lnSpc>
              <a:spcBef>
                <a:spcPct val="30000"/>
              </a:spcBef>
            </a:pPr>
            <a:r>
              <a:rPr lang="en-US" altLang="zh-TW" sz="1600">
                <a:solidFill>
                  <a:srgbClr val="000000"/>
                </a:solidFill>
                <a:latin typeface="Helvetica" panose="020B0604020202020204" pitchFamily="34" charset="0"/>
                <a:ea typeface="新細明體" charset="-120"/>
              </a:rPr>
              <a:t> 192.168.5.0</a:t>
            </a:r>
          </a:p>
        </p:txBody>
      </p:sp>
    </p:spTree>
    <p:extLst>
      <p:ext uri="{BB962C8B-B14F-4D97-AF65-F5344CB8AC3E}">
        <p14:creationId xmlns:p14="http://schemas.microsoft.com/office/powerpoint/2010/main" val="1015063854"/>
      </p:ext>
    </p:extLst>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8644" name="Rectangle 2084"/>
          <p:cNvSpPr>
            <a:spLocks noChangeArrowheads="1"/>
          </p:cNvSpPr>
          <p:nvPr/>
        </p:nvSpPr>
        <p:spPr bwMode="auto">
          <a:xfrm>
            <a:off x="8534401" y="3455989"/>
            <a:ext cx="1700213"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025"/>
              </a:lnSpc>
            </a:pPr>
            <a:r>
              <a:rPr lang="en-US" altLang="zh-TW" sz="2000">
                <a:solidFill>
                  <a:schemeClr val="accent2"/>
                </a:solidFill>
                <a:latin typeface="Helvetica" panose="020B0604020202020204" pitchFamily="34" charset="0"/>
                <a:ea typeface="新細明體" charset="-120"/>
              </a:rPr>
              <a:t>11111</a:t>
            </a:r>
            <a:r>
              <a:rPr lang="en-US" altLang="zh-TW" sz="2000">
                <a:solidFill>
                  <a:srgbClr val="000000"/>
                </a:solidFill>
                <a:latin typeface="Helvetica" panose="020B0604020202020204" pitchFamily="34" charset="0"/>
                <a:ea typeface="新細明體" charset="-120"/>
              </a:rPr>
              <a:t>000</a:t>
            </a:r>
          </a:p>
        </p:txBody>
      </p:sp>
      <p:sp>
        <p:nvSpPr>
          <p:cNvPr id="708610" name="Rectangle 2050"/>
          <p:cNvSpPr>
            <a:spLocks noChangeArrowheads="1"/>
          </p:cNvSpPr>
          <p:nvPr/>
        </p:nvSpPr>
        <p:spPr bwMode="auto">
          <a:xfrm>
            <a:off x="3740151" y="1568450"/>
            <a:ext cx="450056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2185988" algn="l"/>
              </a:tabLst>
              <a:defRPr sz="2400">
                <a:solidFill>
                  <a:schemeClr val="tx1"/>
                </a:solidFill>
                <a:latin typeface="Times" panose="02020603050405020304" pitchFamily="18" charset="0"/>
              </a:defRPr>
            </a:lvl1pPr>
            <a:lvl2pPr marL="514350" algn="l" defTabSz="1028700">
              <a:tabLst>
                <a:tab pos="514350" algn="l"/>
                <a:tab pos="1028700" algn="l"/>
                <a:tab pos="2185988" algn="l"/>
              </a:tabLst>
              <a:defRPr sz="2400">
                <a:solidFill>
                  <a:schemeClr val="tx1"/>
                </a:solidFill>
                <a:latin typeface="Times" panose="02020603050405020304" pitchFamily="18" charset="0"/>
              </a:defRPr>
            </a:lvl2pPr>
            <a:lvl3pPr marL="1028700" algn="l" defTabSz="1028700">
              <a:tabLst>
                <a:tab pos="514350" algn="l"/>
                <a:tab pos="1028700" algn="l"/>
                <a:tab pos="2185988" algn="l"/>
              </a:tabLst>
              <a:defRPr sz="2400">
                <a:solidFill>
                  <a:schemeClr val="tx1"/>
                </a:solidFill>
                <a:latin typeface="Times" panose="02020603050405020304" pitchFamily="18" charset="0"/>
              </a:defRPr>
            </a:lvl3pPr>
            <a:lvl4pPr marL="1543050" algn="l" defTabSz="1028700">
              <a:tabLst>
                <a:tab pos="514350" algn="l"/>
                <a:tab pos="1028700" algn="l"/>
                <a:tab pos="2185988" algn="l"/>
              </a:tabLst>
              <a:defRPr sz="2400">
                <a:solidFill>
                  <a:schemeClr val="tx1"/>
                </a:solidFill>
                <a:latin typeface="Times" panose="02020603050405020304" pitchFamily="18" charset="0"/>
              </a:defRPr>
            </a:lvl4pPr>
            <a:lvl5pPr marL="2057400" algn="l" defTabSz="1028700">
              <a:tabLst>
                <a:tab pos="514350" algn="l"/>
                <a:tab pos="1028700" algn="l"/>
                <a:tab pos="2185988"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2185988"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2185988"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2185988"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2185988" algn="l"/>
              </a:tabLst>
              <a:defRPr sz="2400">
                <a:solidFill>
                  <a:schemeClr val="tx1"/>
                </a:solidFill>
                <a:latin typeface="Times" panose="02020603050405020304" pitchFamily="18" charset="0"/>
              </a:defRPr>
            </a:lvl9pPr>
          </a:lstStyle>
          <a:p>
            <a:pPr>
              <a:lnSpc>
                <a:spcPts val="2138"/>
              </a:lnSpc>
            </a:pPr>
            <a:r>
              <a:rPr lang="en-US" altLang="zh-TW" sz="2000">
                <a:solidFill>
                  <a:srgbClr val="000000"/>
                </a:solidFill>
                <a:latin typeface="Helvetica" panose="020B0604020202020204" pitchFamily="34" charset="0"/>
                <a:ea typeface="新細明體" charset="-120"/>
              </a:rPr>
              <a:t>IP Host Address:	192.168.5.121</a:t>
            </a:r>
          </a:p>
          <a:p>
            <a:pPr>
              <a:lnSpc>
                <a:spcPts val="2138"/>
              </a:lnSpc>
            </a:pPr>
            <a:r>
              <a:rPr lang="en-US" altLang="zh-TW" sz="2000">
                <a:solidFill>
                  <a:srgbClr val="000000"/>
                </a:solidFill>
                <a:latin typeface="Helvetica" panose="020B0604020202020204" pitchFamily="34" charset="0"/>
                <a:ea typeface="新細明體" charset="-120"/>
              </a:rPr>
              <a:t>Subnet Mask:   255.255.255.248</a:t>
            </a:r>
          </a:p>
        </p:txBody>
      </p:sp>
      <p:sp>
        <p:nvSpPr>
          <p:cNvPr id="708617" name="Line 2057"/>
          <p:cNvSpPr>
            <a:spLocks noChangeShapeType="1"/>
          </p:cNvSpPr>
          <p:nvPr/>
        </p:nvSpPr>
        <p:spPr bwMode="auto">
          <a:xfrm>
            <a:off x="5410200" y="2286000"/>
            <a:ext cx="0" cy="228600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08618" name="Rectangle 2058"/>
          <p:cNvSpPr>
            <a:spLocks noChangeArrowheads="1"/>
          </p:cNvSpPr>
          <p:nvPr/>
        </p:nvSpPr>
        <p:spPr bwMode="auto">
          <a:xfrm>
            <a:off x="5638800" y="2290764"/>
            <a:ext cx="1443038"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Network</a:t>
            </a:r>
          </a:p>
        </p:txBody>
      </p:sp>
      <p:sp>
        <p:nvSpPr>
          <p:cNvPr id="708619" name="Rectangle 2059"/>
          <p:cNvSpPr>
            <a:spLocks noChangeArrowheads="1"/>
          </p:cNvSpPr>
          <p:nvPr/>
        </p:nvSpPr>
        <p:spPr bwMode="auto">
          <a:xfrm>
            <a:off x="8315326" y="2314575"/>
            <a:ext cx="1285875"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Subnet</a:t>
            </a:r>
          </a:p>
        </p:txBody>
      </p:sp>
      <p:sp>
        <p:nvSpPr>
          <p:cNvPr id="708620" name="Rectangle 2060"/>
          <p:cNvSpPr>
            <a:spLocks noChangeArrowheads="1"/>
          </p:cNvSpPr>
          <p:nvPr/>
        </p:nvSpPr>
        <p:spPr bwMode="auto">
          <a:xfrm>
            <a:off x="9296401" y="2314575"/>
            <a:ext cx="957263"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Host</a:t>
            </a:r>
          </a:p>
        </p:txBody>
      </p:sp>
      <p:sp>
        <p:nvSpPr>
          <p:cNvPr id="708623" name="Line 2063"/>
          <p:cNvSpPr>
            <a:spLocks noChangeShapeType="1"/>
          </p:cNvSpPr>
          <p:nvPr/>
        </p:nvSpPr>
        <p:spPr bwMode="auto">
          <a:xfrm>
            <a:off x="4138613" y="3841750"/>
            <a:ext cx="6100762"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08632" name="Rectangle 2072"/>
          <p:cNvSpPr>
            <a:spLocks noChangeArrowheads="1"/>
          </p:cNvSpPr>
          <p:nvPr/>
        </p:nvSpPr>
        <p:spPr bwMode="auto">
          <a:xfrm>
            <a:off x="1766889" y="3027363"/>
            <a:ext cx="2185987"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192.168.5.121:</a:t>
            </a:r>
          </a:p>
        </p:txBody>
      </p:sp>
      <p:sp>
        <p:nvSpPr>
          <p:cNvPr id="708633" name="Rectangle 2073"/>
          <p:cNvSpPr>
            <a:spLocks noChangeArrowheads="1"/>
          </p:cNvSpPr>
          <p:nvPr/>
        </p:nvSpPr>
        <p:spPr bwMode="auto">
          <a:xfrm>
            <a:off x="4038600" y="3027363"/>
            <a:ext cx="1257300"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ctr">
              <a:lnSpc>
                <a:spcPts val="2138"/>
              </a:lnSpc>
            </a:pPr>
            <a:r>
              <a:rPr lang="en-US" altLang="zh-TW" sz="2000">
                <a:solidFill>
                  <a:srgbClr val="000000"/>
                </a:solidFill>
                <a:latin typeface="Helvetica" panose="020B0604020202020204" pitchFamily="34" charset="0"/>
                <a:ea typeface="新細明體" charset="-120"/>
              </a:rPr>
              <a:t>11000000</a:t>
            </a:r>
          </a:p>
        </p:txBody>
      </p:sp>
      <p:sp>
        <p:nvSpPr>
          <p:cNvPr id="708634" name="Rectangle 2074"/>
          <p:cNvSpPr>
            <a:spLocks noChangeArrowheads="1"/>
          </p:cNvSpPr>
          <p:nvPr/>
        </p:nvSpPr>
        <p:spPr bwMode="auto">
          <a:xfrm>
            <a:off x="3952876" y="3455989"/>
            <a:ext cx="14001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ctr">
              <a:lnSpc>
                <a:spcPts val="2025"/>
              </a:lnSpc>
            </a:pPr>
            <a:r>
              <a:rPr lang="en-US" altLang="zh-TW" sz="2000">
                <a:solidFill>
                  <a:srgbClr val="000000"/>
                </a:solidFill>
                <a:latin typeface="Helvetica" panose="020B0604020202020204" pitchFamily="34" charset="0"/>
                <a:ea typeface="新細明體" charset="-120"/>
              </a:rPr>
              <a:t>11111111</a:t>
            </a:r>
          </a:p>
        </p:txBody>
      </p:sp>
      <p:sp>
        <p:nvSpPr>
          <p:cNvPr id="708635" name="Rectangle 2075"/>
          <p:cNvSpPr>
            <a:spLocks noChangeArrowheads="1"/>
          </p:cNvSpPr>
          <p:nvPr/>
        </p:nvSpPr>
        <p:spPr bwMode="auto">
          <a:xfrm>
            <a:off x="2552701" y="3957638"/>
            <a:ext cx="140017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Subnet:</a:t>
            </a:r>
          </a:p>
        </p:txBody>
      </p:sp>
      <p:sp>
        <p:nvSpPr>
          <p:cNvPr id="708636" name="Rectangle 2076"/>
          <p:cNvSpPr>
            <a:spLocks noChangeArrowheads="1"/>
          </p:cNvSpPr>
          <p:nvPr/>
        </p:nvSpPr>
        <p:spPr bwMode="auto">
          <a:xfrm>
            <a:off x="4010026" y="3956051"/>
            <a:ext cx="1285875"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ctr">
              <a:lnSpc>
                <a:spcPts val="2138"/>
              </a:lnSpc>
            </a:pPr>
            <a:r>
              <a:rPr lang="en-US" altLang="zh-TW" sz="2000">
                <a:solidFill>
                  <a:srgbClr val="000000"/>
                </a:solidFill>
                <a:latin typeface="Helvetica" panose="020B0604020202020204" pitchFamily="34" charset="0"/>
                <a:ea typeface="新細明體" charset="-120"/>
              </a:rPr>
              <a:t>11000000</a:t>
            </a:r>
          </a:p>
        </p:txBody>
      </p:sp>
      <p:sp>
        <p:nvSpPr>
          <p:cNvPr id="708637" name="Rectangle 2077"/>
          <p:cNvSpPr>
            <a:spLocks noChangeArrowheads="1"/>
          </p:cNvSpPr>
          <p:nvPr/>
        </p:nvSpPr>
        <p:spPr bwMode="auto">
          <a:xfrm>
            <a:off x="5567364" y="3956051"/>
            <a:ext cx="1285875"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ctr">
              <a:lnSpc>
                <a:spcPts val="2138"/>
              </a:lnSpc>
            </a:pPr>
            <a:r>
              <a:rPr lang="en-US" altLang="zh-TW" sz="2000">
                <a:solidFill>
                  <a:srgbClr val="000000"/>
                </a:solidFill>
                <a:latin typeface="Helvetica" panose="020B0604020202020204" pitchFamily="34" charset="0"/>
                <a:ea typeface="新細明體" charset="-120"/>
              </a:rPr>
              <a:t>10101000</a:t>
            </a:r>
          </a:p>
        </p:txBody>
      </p:sp>
      <p:sp>
        <p:nvSpPr>
          <p:cNvPr id="708638" name="Rectangle 2078"/>
          <p:cNvSpPr>
            <a:spLocks noChangeArrowheads="1"/>
          </p:cNvSpPr>
          <p:nvPr/>
        </p:nvSpPr>
        <p:spPr bwMode="auto">
          <a:xfrm>
            <a:off x="5538788" y="3027363"/>
            <a:ext cx="1314450"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ctr">
              <a:lnSpc>
                <a:spcPts val="2138"/>
              </a:lnSpc>
            </a:pPr>
            <a:r>
              <a:rPr lang="en-US" altLang="zh-TW" sz="2000">
                <a:solidFill>
                  <a:srgbClr val="000000"/>
                </a:solidFill>
                <a:latin typeface="Helvetica" panose="020B0604020202020204" pitchFamily="34" charset="0"/>
                <a:ea typeface="新細明體" charset="-120"/>
              </a:rPr>
              <a:t>10101000</a:t>
            </a:r>
          </a:p>
        </p:txBody>
      </p:sp>
      <p:sp>
        <p:nvSpPr>
          <p:cNvPr id="708639" name="Rectangle 2079"/>
          <p:cNvSpPr>
            <a:spLocks noChangeArrowheads="1"/>
          </p:cNvSpPr>
          <p:nvPr/>
        </p:nvSpPr>
        <p:spPr bwMode="auto">
          <a:xfrm>
            <a:off x="5553076" y="3455989"/>
            <a:ext cx="1300163"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ctr">
              <a:lnSpc>
                <a:spcPts val="2025"/>
              </a:lnSpc>
            </a:pPr>
            <a:r>
              <a:rPr lang="en-US" altLang="zh-TW" sz="2000">
                <a:solidFill>
                  <a:srgbClr val="000000"/>
                </a:solidFill>
                <a:latin typeface="Helvetica" panose="020B0604020202020204" pitchFamily="34" charset="0"/>
                <a:ea typeface="新細明體" charset="-120"/>
              </a:rPr>
              <a:t>11111111</a:t>
            </a:r>
          </a:p>
        </p:txBody>
      </p:sp>
      <p:sp>
        <p:nvSpPr>
          <p:cNvPr id="708640" name="Rectangle 2080"/>
          <p:cNvSpPr>
            <a:spLocks noChangeArrowheads="1"/>
          </p:cNvSpPr>
          <p:nvPr/>
        </p:nvSpPr>
        <p:spPr bwMode="auto">
          <a:xfrm>
            <a:off x="7010401" y="3027363"/>
            <a:ext cx="1300163" cy="557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ctr">
              <a:lnSpc>
                <a:spcPts val="2138"/>
              </a:lnSpc>
              <a:spcBef>
                <a:spcPts val="1350"/>
              </a:spcBef>
            </a:pPr>
            <a:r>
              <a:rPr lang="en-US" altLang="zh-TW" sz="2000">
                <a:solidFill>
                  <a:srgbClr val="000000"/>
                </a:solidFill>
                <a:latin typeface="Helvetica" panose="020B0604020202020204" pitchFamily="34" charset="0"/>
                <a:ea typeface="新細明體" charset="-120"/>
              </a:rPr>
              <a:t>00000101</a:t>
            </a:r>
          </a:p>
        </p:txBody>
      </p:sp>
      <p:sp>
        <p:nvSpPr>
          <p:cNvPr id="708641" name="Rectangle 2081"/>
          <p:cNvSpPr>
            <a:spLocks noChangeArrowheads="1"/>
          </p:cNvSpPr>
          <p:nvPr/>
        </p:nvSpPr>
        <p:spPr bwMode="auto">
          <a:xfrm>
            <a:off x="7024689" y="3956051"/>
            <a:ext cx="1285875"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ctr">
              <a:lnSpc>
                <a:spcPts val="2138"/>
              </a:lnSpc>
            </a:pPr>
            <a:r>
              <a:rPr lang="en-US" altLang="zh-TW" sz="2000">
                <a:latin typeface="Helvetica" panose="020B0604020202020204" pitchFamily="34" charset="0"/>
                <a:ea typeface="新細明體" charset="-120"/>
              </a:rPr>
              <a:t>00000101</a:t>
            </a:r>
            <a:endParaRPr lang="en-US" altLang="zh-TW" sz="2000">
              <a:solidFill>
                <a:srgbClr val="000000"/>
              </a:solidFill>
              <a:latin typeface="Helvetica" panose="020B0604020202020204" pitchFamily="34" charset="0"/>
              <a:ea typeface="新細明體" charset="-120"/>
            </a:endParaRPr>
          </a:p>
        </p:txBody>
      </p:sp>
      <p:sp>
        <p:nvSpPr>
          <p:cNvPr id="708642" name="Rectangle 2082"/>
          <p:cNvSpPr>
            <a:spLocks noChangeArrowheads="1"/>
          </p:cNvSpPr>
          <p:nvPr/>
        </p:nvSpPr>
        <p:spPr bwMode="auto">
          <a:xfrm>
            <a:off x="7010401" y="3455989"/>
            <a:ext cx="1300163"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ctr">
              <a:lnSpc>
                <a:spcPts val="2025"/>
              </a:lnSpc>
            </a:pPr>
            <a:r>
              <a:rPr lang="en-US" altLang="zh-TW" sz="2000">
                <a:latin typeface="Helvetica" panose="020B0604020202020204" pitchFamily="34" charset="0"/>
                <a:ea typeface="新細明體" charset="-120"/>
              </a:rPr>
              <a:t>11111111</a:t>
            </a:r>
            <a:endParaRPr lang="en-US" altLang="zh-TW" sz="2000">
              <a:solidFill>
                <a:schemeClr val="accent2"/>
              </a:solidFill>
              <a:latin typeface="Helvetica" panose="020B0604020202020204" pitchFamily="34" charset="0"/>
              <a:ea typeface="新細明體" charset="-120"/>
            </a:endParaRPr>
          </a:p>
        </p:txBody>
      </p:sp>
      <p:sp>
        <p:nvSpPr>
          <p:cNvPr id="708643" name="Rectangle 2083"/>
          <p:cNvSpPr>
            <a:spLocks noChangeArrowheads="1"/>
          </p:cNvSpPr>
          <p:nvPr/>
        </p:nvSpPr>
        <p:spPr bwMode="auto">
          <a:xfrm>
            <a:off x="8534401" y="3027363"/>
            <a:ext cx="174307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138"/>
              </a:lnSpc>
            </a:pPr>
            <a:r>
              <a:rPr lang="en-US" altLang="zh-TW" sz="2000">
                <a:solidFill>
                  <a:srgbClr val="000000"/>
                </a:solidFill>
                <a:latin typeface="Helvetica" panose="020B0604020202020204" pitchFamily="34" charset="0"/>
                <a:ea typeface="新細明體" charset="-120"/>
              </a:rPr>
              <a:t>01111001  </a:t>
            </a:r>
          </a:p>
        </p:txBody>
      </p:sp>
      <p:sp>
        <p:nvSpPr>
          <p:cNvPr id="708645" name="Rectangle 2085"/>
          <p:cNvSpPr>
            <a:spLocks noChangeArrowheads="1"/>
          </p:cNvSpPr>
          <p:nvPr/>
        </p:nvSpPr>
        <p:spPr bwMode="auto">
          <a:xfrm>
            <a:off x="8534400" y="3956051"/>
            <a:ext cx="1771650"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138"/>
              </a:lnSpc>
            </a:pPr>
            <a:r>
              <a:rPr lang="en-US" altLang="zh-TW" sz="2000">
                <a:solidFill>
                  <a:schemeClr val="accent2"/>
                </a:solidFill>
                <a:latin typeface="Helvetica" panose="020B0604020202020204" pitchFamily="34" charset="0"/>
                <a:ea typeface="新細明體" charset="-120"/>
              </a:rPr>
              <a:t>01111</a:t>
            </a:r>
            <a:r>
              <a:rPr lang="en-US" altLang="zh-TW" sz="2000">
                <a:solidFill>
                  <a:srgbClr val="000000"/>
                </a:solidFill>
                <a:latin typeface="Helvetica" panose="020B0604020202020204" pitchFamily="34" charset="0"/>
                <a:ea typeface="新細明體" charset="-120"/>
              </a:rPr>
              <a:t>000</a:t>
            </a:r>
          </a:p>
        </p:txBody>
      </p:sp>
      <p:sp>
        <p:nvSpPr>
          <p:cNvPr id="708646" name="Rectangle 2086"/>
          <p:cNvSpPr>
            <a:spLocks noChangeArrowheads="1"/>
          </p:cNvSpPr>
          <p:nvPr/>
        </p:nvSpPr>
        <p:spPr bwMode="auto">
          <a:xfrm>
            <a:off x="1638301" y="3441701"/>
            <a:ext cx="23145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025"/>
              </a:lnSpc>
            </a:pPr>
            <a:r>
              <a:rPr lang="en-US" altLang="zh-TW" sz="2000">
                <a:solidFill>
                  <a:srgbClr val="000000"/>
                </a:solidFill>
                <a:latin typeface="Helvetica" panose="020B0604020202020204" pitchFamily="34" charset="0"/>
                <a:ea typeface="新細明體" charset="-120"/>
              </a:rPr>
              <a:t>255.255.255.248:</a:t>
            </a:r>
          </a:p>
        </p:txBody>
      </p:sp>
      <p:sp>
        <p:nvSpPr>
          <p:cNvPr id="708647" name="Rectangle 2087"/>
          <p:cNvSpPr>
            <a:spLocks noGrp="1" noChangeArrowheads="1"/>
          </p:cNvSpPr>
          <p:nvPr>
            <p:ph type="title"/>
          </p:nvPr>
        </p:nvSpPr>
        <p:spPr>
          <a:xfrm>
            <a:off x="2286001" y="228600"/>
            <a:ext cx="7959725" cy="1143000"/>
          </a:xfrm>
          <a:noFill/>
          <a:ln/>
        </p:spPr>
        <p:txBody>
          <a:bodyPr vert="horz" lIns="82153" tIns="41076" rIns="82153" bIns="41076" rtlCol="0" anchor="ctr" anchorCtr="0">
            <a:normAutofit/>
          </a:bodyPr>
          <a:lstStyle/>
          <a:p>
            <a:r>
              <a:rPr lang="en-US" altLang="zh-TW" dirty="0">
                <a:solidFill>
                  <a:srgbClr val="00B0F0"/>
                </a:solidFill>
                <a:ea typeface="新細明體" charset="-120"/>
              </a:rPr>
              <a:t>Class</a:t>
            </a:r>
            <a:r>
              <a:rPr lang="en-US" altLang="zh-TW" dirty="0">
                <a:ea typeface="新細明體" charset="-120"/>
              </a:rPr>
              <a:t> C </a:t>
            </a:r>
            <a:r>
              <a:rPr lang="en-US" altLang="zh-TW" dirty="0">
                <a:solidFill>
                  <a:srgbClr val="00B0F0"/>
                </a:solidFill>
                <a:ea typeface="新細明體" charset="-120"/>
              </a:rPr>
              <a:t>Subnet</a:t>
            </a:r>
            <a:r>
              <a:rPr lang="en-US" altLang="zh-TW" dirty="0">
                <a:ea typeface="新細明體" charset="-120"/>
              </a:rPr>
              <a:t> Planning </a:t>
            </a:r>
            <a:r>
              <a:rPr lang="en-US" altLang="zh-TW" dirty="0">
                <a:solidFill>
                  <a:srgbClr val="00B0F0"/>
                </a:solidFill>
                <a:ea typeface="新細明體" charset="-120"/>
              </a:rPr>
              <a:t>Example</a:t>
            </a:r>
          </a:p>
        </p:txBody>
      </p:sp>
      <p:sp>
        <p:nvSpPr>
          <p:cNvPr id="708648" name="Rectangle 2088"/>
          <p:cNvSpPr>
            <a:spLocks noGrp="1" noChangeArrowheads="1"/>
          </p:cNvSpPr>
          <p:nvPr>
            <p:ph type="body" sz="half" idx="2"/>
          </p:nvPr>
        </p:nvSpPr>
        <p:spPr>
          <a:xfrm>
            <a:off x="1982789" y="4913314"/>
            <a:ext cx="8226425" cy="1411287"/>
          </a:xfrm>
          <a:noFill/>
          <a:ln/>
        </p:spPr>
        <p:txBody>
          <a:bodyPr vert="horz" lIns="82153" tIns="41076" rIns="82153" bIns="41076" rtlCol="0" anchor="ctr" anchorCtr="1">
            <a:normAutofit lnSpcReduction="10000"/>
          </a:bodyPr>
          <a:lstStyle/>
          <a:p>
            <a:pPr>
              <a:spcBef>
                <a:spcPct val="20000"/>
              </a:spcBef>
            </a:pPr>
            <a:r>
              <a:rPr lang="en-US" altLang="zh-TW" sz="2200">
                <a:ea typeface="新細明體" charset="-120"/>
              </a:rPr>
              <a:t>Subnet Address = 192.168.5.120</a:t>
            </a:r>
          </a:p>
          <a:p>
            <a:pPr>
              <a:spcBef>
                <a:spcPct val="20000"/>
              </a:spcBef>
            </a:pPr>
            <a:r>
              <a:rPr lang="en-US" altLang="zh-TW" sz="2200">
                <a:ea typeface="新細明體" charset="-120"/>
              </a:rPr>
              <a:t>Host Addresses = 192.168.5.121–192.168.5.126</a:t>
            </a:r>
          </a:p>
          <a:p>
            <a:pPr>
              <a:spcBef>
                <a:spcPct val="20000"/>
              </a:spcBef>
            </a:pPr>
            <a:r>
              <a:rPr lang="en-US" altLang="zh-TW" sz="2200">
                <a:ea typeface="新細明體" charset="-120"/>
              </a:rPr>
              <a:t>Broadcast Address = 192.168.5.127</a:t>
            </a:r>
          </a:p>
          <a:p>
            <a:pPr>
              <a:spcBef>
                <a:spcPct val="20000"/>
              </a:spcBef>
            </a:pPr>
            <a:r>
              <a:rPr lang="en-US" altLang="zh-TW" sz="2200">
                <a:ea typeface="新細明體" charset="-120"/>
              </a:rPr>
              <a:t>Five Bits of Subnetting</a:t>
            </a:r>
          </a:p>
        </p:txBody>
      </p:sp>
      <p:sp>
        <p:nvSpPr>
          <p:cNvPr id="708649" name="Line 2089"/>
          <p:cNvSpPr>
            <a:spLocks noChangeShapeType="1"/>
          </p:cNvSpPr>
          <p:nvPr/>
        </p:nvSpPr>
        <p:spPr bwMode="auto">
          <a:xfrm>
            <a:off x="6934200" y="2286000"/>
            <a:ext cx="0" cy="228600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08650" name="Line 2090"/>
          <p:cNvSpPr>
            <a:spLocks noChangeShapeType="1"/>
          </p:cNvSpPr>
          <p:nvPr/>
        </p:nvSpPr>
        <p:spPr bwMode="auto">
          <a:xfrm>
            <a:off x="9253538" y="2209800"/>
            <a:ext cx="0" cy="2514600"/>
          </a:xfrm>
          <a:prstGeom prst="line">
            <a:avLst/>
          </a:prstGeom>
          <a:noFill/>
          <a:ln w="28575">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08651" name="Line 2091"/>
          <p:cNvSpPr>
            <a:spLocks noChangeShapeType="1"/>
          </p:cNvSpPr>
          <p:nvPr/>
        </p:nvSpPr>
        <p:spPr bwMode="auto">
          <a:xfrm>
            <a:off x="4114801" y="2819400"/>
            <a:ext cx="6100763" cy="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08652" name="Rectangle 2092"/>
          <p:cNvSpPr>
            <a:spLocks noChangeArrowheads="1"/>
          </p:cNvSpPr>
          <p:nvPr/>
        </p:nvSpPr>
        <p:spPr bwMode="auto">
          <a:xfrm>
            <a:off x="2514601" y="4338638"/>
            <a:ext cx="140017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r">
              <a:lnSpc>
                <a:spcPts val="2138"/>
              </a:lnSpc>
            </a:pPr>
            <a:r>
              <a:rPr lang="en-US" altLang="zh-TW" sz="2000">
                <a:solidFill>
                  <a:srgbClr val="000000"/>
                </a:solidFill>
                <a:latin typeface="Helvetica" panose="020B0604020202020204" pitchFamily="34" charset="0"/>
                <a:ea typeface="新細明體" charset="-120"/>
              </a:rPr>
              <a:t>Broadcast:</a:t>
            </a:r>
          </a:p>
        </p:txBody>
      </p:sp>
      <p:sp>
        <p:nvSpPr>
          <p:cNvPr id="708653" name="Line 2093"/>
          <p:cNvSpPr>
            <a:spLocks noChangeShapeType="1"/>
          </p:cNvSpPr>
          <p:nvPr/>
        </p:nvSpPr>
        <p:spPr bwMode="auto">
          <a:xfrm>
            <a:off x="8310563" y="2209800"/>
            <a:ext cx="0" cy="2362200"/>
          </a:xfrm>
          <a:prstGeom prst="line">
            <a:avLst/>
          </a:prstGeom>
          <a:noFill/>
          <a:ln w="50800">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08654" name="Rectangle 2094"/>
          <p:cNvSpPr>
            <a:spLocks noChangeArrowheads="1"/>
          </p:cNvSpPr>
          <p:nvPr/>
        </p:nvSpPr>
        <p:spPr bwMode="auto">
          <a:xfrm>
            <a:off x="7100889" y="2305050"/>
            <a:ext cx="1443037"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Network</a:t>
            </a:r>
          </a:p>
        </p:txBody>
      </p:sp>
      <p:sp>
        <p:nvSpPr>
          <p:cNvPr id="708655" name="Rectangle 2095"/>
          <p:cNvSpPr>
            <a:spLocks noChangeArrowheads="1"/>
          </p:cNvSpPr>
          <p:nvPr/>
        </p:nvSpPr>
        <p:spPr bwMode="auto">
          <a:xfrm>
            <a:off x="4119564" y="2290764"/>
            <a:ext cx="1443037"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nSpc>
                <a:spcPts val="2363"/>
              </a:lnSpc>
            </a:pPr>
            <a:r>
              <a:rPr lang="en-US" altLang="zh-TW" sz="2000">
                <a:solidFill>
                  <a:srgbClr val="000000"/>
                </a:solidFill>
                <a:latin typeface="Helvetica" panose="020B0604020202020204" pitchFamily="34" charset="0"/>
                <a:ea typeface="新細明體" charset="-120"/>
              </a:rPr>
              <a:t>Network</a:t>
            </a:r>
          </a:p>
        </p:txBody>
      </p:sp>
      <p:sp>
        <p:nvSpPr>
          <p:cNvPr id="708656" name="Rectangle 2096"/>
          <p:cNvSpPr>
            <a:spLocks noChangeArrowheads="1"/>
          </p:cNvSpPr>
          <p:nvPr/>
        </p:nvSpPr>
        <p:spPr bwMode="auto">
          <a:xfrm>
            <a:off x="4005264" y="4338638"/>
            <a:ext cx="128587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ctr">
              <a:lnSpc>
                <a:spcPts val="2138"/>
              </a:lnSpc>
            </a:pPr>
            <a:r>
              <a:rPr lang="en-US" altLang="zh-TW" sz="2000">
                <a:solidFill>
                  <a:srgbClr val="000000"/>
                </a:solidFill>
                <a:latin typeface="Helvetica" panose="020B0604020202020204" pitchFamily="34" charset="0"/>
                <a:ea typeface="新細明體" charset="-120"/>
              </a:rPr>
              <a:t>11000000</a:t>
            </a:r>
          </a:p>
        </p:txBody>
      </p:sp>
      <p:sp>
        <p:nvSpPr>
          <p:cNvPr id="708657" name="Rectangle 2097"/>
          <p:cNvSpPr>
            <a:spLocks noChangeArrowheads="1"/>
          </p:cNvSpPr>
          <p:nvPr/>
        </p:nvSpPr>
        <p:spPr bwMode="auto">
          <a:xfrm>
            <a:off x="5562601" y="4338638"/>
            <a:ext cx="128587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ctr">
              <a:lnSpc>
                <a:spcPts val="2138"/>
              </a:lnSpc>
            </a:pPr>
            <a:r>
              <a:rPr lang="en-US" altLang="zh-TW" sz="2000">
                <a:solidFill>
                  <a:srgbClr val="000000"/>
                </a:solidFill>
                <a:latin typeface="Helvetica" panose="020B0604020202020204" pitchFamily="34" charset="0"/>
                <a:ea typeface="新細明體" charset="-120"/>
              </a:rPr>
              <a:t>10101000</a:t>
            </a:r>
          </a:p>
        </p:txBody>
      </p:sp>
      <p:sp>
        <p:nvSpPr>
          <p:cNvPr id="708658" name="Rectangle 2098"/>
          <p:cNvSpPr>
            <a:spLocks noChangeArrowheads="1"/>
          </p:cNvSpPr>
          <p:nvPr/>
        </p:nvSpPr>
        <p:spPr bwMode="auto">
          <a:xfrm>
            <a:off x="7019926" y="4338638"/>
            <a:ext cx="128587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ctr">
              <a:lnSpc>
                <a:spcPts val="2138"/>
              </a:lnSpc>
            </a:pPr>
            <a:r>
              <a:rPr lang="en-US" altLang="zh-TW" sz="2000">
                <a:latin typeface="Helvetica" panose="020B0604020202020204" pitchFamily="34" charset="0"/>
                <a:ea typeface="新細明體" charset="-120"/>
              </a:rPr>
              <a:t>00000101</a:t>
            </a:r>
            <a:endParaRPr lang="en-US" altLang="zh-TW" sz="2000">
              <a:solidFill>
                <a:srgbClr val="000000"/>
              </a:solidFill>
              <a:latin typeface="Helvetica" panose="020B0604020202020204" pitchFamily="34" charset="0"/>
              <a:ea typeface="新細明體" charset="-120"/>
            </a:endParaRPr>
          </a:p>
        </p:txBody>
      </p:sp>
      <p:sp>
        <p:nvSpPr>
          <p:cNvPr id="708659" name="Rectangle 2099"/>
          <p:cNvSpPr>
            <a:spLocks noChangeArrowheads="1"/>
          </p:cNvSpPr>
          <p:nvPr/>
        </p:nvSpPr>
        <p:spPr bwMode="auto">
          <a:xfrm>
            <a:off x="8491539" y="4338638"/>
            <a:ext cx="128587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1431" tIns="30362" rIns="21431" bIns="30362"/>
          <a:lstStyle>
            <a:lvl1pPr algn="l" defTabSz="1028700">
              <a:tabLst>
                <a:tab pos="514350" algn="l"/>
                <a:tab pos="1028700" algn="l"/>
                <a:tab pos="1543050" algn="l"/>
              </a:tabLst>
              <a:defRPr sz="2400">
                <a:solidFill>
                  <a:schemeClr val="tx1"/>
                </a:solidFill>
                <a:latin typeface="Times" panose="02020603050405020304" pitchFamily="18" charset="0"/>
              </a:defRPr>
            </a:lvl1pPr>
            <a:lvl2pPr marL="514350" algn="l" defTabSz="1028700">
              <a:tabLst>
                <a:tab pos="514350" algn="l"/>
                <a:tab pos="1028700" algn="l"/>
                <a:tab pos="1543050" algn="l"/>
              </a:tabLst>
              <a:defRPr sz="2400">
                <a:solidFill>
                  <a:schemeClr val="tx1"/>
                </a:solidFill>
                <a:latin typeface="Times" panose="02020603050405020304" pitchFamily="18" charset="0"/>
              </a:defRPr>
            </a:lvl2pPr>
            <a:lvl3pPr marL="1028700" algn="l" defTabSz="1028700">
              <a:tabLst>
                <a:tab pos="514350" algn="l"/>
                <a:tab pos="1028700" algn="l"/>
                <a:tab pos="1543050" algn="l"/>
              </a:tabLst>
              <a:defRPr sz="2400">
                <a:solidFill>
                  <a:schemeClr val="tx1"/>
                </a:solidFill>
                <a:latin typeface="Times" panose="02020603050405020304" pitchFamily="18" charset="0"/>
              </a:defRPr>
            </a:lvl3pPr>
            <a:lvl4pPr marL="1543050" algn="l" defTabSz="1028700">
              <a:tabLst>
                <a:tab pos="514350" algn="l"/>
                <a:tab pos="1028700" algn="l"/>
                <a:tab pos="1543050" algn="l"/>
              </a:tabLst>
              <a:defRPr sz="2400">
                <a:solidFill>
                  <a:schemeClr val="tx1"/>
                </a:solidFill>
                <a:latin typeface="Times" panose="02020603050405020304" pitchFamily="18" charset="0"/>
              </a:defRPr>
            </a:lvl4pPr>
            <a:lvl5pPr marL="2057400" algn="l" defTabSz="1028700">
              <a:tabLst>
                <a:tab pos="514350" algn="l"/>
                <a:tab pos="1028700" algn="l"/>
                <a:tab pos="1543050" algn="l"/>
              </a:tabLst>
              <a:defRPr sz="2400">
                <a:solidFill>
                  <a:schemeClr val="tx1"/>
                </a:solidFill>
                <a:latin typeface="Times" panose="02020603050405020304" pitchFamily="18" charset="0"/>
              </a:defRPr>
            </a:lvl5pPr>
            <a:lvl6pPr marL="25146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6pPr>
            <a:lvl7pPr marL="29718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7pPr>
            <a:lvl8pPr marL="34290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8pPr>
            <a:lvl9pPr marL="3886200" defTabSz="1028700" eaLnBrk="0" fontAlgn="base" hangingPunct="0">
              <a:spcBef>
                <a:spcPct val="0"/>
              </a:spcBef>
              <a:spcAft>
                <a:spcPct val="0"/>
              </a:spcAft>
              <a:tabLst>
                <a:tab pos="514350" algn="l"/>
                <a:tab pos="1028700" algn="l"/>
                <a:tab pos="1543050" algn="l"/>
              </a:tabLst>
              <a:defRPr sz="2400">
                <a:solidFill>
                  <a:schemeClr val="tx1"/>
                </a:solidFill>
                <a:latin typeface="Times" panose="02020603050405020304" pitchFamily="18" charset="0"/>
              </a:defRPr>
            </a:lvl9pPr>
          </a:lstStyle>
          <a:p>
            <a:pPr algn="ctr">
              <a:lnSpc>
                <a:spcPts val="2138"/>
              </a:lnSpc>
            </a:pPr>
            <a:r>
              <a:rPr lang="en-US" altLang="zh-TW" sz="2000">
                <a:latin typeface="Helvetica" panose="020B0604020202020204" pitchFamily="34" charset="0"/>
                <a:ea typeface="新細明體" charset="-120"/>
              </a:rPr>
              <a:t>01111111</a:t>
            </a:r>
            <a:endParaRPr lang="en-US" altLang="zh-TW" sz="2000">
              <a:solidFill>
                <a:srgbClr val="000000"/>
              </a:solidFill>
              <a:latin typeface="Helvetica" panose="020B0604020202020204" pitchFamily="34" charset="0"/>
              <a:ea typeface="新細明體" charset="-120"/>
            </a:endParaRPr>
          </a:p>
        </p:txBody>
      </p:sp>
    </p:spTree>
    <p:extLst>
      <p:ext uri="{BB962C8B-B14F-4D97-AF65-F5344CB8AC3E}">
        <p14:creationId xmlns:p14="http://schemas.microsoft.com/office/powerpoint/2010/main" val="645581667"/>
      </p:ext>
    </p:extLst>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02" name="Rectangle 2"/>
          <p:cNvSpPr>
            <a:spLocks noChangeArrowheads="1"/>
          </p:cNvSpPr>
          <p:nvPr/>
        </p:nvSpPr>
        <p:spPr bwMode="auto">
          <a:xfrm>
            <a:off x="1785939" y="2408238"/>
            <a:ext cx="8448675" cy="2557462"/>
          </a:xfrm>
          <a:prstGeom prst="rect">
            <a:avLst/>
          </a:prstGeom>
          <a:solidFill>
            <a:schemeClr val="accent2">
              <a:lumMod val="40000"/>
              <a:lumOff val="60000"/>
            </a:schemeClr>
          </a:solidFill>
          <a:ln w="12700">
            <a:solidFill>
              <a:srgbClr val="000000"/>
            </a:solidFill>
            <a:miter lim="800000"/>
            <a:headEnd/>
            <a:tailEnd/>
          </a:ln>
          <a:effectLst/>
        </p:spPr>
        <p:txBody>
          <a:bodyPr wrap="none" anchor="ctr"/>
          <a:lstStyle/>
          <a:p>
            <a:endParaRPr lang="en-US">
              <a:solidFill>
                <a:srgbClr val="00B0F0"/>
              </a:solidFill>
            </a:endParaRPr>
          </a:p>
        </p:txBody>
      </p:sp>
      <p:sp>
        <p:nvSpPr>
          <p:cNvPr id="716803" name="Rectangle 3"/>
          <p:cNvSpPr>
            <a:spLocks noChangeArrowheads="1"/>
          </p:cNvSpPr>
          <p:nvPr/>
        </p:nvSpPr>
        <p:spPr bwMode="auto">
          <a:xfrm>
            <a:off x="1785939" y="2408239"/>
            <a:ext cx="8448675" cy="414337"/>
          </a:xfrm>
          <a:prstGeom prst="rect">
            <a:avLst/>
          </a:prstGeom>
          <a:solidFill>
            <a:schemeClr val="folHlink"/>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6804" name="Rectangle 4"/>
          <p:cNvSpPr>
            <a:spLocks noGrp="1" noChangeArrowheads="1"/>
          </p:cNvSpPr>
          <p:nvPr>
            <p:ph type="title"/>
          </p:nvPr>
        </p:nvSpPr>
        <p:spPr>
          <a:xfrm>
            <a:off x="2133601" y="228600"/>
            <a:ext cx="7959725" cy="1143000"/>
          </a:xfrm>
          <a:noFill/>
          <a:ln/>
        </p:spPr>
        <p:txBody>
          <a:bodyPr vert="horz" lIns="82153" tIns="41076" rIns="82153" bIns="41076" rtlCol="0" anchor="ctr" anchorCtr="0">
            <a:normAutofit/>
          </a:bodyPr>
          <a:lstStyle/>
          <a:p>
            <a:r>
              <a:rPr lang="en-US" altLang="zh-TW" dirty="0">
                <a:solidFill>
                  <a:srgbClr val="00B0F0"/>
                </a:solidFill>
                <a:ea typeface="新細明體" charset="-120"/>
              </a:rPr>
              <a:t>Broadcast</a:t>
            </a:r>
            <a:r>
              <a:rPr lang="en-US" altLang="zh-TW" dirty="0">
                <a:ea typeface="新細明體" charset="-120"/>
              </a:rPr>
              <a:t> Addresses Exercise</a:t>
            </a:r>
          </a:p>
        </p:txBody>
      </p:sp>
      <p:sp>
        <p:nvSpPr>
          <p:cNvPr id="716805" name="Freeform 5"/>
          <p:cNvSpPr>
            <a:spLocks/>
          </p:cNvSpPr>
          <p:nvPr/>
        </p:nvSpPr>
        <p:spPr bwMode="auto">
          <a:xfrm>
            <a:off x="10240964" y="2228850"/>
            <a:ext cx="173037" cy="2744788"/>
          </a:xfrm>
          <a:custGeom>
            <a:avLst/>
            <a:gdLst>
              <a:gd name="T0" fmla="*/ 96 w 97"/>
              <a:gd name="T1" fmla="*/ 0 h 1537"/>
              <a:gd name="T2" fmla="*/ 96 w 97"/>
              <a:gd name="T3" fmla="*/ 0 h 1537"/>
              <a:gd name="T4" fmla="*/ 0 w 97"/>
              <a:gd name="T5" fmla="*/ 96 h 1537"/>
              <a:gd name="T6" fmla="*/ 0 w 97"/>
              <a:gd name="T7" fmla="*/ 1536 h 1537"/>
              <a:gd name="T8" fmla="*/ 96 w 97"/>
              <a:gd name="T9" fmla="*/ 1440 h 1537"/>
              <a:gd name="T10" fmla="*/ 96 w 97"/>
              <a:gd name="T11" fmla="*/ 0 h 1537"/>
            </a:gdLst>
            <a:ahLst/>
            <a:cxnLst>
              <a:cxn ang="0">
                <a:pos x="T0" y="T1"/>
              </a:cxn>
              <a:cxn ang="0">
                <a:pos x="T2" y="T3"/>
              </a:cxn>
              <a:cxn ang="0">
                <a:pos x="T4" y="T5"/>
              </a:cxn>
              <a:cxn ang="0">
                <a:pos x="T6" y="T7"/>
              </a:cxn>
              <a:cxn ang="0">
                <a:pos x="T8" y="T9"/>
              </a:cxn>
              <a:cxn ang="0">
                <a:pos x="T10" y="T11"/>
              </a:cxn>
            </a:cxnLst>
            <a:rect l="0" t="0" r="r" b="b"/>
            <a:pathLst>
              <a:path w="97" h="1537">
                <a:moveTo>
                  <a:pt x="96" y="0"/>
                </a:moveTo>
                <a:lnTo>
                  <a:pt x="96" y="0"/>
                </a:lnTo>
                <a:lnTo>
                  <a:pt x="0" y="96"/>
                </a:lnTo>
                <a:lnTo>
                  <a:pt x="0" y="1536"/>
                </a:lnTo>
                <a:lnTo>
                  <a:pt x="96" y="1440"/>
                </a:lnTo>
                <a:lnTo>
                  <a:pt x="96" y="0"/>
                </a:lnTo>
              </a:path>
            </a:pathLst>
          </a:custGeom>
          <a:solidFill>
            <a:schemeClr val="accent2">
              <a:lumMod val="40000"/>
              <a:lumOff val="60000"/>
            </a:schemeClr>
          </a:solidFill>
          <a:ln w="12700" cap="rnd" cmpd="sng">
            <a:solidFill>
              <a:schemeClr val="accent2"/>
            </a:solidFill>
            <a:prstDash val="solid"/>
            <a:round/>
            <a:headEnd/>
            <a:tailEnd/>
          </a:ln>
          <a:effectLst/>
        </p:spPr>
        <p:txBody>
          <a:bodyPr/>
          <a:lstStyle/>
          <a:p>
            <a:endParaRPr lang="en-US">
              <a:solidFill>
                <a:schemeClr val="accent2"/>
              </a:solidFill>
            </a:endParaRPr>
          </a:p>
        </p:txBody>
      </p:sp>
      <p:sp>
        <p:nvSpPr>
          <p:cNvPr id="716806" name="Freeform 6"/>
          <p:cNvSpPr>
            <a:spLocks/>
          </p:cNvSpPr>
          <p:nvPr/>
        </p:nvSpPr>
        <p:spPr bwMode="auto">
          <a:xfrm>
            <a:off x="1779588" y="2228850"/>
            <a:ext cx="8634412" cy="173038"/>
          </a:xfrm>
          <a:custGeom>
            <a:avLst/>
            <a:gdLst>
              <a:gd name="T0" fmla="*/ 0 w 4835"/>
              <a:gd name="T1" fmla="*/ 96 h 97"/>
              <a:gd name="T2" fmla="*/ 96 w 4835"/>
              <a:gd name="T3" fmla="*/ 0 h 97"/>
              <a:gd name="T4" fmla="*/ 4834 w 4835"/>
              <a:gd name="T5" fmla="*/ 0 h 97"/>
              <a:gd name="T6" fmla="*/ 4738 w 4835"/>
              <a:gd name="T7" fmla="*/ 96 h 97"/>
              <a:gd name="T8" fmla="*/ 0 w 4835"/>
              <a:gd name="T9" fmla="*/ 96 h 97"/>
            </a:gdLst>
            <a:ahLst/>
            <a:cxnLst>
              <a:cxn ang="0">
                <a:pos x="T0" y="T1"/>
              </a:cxn>
              <a:cxn ang="0">
                <a:pos x="T2" y="T3"/>
              </a:cxn>
              <a:cxn ang="0">
                <a:pos x="T4" y="T5"/>
              </a:cxn>
              <a:cxn ang="0">
                <a:pos x="T6" y="T7"/>
              </a:cxn>
              <a:cxn ang="0">
                <a:pos x="T8" y="T9"/>
              </a:cxn>
            </a:cxnLst>
            <a:rect l="0" t="0" r="r" b="b"/>
            <a:pathLst>
              <a:path w="4835" h="97">
                <a:moveTo>
                  <a:pt x="0" y="96"/>
                </a:moveTo>
                <a:lnTo>
                  <a:pt x="96" y="0"/>
                </a:lnTo>
                <a:lnTo>
                  <a:pt x="4834" y="0"/>
                </a:lnTo>
                <a:lnTo>
                  <a:pt x="4738" y="96"/>
                </a:lnTo>
                <a:lnTo>
                  <a:pt x="0" y="96"/>
                </a:lnTo>
              </a:path>
            </a:pathLst>
          </a:custGeom>
          <a:solidFill>
            <a:schemeClr val="accent2">
              <a:lumMod val="40000"/>
              <a:lumOff val="60000"/>
            </a:schemeClr>
          </a:solidFill>
          <a:ln w="12700" cap="rnd" cmpd="sng">
            <a:solidFill>
              <a:schemeClr val="tx1"/>
            </a:solidFill>
            <a:prstDash val="solid"/>
            <a:round/>
            <a:headEnd/>
            <a:tailEnd/>
          </a:ln>
          <a:effectLst/>
        </p:spPr>
        <p:txBody>
          <a:bodyPr/>
          <a:lstStyle/>
          <a:p>
            <a:endParaRPr lang="en-US"/>
          </a:p>
        </p:txBody>
      </p:sp>
      <p:sp>
        <p:nvSpPr>
          <p:cNvPr id="716807" name="Freeform 7"/>
          <p:cNvSpPr>
            <a:spLocks/>
          </p:cNvSpPr>
          <p:nvPr/>
        </p:nvSpPr>
        <p:spPr bwMode="auto">
          <a:xfrm>
            <a:off x="1779588" y="2657475"/>
            <a:ext cx="8634412" cy="173038"/>
          </a:xfrm>
          <a:custGeom>
            <a:avLst/>
            <a:gdLst>
              <a:gd name="T0" fmla="*/ 0 w 4835"/>
              <a:gd name="T1" fmla="*/ 96 h 97"/>
              <a:gd name="T2" fmla="*/ 4738 w 4835"/>
              <a:gd name="T3" fmla="*/ 96 h 97"/>
              <a:gd name="T4" fmla="*/ 4834 w 4835"/>
              <a:gd name="T5" fmla="*/ 0 h 97"/>
            </a:gdLst>
            <a:ahLst/>
            <a:cxnLst>
              <a:cxn ang="0">
                <a:pos x="T0" y="T1"/>
              </a:cxn>
              <a:cxn ang="0">
                <a:pos x="T2" y="T3"/>
              </a:cxn>
              <a:cxn ang="0">
                <a:pos x="T4" y="T5"/>
              </a:cxn>
            </a:cxnLst>
            <a:rect l="0" t="0" r="r" b="b"/>
            <a:pathLst>
              <a:path w="4835" h="97">
                <a:moveTo>
                  <a:pt x="0" y="96"/>
                </a:moveTo>
                <a:lnTo>
                  <a:pt x="4738" y="96"/>
                </a:lnTo>
                <a:lnTo>
                  <a:pt x="4834" y="0"/>
                </a:lnTo>
              </a:path>
            </a:pathLst>
          </a:custGeom>
          <a:noFill/>
          <a:ln w="25400" cap="rnd" cmpd="sng">
            <a:solidFill>
              <a:schemeClr val="bg2"/>
            </a:solidFill>
            <a:prstDash val="solid"/>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716808" name="Rectangle 8"/>
          <p:cNvSpPr>
            <a:spLocks noChangeArrowheads="1"/>
          </p:cNvSpPr>
          <p:nvPr/>
        </p:nvSpPr>
        <p:spPr bwMode="auto">
          <a:xfrm>
            <a:off x="1893889" y="2443164"/>
            <a:ext cx="14573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bg2"/>
                </a:solidFill>
                <a:latin typeface="Helvetica" panose="020B0604020202020204" pitchFamily="34" charset="0"/>
                <a:ea typeface="新細明體" charset="-120"/>
              </a:rPr>
              <a:t>Address</a:t>
            </a:r>
          </a:p>
        </p:txBody>
      </p:sp>
      <p:sp>
        <p:nvSpPr>
          <p:cNvPr id="716809" name="Rectangle 9"/>
          <p:cNvSpPr>
            <a:spLocks noChangeArrowheads="1"/>
          </p:cNvSpPr>
          <p:nvPr/>
        </p:nvSpPr>
        <p:spPr bwMode="auto">
          <a:xfrm>
            <a:off x="5868989" y="2443164"/>
            <a:ext cx="9429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5000"/>
              </a:lnSpc>
              <a:spcBef>
                <a:spcPct val="50000"/>
              </a:spcBef>
            </a:pPr>
            <a:r>
              <a:rPr lang="en-US" altLang="zh-TW" sz="1800">
                <a:solidFill>
                  <a:schemeClr val="bg2"/>
                </a:solidFill>
                <a:latin typeface="Helvetica" panose="020B0604020202020204" pitchFamily="34" charset="0"/>
                <a:ea typeface="新細明體" charset="-120"/>
              </a:rPr>
              <a:t>Class</a:t>
            </a:r>
          </a:p>
        </p:txBody>
      </p:sp>
      <p:sp>
        <p:nvSpPr>
          <p:cNvPr id="716810" name="Rectangle 10"/>
          <p:cNvSpPr>
            <a:spLocks noChangeArrowheads="1"/>
          </p:cNvSpPr>
          <p:nvPr/>
        </p:nvSpPr>
        <p:spPr bwMode="auto">
          <a:xfrm>
            <a:off x="6781801" y="2443164"/>
            <a:ext cx="16541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bg2"/>
                </a:solidFill>
                <a:latin typeface="Helvetica" panose="020B0604020202020204" pitchFamily="34" charset="0"/>
                <a:ea typeface="新細明體" charset="-120"/>
              </a:rPr>
              <a:t>Subnet</a:t>
            </a:r>
          </a:p>
        </p:txBody>
      </p:sp>
      <p:sp>
        <p:nvSpPr>
          <p:cNvPr id="716811" name="Rectangle 11"/>
          <p:cNvSpPr>
            <a:spLocks noChangeArrowheads="1"/>
          </p:cNvSpPr>
          <p:nvPr/>
        </p:nvSpPr>
        <p:spPr bwMode="auto">
          <a:xfrm>
            <a:off x="8526463" y="2443164"/>
            <a:ext cx="143986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bg2"/>
                </a:solidFill>
                <a:latin typeface="Helvetica" panose="020B0604020202020204" pitchFamily="34" charset="0"/>
                <a:ea typeface="新細明體" charset="-120"/>
              </a:rPr>
              <a:t>Broadcast</a:t>
            </a:r>
          </a:p>
        </p:txBody>
      </p:sp>
      <p:sp>
        <p:nvSpPr>
          <p:cNvPr id="716812" name="Rectangle 12"/>
          <p:cNvSpPr>
            <a:spLocks noChangeArrowheads="1"/>
          </p:cNvSpPr>
          <p:nvPr/>
        </p:nvSpPr>
        <p:spPr bwMode="auto">
          <a:xfrm>
            <a:off x="1865314" y="2957514"/>
            <a:ext cx="2117725" cy="365125"/>
          </a:xfrm>
          <a:prstGeom prst="rect">
            <a:avLst/>
          </a:prstGeom>
          <a:solidFill>
            <a:schemeClr val="accent2"/>
          </a:solidFill>
          <a:ln>
            <a:noFill/>
          </a:ln>
          <a:effec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dirty="0">
                <a:solidFill>
                  <a:schemeClr val="bg2"/>
                </a:solidFill>
                <a:latin typeface="Helvetica" panose="020B0604020202020204" pitchFamily="34" charset="0"/>
                <a:ea typeface="新細明體" charset="-120"/>
              </a:rPr>
              <a:t>201.222.10.60 </a:t>
            </a:r>
          </a:p>
        </p:txBody>
      </p:sp>
      <p:sp>
        <p:nvSpPr>
          <p:cNvPr id="716813" name="Rectangle 13"/>
          <p:cNvSpPr>
            <a:spLocks noChangeArrowheads="1"/>
          </p:cNvSpPr>
          <p:nvPr/>
        </p:nvSpPr>
        <p:spPr bwMode="auto">
          <a:xfrm>
            <a:off x="3951289" y="2957514"/>
            <a:ext cx="20034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dirty="0">
                <a:solidFill>
                  <a:schemeClr val="tx2"/>
                </a:solidFill>
                <a:latin typeface="Helvetica" panose="020B0604020202020204" pitchFamily="34" charset="0"/>
                <a:ea typeface="新細明體" charset="-120"/>
              </a:rPr>
              <a:t>255.255.255.248</a:t>
            </a:r>
          </a:p>
        </p:txBody>
      </p:sp>
      <p:sp>
        <p:nvSpPr>
          <p:cNvPr id="716814" name="Rectangle 14"/>
          <p:cNvSpPr>
            <a:spLocks noChangeArrowheads="1"/>
          </p:cNvSpPr>
          <p:nvPr/>
        </p:nvSpPr>
        <p:spPr bwMode="auto">
          <a:xfrm>
            <a:off x="3951288" y="2443164"/>
            <a:ext cx="19177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bg2"/>
                </a:solidFill>
                <a:latin typeface="Helvetica" panose="020B0604020202020204" pitchFamily="34" charset="0"/>
                <a:ea typeface="新細明體" charset="-120"/>
              </a:rPr>
              <a:t>Subnet Mask</a:t>
            </a:r>
          </a:p>
        </p:txBody>
      </p:sp>
      <p:sp>
        <p:nvSpPr>
          <p:cNvPr id="716815" name="Rectangle 15"/>
          <p:cNvSpPr>
            <a:spLocks noChangeArrowheads="1"/>
          </p:cNvSpPr>
          <p:nvPr/>
        </p:nvSpPr>
        <p:spPr bwMode="auto">
          <a:xfrm>
            <a:off x="1865314" y="3471864"/>
            <a:ext cx="2117725" cy="365125"/>
          </a:xfrm>
          <a:prstGeom prst="rect">
            <a:avLst/>
          </a:prstGeom>
          <a:solidFill>
            <a:schemeClr val="accent2"/>
          </a:solidFill>
          <a:ln>
            <a:noFill/>
          </a:ln>
          <a:effec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dirty="0">
                <a:solidFill>
                  <a:schemeClr val="bg2"/>
                </a:solidFill>
                <a:latin typeface="Helvetica" panose="020B0604020202020204" pitchFamily="34" charset="0"/>
                <a:ea typeface="新細明體" charset="-120"/>
              </a:rPr>
              <a:t>15.16.193.6 </a:t>
            </a:r>
          </a:p>
        </p:txBody>
      </p:sp>
      <p:sp>
        <p:nvSpPr>
          <p:cNvPr id="716816" name="Rectangle 16"/>
          <p:cNvSpPr>
            <a:spLocks noChangeArrowheads="1"/>
          </p:cNvSpPr>
          <p:nvPr/>
        </p:nvSpPr>
        <p:spPr bwMode="auto">
          <a:xfrm>
            <a:off x="3951289" y="3471864"/>
            <a:ext cx="20034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255.255.248.0</a:t>
            </a:r>
          </a:p>
        </p:txBody>
      </p:sp>
      <p:sp>
        <p:nvSpPr>
          <p:cNvPr id="716817" name="Rectangle 17"/>
          <p:cNvSpPr>
            <a:spLocks noChangeArrowheads="1"/>
          </p:cNvSpPr>
          <p:nvPr/>
        </p:nvSpPr>
        <p:spPr bwMode="auto">
          <a:xfrm>
            <a:off x="1865314" y="3986214"/>
            <a:ext cx="2117725" cy="365125"/>
          </a:xfrm>
          <a:prstGeom prst="rect">
            <a:avLst/>
          </a:prstGeom>
          <a:solidFill>
            <a:schemeClr val="accent2"/>
          </a:solidFill>
          <a:ln>
            <a:noFill/>
          </a:ln>
          <a:effec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dirty="0">
                <a:solidFill>
                  <a:schemeClr val="bg2"/>
                </a:solidFill>
                <a:latin typeface="Helvetica" panose="020B0604020202020204" pitchFamily="34" charset="0"/>
                <a:ea typeface="新細明體" charset="-120"/>
              </a:rPr>
              <a:t>128.16.32.13 </a:t>
            </a:r>
          </a:p>
        </p:txBody>
      </p:sp>
      <p:sp>
        <p:nvSpPr>
          <p:cNvPr id="716818" name="Rectangle 18"/>
          <p:cNvSpPr>
            <a:spLocks noChangeArrowheads="1"/>
          </p:cNvSpPr>
          <p:nvPr/>
        </p:nvSpPr>
        <p:spPr bwMode="auto">
          <a:xfrm>
            <a:off x="3951289" y="3986214"/>
            <a:ext cx="20034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255.255.255.252</a:t>
            </a:r>
          </a:p>
        </p:txBody>
      </p:sp>
      <p:sp>
        <p:nvSpPr>
          <p:cNvPr id="716819" name="Rectangle 19"/>
          <p:cNvSpPr>
            <a:spLocks noChangeArrowheads="1"/>
          </p:cNvSpPr>
          <p:nvPr/>
        </p:nvSpPr>
        <p:spPr bwMode="auto">
          <a:xfrm>
            <a:off x="1865314" y="4500564"/>
            <a:ext cx="2117725" cy="365125"/>
          </a:xfrm>
          <a:prstGeom prst="rect">
            <a:avLst/>
          </a:prstGeom>
          <a:solidFill>
            <a:schemeClr val="accent2"/>
          </a:solidFill>
          <a:ln w="9525">
            <a:solidFill>
              <a:schemeClr val="tx1"/>
            </a:solidFill>
            <a:miter lim="800000"/>
            <a:headEnd/>
            <a:tailEnd/>
          </a:ln>
          <a:effec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dirty="0">
                <a:ln>
                  <a:solidFill>
                    <a:schemeClr val="bg1"/>
                  </a:solidFill>
                </a:ln>
                <a:solidFill>
                  <a:schemeClr val="bg2"/>
                </a:solidFill>
                <a:latin typeface="Helvetica" panose="020B0604020202020204" pitchFamily="34" charset="0"/>
                <a:ea typeface="新細明體" charset="-120"/>
              </a:rPr>
              <a:t>153.50.6.27 </a:t>
            </a:r>
          </a:p>
        </p:txBody>
      </p:sp>
      <p:sp>
        <p:nvSpPr>
          <p:cNvPr id="716820" name="Rectangle 20"/>
          <p:cNvSpPr>
            <a:spLocks noChangeArrowheads="1"/>
          </p:cNvSpPr>
          <p:nvPr/>
        </p:nvSpPr>
        <p:spPr bwMode="auto">
          <a:xfrm>
            <a:off x="3951289" y="4500564"/>
            <a:ext cx="20034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584" tIns="51793" rIns="103584" bIns="51793">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255.255.255.128</a:t>
            </a:r>
          </a:p>
        </p:txBody>
      </p:sp>
    </p:spTree>
    <p:extLst>
      <p:ext uri="{BB962C8B-B14F-4D97-AF65-F5344CB8AC3E}">
        <p14:creationId xmlns:p14="http://schemas.microsoft.com/office/powerpoint/2010/main" val="2572623496"/>
      </p:ext>
    </p:extLst>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71812" y="2943474"/>
            <a:ext cx="8445500" cy="1992718"/>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1378" name="Rectangle 2"/>
          <p:cNvSpPr>
            <a:spLocks noGrp="1" noChangeArrowheads="1"/>
          </p:cNvSpPr>
          <p:nvPr>
            <p:ph type="title"/>
          </p:nvPr>
        </p:nvSpPr>
        <p:spPr>
          <a:xfrm>
            <a:off x="2573337" y="203447"/>
            <a:ext cx="7959725" cy="1143000"/>
          </a:xfrm>
          <a:noFill/>
          <a:ln/>
        </p:spPr>
        <p:txBody>
          <a:bodyPr vert="horz" lIns="82153" tIns="41076" rIns="82153" bIns="41076" rtlCol="0" anchor="ctr" anchorCtr="0">
            <a:normAutofit fontScale="90000"/>
          </a:bodyPr>
          <a:lstStyle/>
          <a:p>
            <a:r>
              <a:rPr lang="en-US" altLang="zh-TW" dirty="0">
                <a:solidFill>
                  <a:srgbClr val="00B0F0"/>
                </a:solidFill>
                <a:ea typeface="新細明體" charset="-120"/>
              </a:rPr>
              <a:t>Broadcast Addresses Exercise Answers</a:t>
            </a:r>
          </a:p>
        </p:txBody>
      </p:sp>
      <p:sp>
        <p:nvSpPr>
          <p:cNvPr id="741379" name="Freeform 3"/>
          <p:cNvSpPr>
            <a:spLocks/>
          </p:cNvSpPr>
          <p:nvPr/>
        </p:nvSpPr>
        <p:spPr bwMode="auto">
          <a:xfrm>
            <a:off x="10240964" y="3407556"/>
            <a:ext cx="173037" cy="276999"/>
          </a:xfrm>
          <a:custGeom>
            <a:avLst/>
            <a:gdLst>
              <a:gd name="T0" fmla="*/ 96 w 97"/>
              <a:gd name="T1" fmla="*/ 0 h 1537"/>
              <a:gd name="T2" fmla="*/ 96 w 97"/>
              <a:gd name="T3" fmla="*/ 0 h 1537"/>
              <a:gd name="T4" fmla="*/ 0 w 97"/>
              <a:gd name="T5" fmla="*/ 96 h 1537"/>
              <a:gd name="T6" fmla="*/ 0 w 97"/>
              <a:gd name="T7" fmla="*/ 1536 h 1537"/>
              <a:gd name="T8" fmla="*/ 96 w 97"/>
              <a:gd name="T9" fmla="*/ 1440 h 1537"/>
              <a:gd name="T10" fmla="*/ 96 w 97"/>
              <a:gd name="T11" fmla="*/ 0 h 1537"/>
            </a:gdLst>
            <a:ahLst/>
            <a:cxnLst>
              <a:cxn ang="0">
                <a:pos x="T0" y="T1"/>
              </a:cxn>
              <a:cxn ang="0">
                <a:pos x="T2" y="T3"/>
              </a:cxn>
              <a:cxn ang="0">
                <a:pos x="T4" y="T5"/>
              </a:cxn>
              <a:cxn ang="0">
                <a:pos x="T6" y="T7"/>
              </a:cxn>
              <a:cxn ang="0">
                <a:pos x="T8" y="T9"/>
              </a:cxn>
              <a:cxn ang="0">
                <a:pos x="T10" y="T11"/>
              </a:cxn>
            </a:cxnLst>
            <a:rect l="0" t="0" r="r" b="b"/>
            <a:pathLst>
              <a:path w="97" h="1537">
                <a:moveTo>
                  <a:pt x="96" y="0"/>
                </a:moveTo>
                <a:lnTo>
                  <a:pt x="96" y="0"/>
                </a:lnTo>
                <a:lnTo>
                  <a:pt x="0" y="96"/>
                </a:lnTo>
                <a:lnTo>
                  <a:pt x="0" y="1536"/>
                </a:lnTo>
                <a:lnTo>
                  <a:pt x="96" y="1440"/>
                </a:lnTo>
                <a:lnTo>
                  <a:pt x="96" y="0"/>
                </a:lnTo>
              </a:path>
            </a:pathLst>
          </a:custGeom>
          <a:solidFill>
            <a:srgbClr val="00B0F0"/>
          </a:solidFill>
          <a:ln w="12700" cap="rnd" cmpd="sng">
            <a:solidFill>
              <a:schemeClr val="tx1"/>
            </a:solidFill>
            <a:prstDash val="solid"/>
            <a:round/>
            <a:headEnd/>
            <a:tailEnd/>
          </a:ln>
          <a:effectLst/>
        </p:spPr>
        <p:txBody>
          <a:bodyPr lIns="0" tIns="0" rIns="0" bIns="0" anchor="ctr">
            <a:spAutoFit/>
          </a:bodyPr>
          <a:lstStyle/>
          <a:p>
            <a:endParaRPr lang="en-US"/>
          </a:p>
        </p:txBody>
      </p:sp>
      <p:sp>
        <p:nvSpPr>
          <p:cNvPr id="741380" name="Rectangle 4"/>
          <p:cNvSpPr>
            <a:spLocks noChangeArrowheads="1"/>
          </p:cNvSpPr>
          <p:nvPr/>
        </p:nvSpPr>
        <p:spPr bwMode="auto">
          <a:xfrm>
            <a:off x="1787525" y="3436504"/>
            <a:ext cx="8445500" cy="276999"/>
          </a:xfrm>
          <a:prstGeom prst="rect">
            <a:avLst/>
          </a:prstGeom>
          <a:solidFill>
            <a:srgbClr val="00B0F0"/>
          </a:solidFill>
          <a:ln w="12700">
            <a:solidFill>
              <a:srgbClr val="000000"/>
            </a:solidFill>
            <a:miter lim="800000"/>
            <a:headEnd/>
            <a:tailEnd/>
          </a:ln>
          <a:effectLst/>
        </p:spPr>
        <p:txBody>
          <a:bodyPr lIns="0" tIns="0" rIns="0" bIns="0" anchor="ctr">
            <a:spAutoFit/>
          </a:bodyPr>
          <a:lstStyle/>
          <a:p>
            <a:endParaRPr lang="en-US">
              <a:solidFill>
                <a:srgbClr val="00B0F0"/>
              </a:solidFill>
            </a:endParaRPr>
          </a:p>
        </p:txBody>
      </p:sp>
      <p:sp>
        <p:nvSpPr>
          <p:cNvPr id="741381" name="Rectangle 5"/>
          <p:cNvSpPr>
            <a:spLocks noChangeArrowheads="1"/>
          </p:cNvSpPr>
          <p:nvPr/>
        </p:nvSpPr>
        <p:spPr bwMode="auto">
          <a:xfrm>
            <a:off x="1787525" y="2476908"/>
            <a:ext cx="8445500" cy="276999"/>
          </a:xfrm>
          <a:prstGeom prst="rect">
            <a:avLst/>
          </a:prstGeom>
          <a:solidFill>
            <a:schemeClr val="folHlink"/>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endParaRPr lang="en-US"/>
          </a:p>
        </p:txBody>
      </p:sp>
      <p:sp>
        <p:nvSpPr>
          <p:cNvPr id="741382" name="Freeform 6"/>
          <p:cNvSpPr>
            <a:spLocks/>
          </p:cNvSpPr>
          <p:nvPr/>
        </p:nvSpPr>
        <p:spPr bwMode="auto">
          <a:xfrm>
            <a:off x="1779588" y="2178458"/>
            <a:ext cx="8634412" cy="276999"/>
          </a:xfrm>
          <a:custGeom>
            <a:avLst/>
            <a:gdLst>
              <a:gd name="T0" fmla="*/ 0 w 4835"/>
              <a:gd name="T1" fmla="*/ 96 h 97"/>
              <a:gd name="T2" fmla="*/ 96 w 4835"/>
              <a:gd name="T3" fmla="*/ 0 h 97"/>
              <a:gd name="T4" fmla="*/ 4834 w 4835"/>
              <a:gd name="T5" fmla="*/ 0 h 97"/>
              <a:gd name="T6" fmla="*/ 4738 w 4835"/>
              <a:gd name="T7" fmla="*/ 96 h 97"/>
              <a:gd name="T8" fmla="*/ 0 w 4835"/>
              <a:gd name="T9" fmla="*/ 96 h 97"/>
            </a:gdLst>
            <a:ahLst/>
            <a:cxnLst>
              <a:cxn ang="0">
                <a:pos x="T0" y="T1"/>
              </a:cxn>
              <a:cxn ang="0">
                <a:pos x="T2" y="T3"/>
              </a:cxn>
              <a:cxn ang="0">
                <a:pos x="T4" y="T5"/>
              </a:cxn>
              <a:cxn ang="0">
                <a:pos x="T6" y="T7"/>
              </a:cxn>
              <a:cxn ang="0">
                <a:pos x="T8" y="T9"/>
              </a:cxn>
            </a:cxnLst>
            <a:rect l="0" t="0" r="r" b="b"/>
            <a:pathLst>
              <a:path w="4835" h="97">
                <a:moveTo>
                  <a:pt x="0" y="96"/>
                </a:moveTo>
                <a:lnTo>
                  <a:pt x="96" y="0"/>
                </a:lnTo>
                <a:lnTo>
                  <a:pt x="4834" y="0"/>
                </a:lnTo>
                <a:lnTo>
                  <a:pt x="4738" y="96"/>
                </a:lnTo>
                <a:lnTo>
                  <a:pt x="0" y="96"/>
                </a:lnTo>
              </a:path>
            </a:pathLst>
          </a:custGeom>
          <a:solidFill>
            <a:schemeClr val="accent2">
              <a:lumMod val="40000"/>
              <a:lumOff val="60000"/>
            </a:schemeClr>
          </a:solidFill>
          <a:ln w="12700" cap="rnd" cmpd="sng">
            <a:solidFill>
              <a:schemeClr val="tx1"/>
            </a:solidFill>
            <a:prstDash val="solid"/>
            <a:round/>
            <a:headEnd/>
            <a:tailEnd/>
          </a:ln>
          <a:effectLst/>
        </p:spPr>
        <p:txBody>
          <a:bodyPr lIns="0" tIns="0" rIns="0" bIns="0" anchor="ctr">
            <a:spAutoFit/>
          </a:bodyPr>
          <a:lstStyle/>
          <a:p>
            <a:endParaRPr lang="en-US"/>
          </a:p>
        </p:txBody>
      </p:sp>
      <p:sp>
        <p:nvSpPr>
          <p:cNvPr id="741383" name="Freeform 7"/>
          <p:cNvSpPr>
            <a:spLocks/>
          </p:cNvSpPr>
          <p:nvPr/>
        </p:nvSpPr>
        <p:spPr bwMode="auto">
          <a:xfrm>
            <a:off x="1779588" y="2607083"/>
            <a:ext cx="8634412" cy="276999"/>
          </a:xfrm>
          <a:custGeom>
            <a:avLst/>
            <a:gdLst>
              <a:gd name="T0" fmla="*/ 0 w 4835"/>
              <a:gd name="T1" fmla="*/ 96 h 97"/>
              <a:gd name="T2" fmla="*/ 4738 w 4835"/>
              <a:gd name="T3" fmla="*/ 96 h 97"/>
              <a:gd name="T4" fmla="*/ 4834 w 4835"/>
              <a:gd name="T5" fmla="*/ 0 h 97"/>
            </a:gdLst>
            <a:ahLst/>
            <a:cxnLst>
              <a:cxn ang="0">
                <a:pos x="T0" y="T1"/>
              </a:cxn>
              <a:cxn ang="0">
                <a:pos x="T2" y="T3"/>
              </a:cxn>
              <a:cxn ang="0">
                <a:pos x="T4" y="T5"/>
              </a:cxn>
            </a:cxnLst>
            <a:rect l="0" t="0" r="r" b="b"/>
            <a:pathLst>
              <a:path w="4835" h="97">
                <a:moveTo>
                  <a:pt x="0" y="96"/>
                </a:moveTo>
                <a:lnTo>
                  <a:pt x="4738" y="96"/>
                </a:lnTo>
                <a:lnTo>
                  <a:pt x="4834" y="0"/>
                </a:lnTo>
              </a:path>
            </a:pathLst>
          </a:custGeom>
          <a:noFill/>
          <a:ln w="25400" cap="rnd" cmpd="sng">
            <a:solidFill>
              <a:schemeClr val="bg2"/>
            </a:solidFill>
            <a:prstDash val="solid"/>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solidFill>
                  <a:schemeClr val="accent1"/>
                </a:solidFill>
              </a14:hiddenFill>
            </a:ext>
          </a:extLst>
        </p:spPr>
        <p:txBody>
          <a:bodyPr lIns="0" tIns="0" rIns="0" bIns="0" anchor="ctr">
            <a:spAutoFit/>
          </a:bodyPr>
          <a:lstStyle/>
          <a:p>
            <a:endParaRPr lang="en-US"/>
          </a:p>
        </p:txBody>
      </p:sp>
      <p:sp>
        <p:nvSpPr>
          <p:cNvPr id="741384" name="Rectangle 8"/>
          <p:cNvSpPr>
            <a:spLocks noChangeArrowheads="1"/>
          </p:cNvSpPr>
          <p:nvPr/>
        </p:nvSpPr>
        <p:spPr bwMode="auto">
          <a:xfrm>
            <a:off x="8669339" y="4386452"/>
            <a:ext cx="1658937" cy="263149"/>
          </a:xfrm>
          <a:prstGeom prst="rect">
            <a:avLst/>
          </a:prstGeom>
          <a:solidFill>
            <a:schemeClr val="accent2"/>
          </a:solidFill>
          <a:ln>
            <a:noFill/>
          </a:ln>
          <a:effec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dirty="0">
                <a:solidFill>
                  <a:schemeClr val="bg2"/>
                </a:solidFill>
                <a:latin typeface="Helvetica" panose="020B0604020202020204" pitchFamily="34" charset="0"/>
                <a:ea typeface="新細明體" charset="-120"/>
              </a:rPr>
              <a:t>153.50.6.127</a:t>
            </a:r>
          </a:p>
        </p:txBody>
      </p:sp>
      <p:sp>
        <p:nvSpPr>
          <p:cNvPr id="741385" name="Rectangle 9"/>
          <p:cNvSpPr>
            <a:spLocks noChangeArrowheads="1"/>
          </p:cNvSpPr>
          <p:nvPr/>
        </p:nvSpPr>
        <p:spPr bwMode="auto">
          <a:xfrm>
            <a:off x="1981200" y="2513202"/>
            <a:ext cx="1219200"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5000"/>
              </a:lnSpc>
              <a:spcBef>
                <a:spcPct val="50000"/>
              </a:spcBef>
            </a:pPr>
            <a:r>
              <a:rPr lang="en-US" altLang="zh-TW" sz="1800">
                <a:solidFill>
                  <a:schemeClr val="bg2"/>
                </a:solidFill>
                <a:latin typeface="Helvetica" panose="020B0604020202020204" pitchFamily="34" charset="0"/>
                <a:ea typeface="新細明體" charset="-120"/>
              </a:rPr>
              <a:t>Address</a:t>
            </a:r>
          </a:p>
        </p:txBody>
      </p:sp>
      <p:sp>
        <p:nvSpPr>
          <p:cNvPr id="741386" name="Rectangle 10"/>
          <p:cNvSpPr>
            <a:spLocks noChangeArrowheads="1"/>
          </p:cNvSpPr>
          <p:nvPr/>
        </p:nvSpPr>
        <p:spPr bwMode="auto">
          <a:xfrm>
            <a:off x="5486400" y="2513202"/>
            <a:ext cx="1295400"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5000"/>
              </a:lnSpc>
              <a:spcBef>
                <a:spcPct val="50000"/>
              </a:spcBef>
            </a:pPr>
            <a:r>
              <a:rPr lang="en-US" altLang="zh-TW" sz="1800">
                <a:solidFill>
                  <a:schemeClr val="bg2"/>
                </a:solidFill>
                <a:latin typeface="Helvetica" panose="020B0604020202020204" pitchFamily="34" charset="0"/>
                <a:ea typeface="新細明體" charset="-120"/>
              </a:rPr>
              <a:t>Class</a:t>
            </a:r>
          </a:p>
        </p:txBody>
      </p:sp>
      <p:sp>
        <p:nvSpPr>
          <p:cNvPr id="741387" name="Rectangle 11"/>
          <p:cNvSpPr>
            <a:spLocks noChangeArrowheads="1"/>
          </p:cNvSpPr>
          <p:nvPr/>
        </p:nvSpPr>
        <p:spPr bwMode="auto">
          <a:xfrm>
            <a:off x="7010401" y="2513202"/>
            <a:ext cx="957263"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5000"/>
              </a:lnSpc>
              <a:spcBef>
                <a:spcPct val="50000"/>
              </a:spcBef>
            </a:pPr>
            <a:r>
              <a:rPr lang="en-US" altLang="zh-TW" sz="1800">
                <a:solidFill>
                  <a:schemeClr val="bg2"/>
                </a:solidFill>
                <a:latin typeface="Helvetica" panose="020B0604020202020204" pitchFamily="34" charset="0"/>
                <a:ea typeface="新細明體" charset="-120"/>
              </a:rPr>
              <a:t>Subnet</a:t>
            </a:r>
          </a:p>
        </p:txBody>
      </p:sp>
      <p:sp>
        <p:nvSpPr>
          <p:cNvPr id="741388" name="Rectangle 12"/>
          <p:cNvSpPr>
            <a:spLocks noChangeArrowheads="1"/>
          </p:cNvSpPr>
          <p:nvPr/>
        </p:nvSpPr>
        <p:spPr bwMode="auto">
          <a:xfrm>
            <a:off x="8686800" y="2513202"/>
            <a:ext cx="1225550"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5000"/>
              </a:lnSpc>
              <a:spcBef>
                <a:spcPct val="50000"/>
              </a:spcBef>
            </a:pPr>
            <a:r>
              <a:rPr lang="en-US" altLang="zh-TW" sz="1800">
                <a:solidFill>
                  <a:schemeClr val="bg2"/>
                </a:solidFill>
                <a:latin typeface="Helvetica" panose="020B0604020202020204" pitchFamily="34" charset="0"/>
                <a:ea typeface="新細明體" charset="-120"/>
              </a:rPr>
              <a:t>Broadcast</a:t>
            </a:r>
          </a:p>
        </p:txBody>
      </p:sp>
      <p:sp>
        <p:nvSpPr>
          <p:cNvPr id="741389" name="Rectangle 13"/>
          <p:cNvSpPr>
            <a:spLocks noChangeArrowheads="1"/>
          </p:cNvSpPr>
          <p:nvPr/>
        </p:nvSpPr>
        <p:spPr bwMode="auto">
          <a:xfrm>
            <a:off x="1981200" y="3014852"/>
            <a:ext cx="1600200" cy="263149"/>
          </a:xfrm>
          <a:prstGeom prst="rect">
            <a:avLst/>
          </a:prstGeom>
          <a:solidFill>
            <a:schemeClr val="accent2"/>
          </a:solidFill>
          <a:ln>
            <a:noFill/>
          </a:ln>
          <a:effec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dirty="0">
                <a:solidFill>
                  <a:schemeClr val="bg2"/>
                </a:solidFill>
                <a:latin typeface="Helvetica" panose="020B0604020202020204" pitchFamily="34" charset="0"/>
                <a:ea typeface="新細明體" charset="-120"/>
              </a:rPr>
              <a:t>201.222.10.60 </a:t>
            </a:r>
          </a:p>
        </p:txBody>
      </p:sp>
      <p:sp>
        <p:nvSpPr>
          <p:cNvPr id="741390" name="Rectangle 14"/>
          <p:cNvSpPr>
            <a:spLocks noChangeArrowheads="1"/>
          </p:cNvSpPr>
          <p:nvPr/>
        </p:nvSpPr>
        <p:spPr bwMode="auto">
          <a:xfrm>
            <a:off x="3657600" y="3014852"/>
            <a:ext cx="2012950"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255.255.255.248</a:t>
            </a:r>
          </a:p>
        </p:txBody>
      </p:sp>
      <p:sp>
        <p:nvSpPr>
          <p:cNvPr id="741391" name="Rectangle 15"/>
          <p:cNvSpPr>
            <a:spLocks noChangeArrowheads="1"/>
          </p:cNvSpPr>
          <p:nvPr/>
        </p:nvSpPr>
        <p:spPr bwMode="auto">
          <a:xfrm>
            <a:off x="5486400" y="3014852"/>
            <a:ext cx="1066800"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5000"/>
              </a:lnSpc>
              <a:spcBef>
                <a:spcPct val="50000"/>
              </a:spcBef>
            </a:pPr>
            <a:r>
              <a:rPr lang="en-US" altLang="zh-TW" sz="1800">
                <a:solidFill>
                  <a:schemeClr val="tx2"/>
                </a:solidFill>
                <a:latin typeface="Helvetica" panose="020B0604020202020204" pitchFamily="34" charset="0"/>
                <a:ea typeface="新細明體" charset="-120"/>
              </a:rPr>
              <a:t>C</a:t>
            </a:r>
          </a:p>
        </p:txBody>
      </p:sp>
      <p:sp>
        <p:nvSpPr>
          <p:cNvPr id="741392" name="Rectangle 16"/>
          <p:cNvSpPr>
            <a:spLocks noChangeArrowheads="1"/>
          </p:cNvSpPr>
          <p:nvPr/>
        </p:nvSpPr>
        <p:spPr bwMode="auto">
          <a:xfrm>
            <a:off x="8669338" y="3014852"/>
            <a:ext cx="1693862"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201.222.10.63</a:t>
            </a:r>
          </a:p>
        </p:txBody>
      </p:sp>
      <p:sp>
        <p:nvSpPr>
          <p:cNvPr id="741393" name="Rectangle 17"/>
          <p:cNvSpPr>
            <a:spLocks noChangeArrowheads="1"/>
          </p:cNvSpPr>
          <p:nvPr/>
        </p:nvSpPr>
        <p:spPr bwMode="auto">
          <a:xfrm>
            <a:off x="6775450" y="3014852"/>
            <a:ext cx="1682750"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201.222.10.56</a:t>
            </a:r>
          </a:p>
        </p:txBody>
      </p:sp>
      <p:sp>
        <p:nvSpPr>
          <p:cNvPr id="741394" name="Rectangle 18"/>
          <p:cNvSpPr>
            <a:spLocks noChangeArrowheads="1"/>
          </p:cNvSpPr>
          <p:nvPr/>
        </p:nvSpPr>
        <p:spPr bwMode="auto">
          <a:xfrm>
            <a:off x="3811588" y="2513202"/>
            <a:ext cx="1446212"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5000"/>
              </a:lnSpc>
              <a:spcBef>
                <a:spcPct val="50000"/>
              </a:spcBef>
            </a:pPr>
            <a:r>
              <a:rPr lang="en-US" altLang="zh-TW" sz="1800">
                <a:solidFill>
                  <a:schemeClr val="bg2"/>
                </a:solidFill>
                <a:latin typeface="Helvetica" panose="020B0604020202020204" pitchFamily="34" charset="0"/>
                <a:ea typeface="新細明體" charset="-120"/>
              </a:rPr>
              <a:t>Subnet Mask</a:t>
            </a:r>
          </a:p>
        </p:txBody>
      </p:sp>
      <p:sp>
        <p:nvSpPr>
          <p:cNvPr id="741395" name="Rectangle 19"/>
          <p:cNvSpPr>
            <a:spLocks noChangeArrowheads="1"/>
          </p:cNvSpPr>
          <p:nvPr/>
        </p:nvSpPr>
        <p:spPr bwMode="auto">
          <a:xfrm>
            <a:off x="1981200" y="3427602"/>
            <a:ext cx="1600200" cy="263149"/>
          </a:xfrm>
          <a:prstGeom prst="rect">
            <a:avLst/>
          </a:prstGeom>
          <a:solidFill>
            <a:schemeClr val="accent2"/>
          </a:solidFill>
          <a:ln>
            <a:noFill/>
          </a:ln>
          <a:effec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dirty="0">
                <a:solidFill>
                  <a:schemeClr val="bg2"/>
                </a:solidFill>
                <a:latin typeface="Helvetica" panose="020B0604020202020204" pitchFamily="34" charset="0"/>
                <a:ea typeface="新細明體" charset="-120"/>
              </a:rPr>
              <a:t>15.16.193.6 </a:t>
            </a:r>
          </a:p>
        </p:txBody>
      </p:sp>
      <p:sp>
        <p:nvSpPr>
          <p:cNvPr id="741396" name="Rectangle 20"/>
          <p:cNvSpPr>
            <a:spLocks noChangeArrowheads="1"/>
          </p:cNvSpPr>
          <p:nvPr/>
        </p:nvSpPr>
        <p:spPr bwMode="auto">
          <a:xfrm>
            <a:off x="3657600" y="3427602"/>
            <a:ext cx="1936750"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255.255.248.0</a:t>
            </a:r>
          </a:p>
        </p:txBody>
      </p:sp>
      <p:sp>
        <p:nvSpPr>
          <p:cNvPr id="741397" name="Rectangle 21"/>
          <p:cNvSpPr>
            <a:spLocks noChangeArrowheads="1"/>
          </p:cNvSpPr>
          <p:nvPr/>
        </p:nvSpPr>
        <p:spPr bwMode="auto">
          <a:xfrm>
            <a:off x="5638800" y="3427602"/>
            <a:ext cx="762000"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5000"/>
              </a:lnSpc>
              <a:spcBef>
                <a:spcPct val="50000"/>
              </a:spcBef>
            </a:pPr>
            <a:r>
              <a:rPr lang="en-US" altLang="zh-TW" sz="1800">
                <a:solidFill>
                  <a:schemeClr val="tx2"/>
                </a:solidFill>
                <a:latin typeface="Helvetica" panose="020B0604020202020204" pitchFamily="34" charset="0"/>
                <a:ea typeface="新細明體" charset="-120"/>
              </a:rPr>
              <a:t>A</a:t>
            </a:r>
          </a:p>
        </p:txBody>
      </p:sp>
      <p:sp>
        <p:nvSpPr>
          <p:cNvPr id="741398" name="Rectangle 22"/>
          <p:cNvSpPr>
            <a:spLocks noChangeArrowheads="1"/>
          </p:cNvSpPr>
          <p:nvPr/>
        </p:nvSpPr>
        <p:spPr bwMode="auto">
          <a:xfrm>
            <a:off x="8669338" y="3427602"/>
            <a:ext cx="1693862"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15.16.199.255</a:t>
            </a:r>
          </a:p>
        </p:txBody>
      </p:sp>
      <p:sp>
        <p:nvSpPr>
          <p:cNvPr id="741399" name="Rectangle 23"/>
          <p:cNvSpPr>
            <a:spLocks noChangeArrowheads="1"/>
          </p:cNvSpPr>
          <p:nvPr/>
        </p:nvSpPr>
        <p:spPr bwMode="auto">
          <a:xfrm>
            <a:off x="6775450" y="3427602"/>
            <a:ext cx="1301750"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15.16.192.0</a:t>
            </a:r>
          </a:p>
        </p:txBody>
      </p:sp>
      <p:sp>
        <p:nvSpPr>
          <p:cNvPr id="741400" name="Rectangle 24"/>
          <p:cNvSpPr>
            <a:spLocks noChangeArrowheads="1"/>
          </p:cNvSpPr>
          <p:nvPr/>
        </p:nvSpPr>
        <p:spPr bwMode="auto">
          <a:xfrm>
            <a:off x="1981200" y="3884802"/>
            <a:ext cx="1524000" cy="263149"/>
          </a:xfrm>
          <a:prstGeom prst="rect">
            <a:avLst/>
          </a:prstGeom>
          <a:solidFill>
            <a:schemeClr val="accent2"/>
          </a:solidFill>
          <a:ln>
            <a:noFill/>
          </a:ln>
          <a:effec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dirty="0">
                <a:solidFill>
                  <a:schemeClr val="bg2"/>
                </a:solidFill>
                <a:latin typeface="Helvetica" panose="020B0604020202020204" pitchFamily="34" charset="0"/>
                <a:ea typeface="新細明體" charset="-120"/>
              </a:rPr>
              <a:t>128.16.32.13 </a:t>
            </a:r>
          </a:p>
        </p:txBody>
      </p:sp>
      <p:sp>
        <p:nvSpPr>
          <p:cNvPr id="741401" name="Rectangle 25"/>
          <p:cNvSpPr>
            <a:spLocks noChangeArrowheads="1"/>
          </p:cNvSpPr>
          <p:nvPr/>
        </p:nvSpPr>
        <p:spPr bwMode="auto">
          <a:xfrm>
            <a:off x="3657600" y="3884802"/>
            <a:ext cx="1784350"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255.255.255.252</a:t>
            </a:r>
          </a:p>
        </p:txBody>
      </p:sp>
      <p:sp>
        <p:nvSpPr>
          <p:cNvPr id="741402" name="Rectangle 26"/>
          <p:cNvSpPr>
            <a:spLocks noChangeArrowheads="1"/>
          </p:cNvSpPr>
          <p:nvPr/>
        </p:nvSpPr>
        <p:spPr bwMode="auto">
          <a:xfrm>
            <a:off x="5676900" y="3884802"/>
            <a:ext cx="685800"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5000"/>
              </a:lnSpc>
              <a:spcBef>
                <a:spcPct val="50000"/>
              </a:spcBef>
            </a:pPr>
            <a:r>
              <a:rPr lang="en-US" altLang="zh-TW" sz="1800">
                <a:solidFill>
                  <a:schemeClr val="tx2"/>
                </a:solidFill>
                <a:latin typeface="Helvetica" panose="020B0604020202020204" pitchFamily="34" charset="0"/>
                <a:ea typeface="新細明體" charset="-120"/>
              </a:rPr>
              <a:t>B</a:t>
            </a:r>
          </a:p>
        </p:txBody>
      </p:sp>
      <p:sp>
        <p:nvSpPr>
          <p:cNvPr id="741403" name="Rectangle 27"/>
          <p:cNvSpPr>
            <a:spLocks noChangeArrowheads="1"/>
          </p:cNvSpPr>
          <p:nvPr/>
        </p:nvSpPr>
        <p:spPr bwMode="auto">
          <a:xfrm>
            <a:off x="8669338" y="3884802"/>
            <a:ext cx="1465262" cy="263149"/>
          </a:xfrm>
          <a:prstGeom prst="rect">
            <a:avLst/>
          </a:prstGeom>
          <a:solidFill>
            <a:schemeClr val="accent2"/>
          </a:solidFill>
          <a:ln>
            <a:noFill/>
          </a:ln>
          <a:effec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dirty="0">
                <a:solidFill>
                  <a:schemeClr val="bg2"/>
                </a:solidFill>
                <a:latin typeface="Helvetica" panose="020B0604020202020204" pitchFamily="34" charset="0"/>
                <a:ea typeface="新細明體" charset="-120"/>
              </a:rPr>
              <a:t>128.16.32.15</a:t>
            </a:r>
          </a:p>
        </p:txBody>
      </p:sp>
      <p:sp>
        <p:nvSpPr>
          <p:cNvPr id="741404" name="Rectangle 28"/>
          <p:cNvSpPr>
            <a:spLocks noChangeArrowheads="1"/>
          </p:cNvSpPr>
          <p:nvPr/>
        </p:nvSpPr>
        <p:spPr bwMode="auto">
          <a:xfrm>
            <a:off x="6775450" y="3884802"/>
            <a:ext cx="1758950" cy="263149"/>
          </a:xfrm>
          <a:prstGeom prst="rect">
            <a:avLst/>
          </a:prstGeom>
          <a:solidFill>
            <a:schemeClr val="accent2"/>
          </a:solidFill>
          <a:ln w="9525">
            <a:solidFill>
              <a:schemeClr val="tx1"/>
            </a:solidFill>
            <a:miter lim="800000"/>
            <a:headEnd/>
            <a:tailEnd/>
          </a:ln>
          <a:effec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dirty="0">
                <a:solidFill>
                  <a:schemeClr val="bg2"/>
                </a:solidFill>
                <a:latin typeface="Helvetica" panose="020B0604020202020204" pitchFamily="34" charset="0"/>
                <a:ea typeface="新細明體" charset="-120"/>
              </a:rPr>
              <a:t>128.16.32.12</a:t>
            </a:r>
          </a:p>
        </p:txBody>
      </p:sp>
      <p:sp>
        <p:nvSpPr>
          <p:cNvPr id="741405" name="Rectangle 29"/>
          <p:cNvSpPr>
            <a:spLocks noChangeArrowheads="1"/>
          </p:cNvSpPr>
          <p:nvPr/>
        </p:nvSpPr>
        <p:spPr bwMode="auto">
          <a:xfrm>
            <a:off x="1981200" y="4386452"/>
            <a:ext cx="1371600" cy="263149"/>
          </a:xfrm>
          <a:prstGeom prst="rect">
            <a:avLst/>
          </a:prstGeom>
          <a:solidFill>
            <a:schemeClr val="accent2"/>
          </a:solidFill>
          <a:ln>
            <a:noFill/>
          </a:ln>
          <a:effec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dirty="0">
                <a:solidFill>
                  <a:schemeClr val="bg2"/>
                </a:solidFill>
                <a:latin typeface="Helvetica" panose="020B0604020202020204" pitchFamily="34" charset="0"/>
                <a:ea typeface="新細明體" charset="-120"/>
              </a:rPr>
              <a:t>153.50.6.27 </a:t>
            </a:r>
          </a:p>
        </p:txBody>
      </p:sp>
      <p:sp>
        <p:nvSpPr>
          <p:cNvPr id="741406" name="Rectangle 30"/>
          <p:cNvSpPr>
            <a:spLocks noChangeArrowheads="1"/>
          </p:cNvSpPr>
          <p:nvPr/>
        </p:nvSpPr>
        <p:spPr bwMode="auto">
          <a:xfrm>
            <a:off x="3657600" y="4386452"/>
            <a:ext cx="1860550"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a:solidFill>
                  <a:schemeClr val="tx2"/>
                </a:solidFill>
                <a:latin typeface="Helvetica" panose="020B0604020202020204" pitchFamily="34" charset="0"/>
                <a:ea typeface="新細明體" charset="-120"/>
              </a:rPr>
              <a:t>255.255.255.128</a:t>
            </a:r>
          </a:p>
        </p:txBody>
      </p:sp>
      <p:sp>
        <p:nvSpPr>
          <p:cNvPr id="741407" name="Rectangle 31"/>
          <p:cNvSpPr>
            <a:spLocks noChangeArrowheads="1"/>
          </p:cNvSpPr>
          <p:nvPr/>
        </p:nvSpPr>
        <p:spPr bwMode="auto">
          <a:xfrm>
            <a:off x="5524500" y="4386452"/>
            <a:ext cx="990600" cy="26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gn="ctr">
              <a:lnSpc>
                <a:spcPct val="95000"/>
              </a:lnSpc>
              <a:spcBef>
                <a:spcPct val="50000"/>
              </a:spcBef>
            </a:pPr>
            <a:r>
              <a:rPr lang="en-US" altLang="zh-TW" sz="1800">
                <a:solidFill>
                  <a:schemeClr val="tx2"/>
                </a:solidFill>
                <a:latin typeface="Helvetica" panose="020B0604020202020204" pitchFamily="34" charset="0"/>
                <a:ea typeface="新細明體" charset="-120"/>
              </a:rPr>
              <a:t>B</a:t>
            </a:r>
          </a:p>
        </p:txBody>
      </p:sp>
      <p:sp>
        <p:nvSpPr>
          <p:cNvPr id="741408" name="Rectangle 32"/>
          <p:cNvSpPr>
            <a:spLocks noChangeArrowheads="1"/>
          </p:cNvSpPr>
          <p:nvPr/>
        </p:nvSpPr>
        <p:spPr bwMode="auto">
          <a:xfrm>
            <a:off x="6775450" y="4386452"/>
            <a:ext cx="1225550" cy="263149"/>
          </a:xfrm>
          <a:prstGeom prst="rect">
            <a:avLst/>
          </a:prstGeom>
          <a:solidFill>
            <a:schemeClr val="accent2"/>
          </a:solidFill>
          <a:ln>
            <a:noFill/>
          </a:ln>
          <a:effectLst/>
        </p:spPr>
        <p:txBody>
          <a:bodyPr lIns="0" tIns="0" rIns="0" bIns="0" anchor="ctr">
            <a:spAutoFit/>
          </a:bodyPr>
          <a:lstStyle>
            <a:lvl1pPr algn="l" defTabSz="1028700">
              <a:defRPr sz="2400">
                <a:solidFill>
                  <a:schemeClr val="tx1"/>
                </a:solidFill>
                <a:latin typeface="Times" panose="02020603050405020304" pitchFamily="18" charset="0"/>
              </a:defRPr>
            </a:lvl1pPr>
            <a:lvl2pPr marL="514350" algn="l" defTabSz="1028700">
              <a:defRPr sz="2400">
                <a:solidFill>
                  <a:schemeClr val="tx1"/>
                </a:solidFill>
                <a:latin typeface="Times" panose="02020603050405020304" pitchFamily="18" charset="0"/>
              </a:defRPr>
            </a:lvl2pPr>
            <a:lvl3pPr marL="1028700" algn="l" defTabSz="1028700">
              <a:defRPr sz="2400">
                <a:solidFill>
                  <a:schemeClr val="tx1"/>
                </a:solidFill>
                <a:latin typeface="Times" panose="02020603050405020304" pitchFamily="18" charset="0"/>
              </a:defRPr>
            </a:lvl3pPr>
            <a:lvl4pPr marL="1543050" algn="l" defTabSz="1028700">
              <a:defRPr sz="2400">
                <a:solidFill>
                  <a:schemeClr val="tx1"/>
                </a:solidFill>
                <a:latin typeface="Times" panose="02020603050405020304" pitchFamily="18" charset="0"/>
              </a:defRPr>
            </a:lvl4pPr>
            <a:lvl5pPr marL="2057400" algn="l" defTabSz="1028700">
              <a:defRPr sz="2400">
                <a:solidFill>
                  <a:schemeClr val="tx1"/>
                </a:solidFill>
                <a:latin typeface="Times" panose="02020603050405020304" pitchFamily="18" charset="0"/>
              </a:defRPr>
            </a:lvl5pPr>
            <a:lvl6pPr marL="2514600" defTabSz="1028700" eaLnBrk="0" fontAlgn="base" hangingPunct="0">
              <a:spcBef>
                <a:spcPct val="0"/>
              </a:spcBef>
              <a:spcAft>
                <a:spcPct val="0"/>
              </a:spcAft>
              <a:defRPr sz="2400">
                <a:solidFill>
                  <a:schemeClr val="tx1"/>
                </a:solidFill>
                <a:latin typeface="Times" panose="02020603050405020304" pitchFamily="18" charset="0"/>
              </a:defRPr>
            </a:lvl6pPr>
            <a:lvl7pPr marL="2971800" defTabSz="1028700" eaLnBrk="0" fontAlgn="base" hangingPunct="0">
              <a:spcBef>
                <a:spcPct val="0"/>
              </a:spcBef>
              <a:spcAft>
                <a:spcPct val="0"/>
              </a:spcAft>
              <a:defRPr sz="2400">
                <a:solidFill>
                  <a:schemeClr val="tx1"/>
                </a:solidFill>
                <a:latin typeface="Times" panose="02020603050405020304" pitchFamily="18" charset="0"/>
              </a:defRPr>
            </a:lvl7pPr>
            <a:lvl8pPr marL="3429000" defTabSz="1028700" eaLnBrk="0" fontAlgn="base" hangingPunct="0">
              <a:spcBef>
                <a:spcPct val="0"/>
              </a:spcBef>
              <a:spcAft>
                <a:spcPct val="0"/>
              </a:spcAft>
              <a:defRPr sz="2400">
                <a:solidFill>
                  <a:schemeClr val="tx1"/>
                </a:solidFill>
                <a:latin typeface="Times" panose="02020603050405020304" pitchFamily="18" charset="0"/>
              </a:defRPr>
            </a:lvl8pPr>
            <a:lvl9pPr marL="3886200" defTabSz="1028700" eaLnBrk="0" fontAlgn="base" hangingPunct="0">
              <a:spcBef>
                <a:spcPct val="0"/>
              </a:spcBef>
              <a:spcAft>
                <a:spcPct val="0"/>
              </a:spcAft>
              <a:defRPr sz="2400">
                <a:solidFill>
                  <a:schemeClr val="tx1"/>
                </a:solidFill>
                <a:latin typeface="Times" panose="02020603050405020304" pitchFamily="18" charset="0"/>
              </a:defRPr>
            </a:lvl9pPr>
          </a:lstStyle>
          <a:p>
            <a:pPr>
              <a:lnSpc>
                <a:spcPct val="95000"/>
              </a:lnSpc>
              <a:spcBef>
                <a:spcPct val="50000"/>
              </a:spcBef>
            </a:pPr>
            <a:r>
              <a:rPr lang="en-US" altLang="zh-TW" sz="1800" dirty="0">
                <a:solidFill>
                  <a:schemeClr val="bg2"/>
                </a:solidFill>
                <a:latin typeface="Helvetica" panose="020B0604020202020204" pitchFamily="34" charset="0"/>
                <a:ea typeface="新細明體" charset="-120"/>
              </a:rPr>
              <a:t>153.50.6.0</a:t>
            </a:r>
          </a:p>
        </p:txBody>
      </p:sp>
    </p:spTree>
    <p:extLst>
      <p:ext uri="{BB962C8B-B14F-4D97-AF65-F5344CB8AC3E}">
        <p14:creationId xmlns:p14="http://schemas.microsoft.com/office/powerpoint/2010/main" val="2399363081"/>
      </p:ext>
    </p:extLst>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1385" y="609600"/>
            <a:ext cx="6172200" cy="1325563"/>
          </a:xfrm>
        </p:spPr>
        <p:txBody>
          <a:bodyPr/>
          <a:lstStyle/>
          <a:p>
            <a:r>
              <a:rPr lang="en-US" dirty="0" smtClean="0">
                <a:solidFill>
                  <a:srgbClr val="FF0000"/>
                </a:solidFill>
              </a:rPr>
              <a:t>Module</a:t>
            </a:r>
            <a:r>
              <a:rPr lang="en-US" dirty="0" smtClean="0"/>
              <a:t> </a:t>
            </a:r>
            <a:r>
              <a:rPr lang="en-US" dirty="0" smtClean="0">
                <a:solidFill>
                  <a:srgbClr val="FF0000"/>
                </a:solidFill>
              </a:rPr>
              <a:t>14-1</a:t>
            </a:r>
            <a:r>
              <a:rPr lang="en-US" dirty="0" smtClean="0"/>
              <a:t> </a:t>
            </a:r>
            <a:r>
              <a:rPr lang="en-US" dirty="0" err="1" smtClean="0">
                <a:solidFill>
                  <a:srgbClr val="FF0000"/>
                </a:solidFill>
              </a:rPr>
              <a:t>Subnetting</a:t>
            </a:r>
            <a:endParaRPr lang="en-US" dirty="0">
              <a:solidFill>
                <a:srgbClr val="FF0000"/>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t>48</a:t>
            </a:fld>
            <a:endParaRPr lang="en-US"/>
          </a:p>
        </p:txBody>
      </p:sp>
    </p:spTree>
    <p:extLst>
      <p:ext uri="{BB962C8B-B14F-4D97-AF65-F5344CB8AC3E}">
        <p14:creationId xmlns:p14="http://schemas.microsoft.com/office/powerpoint/2010/main" val="286024669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ctrTitle"/>
          </p:nvPr>
        </p:nvSpPr>
        <p:spPr>
          <a:xfrm>
            <a:off x="450850" y="1752600"/>
            <a:ext cx="7772400" cy="685800"/>
          </a:xfrm>
        </p:spPr>
        <p:txBody>
          <a:bodyPr>
            <a:normAutofit fontScale="90000"/>
          </a:bodyPr>
          <a:lstStyle/>
          <a:p>
            <a:pPr algn="l">
              <a:buFont typeface="Wingdings" panose="05000000000000000000" pitchFamily="2" charset="2"/>
              <a:buNone/>
            </a:pPr>
            <a:r>
              <a:rPr lang="en-US" altLang="en-US" sz="4400" dirty="0"/>
              <a:t>Objectives: </a:t>
            </a:r>
          </a:p>
        </p:txBody>
      </p:sp>
      <p:sp>
        <p:nvSpPr>
          <p:cNvPr id="193539" name="Rectangle 3"/>
          <p:cNvSpPr>
            <a:spLocks noGrp="1" noChangeArrowheads="1"/>
          </p:cNvSpPr>
          <p:nvPr>
            <p:ph type="subTitle" idx="1"/>
          </p:nvPr>
        </p:nvSpPr>
        <p:spPr>
          <a:xfrm>
            <a:off x="228600" y="369093"/>
            <a:ext cx="8216900" cy="795338"/>
          </a:xfrm>
        </p:spPr>
        <p:txBody>
          <a:bodyPr/>
          <a:lstStyle/>
          <a:p>
            <a:pPr algn="l"/>
            <a:r>
              <a:rPr lang="en-US" altLang="en-US" sz="4400" dirty="0">
                <a:solidFill>
                  <a:srgbClr val="FF3300"/>
                </a:solidFill>
              </a:rPr>
              <a:t>Chapter </a:t>
            </a:r>
            <a:r>
              <a:rPr lang="en-US" altLang="en-US" sz="4400" dirty="0" smtClean="0">
                <a:solidFill>
                  <a:srgbClr val="FF3300"/>
                </a:solidFill>
              </a:rPr>
              <a:t>14-2: </a:t>
            </a:r>
            <a:r>
              <a:rPr lang="en-US" altLang="en-US" sz="4400" dirty="0">
                <a:solidFill>
                  <a:srgbClr val="FF3300"/>
                </a:solidFill>
              </a:rPr>
              <a:t>IP Addressing</a:t>
            </a:r>
          </a:p>
        </p:txBody>
      </p:sp>
      <p:sp>
        <p:nvSpPr>
          <p:cNvPr id="193540" name="Rectangle 4"/>
          <p:cNvSpPr>
            <a:spLocks noChangeArrowheads="1"/>
          </p:cNvSpPr>
          <p:nvPr/>
        </p:nvSpPr>
        <p:spPr bwMode="auto">
          <a:xfrm>
            <a:off x="685800" y="2590801"/>
            <a:ext cx="11201400" cy="3014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4000" b="1">
                <a:solidFill>
                  <a:schemeClr val="tx2"/>
                </a:solidFill>
                <a:latin typeface="Arial" panose="020B0604020202020204" pitchFamily="34" charset="0"/>
              </a:defRPr>
            </a:lvl1pPr>
            <a:lvl2pPr>
              <a:defRPr sz="4000" b="1">
                <a:solidFill>
                  <a:schemeClr val="tx2"/>
                </a:solidFill>
                <a:latin typeface="Arial" panose="020B0604020202020204" pitchFamily="34" charset="0"/>
              </a:defRPr>
            </a:lvl2pPr>
            <a:lvl3pPr>
              <a:defRPr sz="4000" b="1">
                <a:solidFill>
                  <a:schemeClr val="tx2"/>
                </a:solidFill>
                <a:latin typeface="Arial" panose="020B0604020202020204" pitchFamily="34" charset="0"/>
              </a:defRPr>
            </a:lvl3pPr>
            <a:lvl4pPr>
              <a:defRPr sz="4000" b="1">
                <a:solidFill>
                  <a:schemeClr val="tx2"/>
                </a:solidFill>
                <a:latin typeface="Arial" panose="020B0604020202020204" pitchFamily="34" charset="0"/>
              </a:defRPr>
            </a:lvl4pPr>
            <a:lvl5pPr>
              <a:defRPr sz="4000" b="1">
                <a:solidFill>
                  <a:schemeClr val="tx2"/>
                </a:solidFill>
                <a:latin typeface="Arial" panose="020B0604020202020204" pitchFamily="34" charset="0"/>
              </a:defRPr>
            </a:lvl5pPr>
            <a:lvl6pPr marL="457200" fontAlgn="base">
              <a:spcBef>
                <a:spcPct val="0"/>
              </a:spcBef>
              <a:spcAft>
                <a:spcPct val="0"/>
              </a:spcAft>
              <a:defRPr sz="4000" b="1">
                <a:solidFill>
                  <a:schemeClr val="tx2"/>
                </a:solidFill>
                <a:latin typeface="Arial" panose="020B0604020202020204" pitchFamily="34" charset="0"/>
              </a:defRPr>
            </a:lvl6pPr>
            <a:lvl7pPr marL="914400" fontAlgn="base">
              <a:spcBef>
                <a:spcPct val="0"/>
              </a:spcBef>
              <a:spcAft>
                <a:spcPct val="0"/>
              </a:spcAft>
              <a:defRPr sz="4000" b="1">
                <a:solidFill>
                  <a:schemeClr val="tx2"/>
                </a:solidFill>
                <a:latin typeface="Arial" panose="020B0604020202020204" pitchFamily="34" charset="0"/>
              </a:defRPr>
            </a:lvl7pPr>
            <a:lvl8pPr marL="1371600" fontAlgn="base">
              <a:spcBef>
                <a:spcPct val="0"/>
              </a:spcBef>
              <a:spcAft>
                <a:spcPct val="0"/>
              </a:spcAft>
              <a:defRPr sz="4000" b="1">
                <a:solidFill>
                  <a:schemeClr val="tx2"/>
                </a:solidFill>
                <a:latin typeface="Arial" panose="020B0604020202020204" pitchFamily="34" charset="0"/>
              </a:defRPr>
            </a:lvl8pPr>
            <a:lvl9pPr marL="1828800" fontAlgn="base">
              <a:spcBef>
                <a:spcPct val="0"/>
              </a:spcBef>
              <a:spcAft>
                <a:spcPct val="0"/>
              </a:spcAft>
              <a:defRPr sz="4000" b="1">
                <a:solidFill>
                  <a:schemeClr val="tx2"/>
                </a:solidFill>
                <a:latin typeface="Arial" panose="020B0604020202020204" pitchFamily="34" charset="0"/>
              </a:defRPr>
            </a:lvl9pPr>
          </a:lstStyle>
          <a:p>
            <a:pPr>
              <a:buFont typeface="Wingdings" panose="05000000000000000000" pitchFamily="2" charset="2"/>
              <a:buChar char="Ø"/>
            </a:pPr>
            <a:r>
              <a:rPr lang="en-US" altLang="en-US" sz="3200" dirty="0">
                <a:solidFill>
                  <a:schemeClr val="tx1"/>
                </a:solidFill>
              </a:rPr>
              <a:t> Internet Architecture</a:t>
            </a:r>
            <a:br>
              <a:rPr lang="en-US" altLang="en-US" sz="3200" dirty="0">
                <a:solidFill>
                  <a:schemeClr val="tx1"/>
                </a:solidFill>
              </a:rPr>
            </a:br>
            <a:r>
              <a:rPr lang="en-US" altLang="en-US" sz="3200" dirty="0">
                <a:solidFill>
                  <a:schemeClr val="tx1"/>
                </a:solidFill>
              </a:rPr>
              <a:t> IPv4 Addressing</a:t>
            </a:r>
            <a:br>
              <a:rPr lang="en-US" altLang="en-US" sz="3200" dirty="0">
                <a:solidFill>
                  <a:schemeClr val="tx1"/>
                </a:solidFill>
              </a:rPr>
            </a:br>
            <a:r>
              <a:rPr lang="en-US" altLang="en-US" sz="3200" dirty="0">
                <a:solidFill>
                  <a:schemeClr val="tx1"/>
                </a:solidFill>
              </a:rPr>
              <a:t> IP address Classes</a:t>
            </a:r>
            <a:br>
              <a:rPr lang="en-US" altLang="en-US" sz="3200" dirty="0">
                <a:solidFill>
                  <a:schemeClr val="tx1"/>
                </a:solidFill>
              </a:rPr>
            </a:br>
            <a:r>
              <a:rPr lang="en-US" altLang="en-US" sz="3200" dirty="0">
                <a:solidFill>
                  <a:schemeClr val="tx1"/>
                </a:solidFill>
              </a:rPr>
              <a:t> Subnets and subnet mask</a:t>
            </a:r>
            <a:br>
              <a:rPr lang="en-US" altLang="en-US" sz="3200" dirty="0">
                <a:solidFill>
                  <a:schemeClr val="tx1"/>
                </a:solidFill>
              </a:rPr>
            </a:br>
            <a:r>
              <a:rPr lang="en-US" altLang="en-US" sz="3200" dirty="0">
                <a:solidFill>
                  <a:schemeClr val="tx1"/>
                </a:solidFill>
              </a:rPr>
              <a:t> Subnets design with IP addressing</a:t>
            </a:r>
            <a:br>
              <a:rPr lang="en-US" altLang="en-US" sz="3200" dirty="0">
                <a:solidFill>
                  <a:schemeClr val="tx1"/>
                </a:solidFill>
              </a:rPr>
            </a:br>
            <a:r>
              <a:rPr lang="en-US" altLang="en-US" sz="3200" dirty="0">
                <a:solidFill>
                  <a:schemeClr val="tx1"/>
                </a:solidFill>
              </a:rPr>
              <a:t> IPv6</a:t>
            </a:r>
            <a:endParaRPr lang="en-US" altLang="en-US" dirty="0">
              <a:solidFill>
                <a:schemeClr val="tx1"/>
              </a:solidFill>
            </a:endParaRPr>
          </a:p>
        </p:txBody>
      </p:sp>
    </p:spTree>
    <p:extLst>
      <p:ext uri="{BB962C8B-B14F-4D97-AF65-F5344CB8AC3E}">
        <p14:creationId xmlns:p14="http://schemas.microsoft.com/office/powerpoint/2010/main" val="78936716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a:xfrm>
            <a:off x="152400" y="132919"/>
            <a:ext cx="10515600" cy="1325563"/>
          </a:xfrm>
        </p:spPr>
        <p:txBody>
          <a:bodyPr/>
          <a:lstStyle/>
          <a:p>
            <a:r>
              <a:rPr lang="en-US" altLang="en-US" dirty="0">
                <a:solidFill>
                  <a:srgbClr val="FF0000"/>
                </a:solidFill>
              </a:rPr>
              <a:t>Internet Architecture</a:t>
            </a:r>
          </a:p>
        </p:txBody>
      </p:sp>
      <p:sp>
        <p:nvSpPr>
          <p:cNvPr id="137219" name="Rectangle 3"/>
          <p:cNvSpPr>
            <a:spLocks noGrp="1" noChangeArrowheads="1"/>
          </p:cNvSpPr>
          <p:nvPr>
            <p:ph idx="1"/>
          </p:nvPr>
        </p:nvSpPr>
        <p:spPr>
          <a:xfrm>
            <a:off x="1905000" y="1752600"/>
            <a:ext cx="4114800" cy="4343400"/>
          </a:xfrm>
        </p:spPr>
        <p:txBody>
          <a:bodyPr/>
          <a:lstStyle/>
          <a:p>
            <a:r>
              <a:rPr lang="en-US" altLang="en-US" sz="2000" dirty="0"/>
              <a:t>Two computers, anywhere in the world, following certain hardware, software, protocol specifications, can communicate, reliably even when not directly connected. </a:t>
            </a:r>
          </a:p>
          <a:p>
            <a:endParaRPr lang="en-US" altLang="en-US" sz="2000" dirty="0"/>
          </a:p>
          <a:p>
            <a:r>
              <a:rPr lang="en-US" altLang="en-US" sz="2000" dirty="0"/>
              <a:t>LANs are no longer scalable beyond a certain number of stations or geographic separation. </a:t>
            </a:r>
          </a:p>
        </p:txBody>
      </p:sp>
      <p:sp>
        <p:nvSpPr>
          <p:cNvPr id="227" name="Slide Number Placeholder 3"/>
          <p:cNvSpPr>
            <a:spLocks noGrp="1"/>
          </p:cNvSpPr>
          <p:nvPr>
            <p:ph type="sldNum" sz="quarter" idx="12"/>
          </p:nvPr>
        </p:nvSpPr>
        <p:spPr>
          <a:xfrm>
            <a:off x="9753600" y="6629400"/>
            <a:ext cx="914400" cy="228600"/>
          </a:xfrm>
        </p:spPr>
        <p:txBody>
          <a:bodyPr/>
          <a:lstStyle/>
          <a:p>
            <a:fld id="{21519FA8-051D-4D0A-8D83-74137663C3F7}" type="slidenum">
              <a:rPr lang="en-US" altLang="en-US"/>
              <a:pPr/>
              <a:t>50</a:t>
            </a:fld>
            <a:endParaRPr lang="en-US" altLang="en-US"/>
          </a:p>
        </p:txBody>
      </p:sp>
      <p:grpSp>
        <p:nvGrpSpPr>
          <p:cNvPr id="137220" name="Group 4"/>
          <p:cNvGrpSpPr>
            <a:grpSpLocks/>
          </p:cNvGrpSpPr>
          <p:nvPr/>
        </p:nvGrpSpPr>
        <p:grpSpPr bwMode="auto">
          <a:xfrm>
            <a:off x="6248401" y="1600200"/>
            <a:ext cx="4183063" cy="4489450"/>
            <a:chOff x="2882" y="972"/>
            <a:chExt cx="2635" cy="2828"/>
          </a:xfrm>
        </p:grpSpPr>
        <p:sp>
          <p:nvSpPr>
            <p:cNvPr id="137221" name="Freeform 5"/>
            <p:cNvSpPr>
              <a:spLocks/>
            </p:cNvSpPr>
            <p:nvPr/>
          </p:nvSpPr>
          <p:spPr bwMode="auto">
            <a:xfrm>
              <a:off x="4228" y="1082"/>
              <a:ext cx="1289" cy="1291"/>
            </a:xfrm>
            <a:custGeom>
              <a:avLst/>
              <a:gdLst>
                <a:gd name="T0" fmla="*/ 239 w 1292"/>
                <a:gd name="T1" fmla="*/ 7 h 1255"/>
                <a:gd name="T2" fmla="*/ 35 w 1292"/>
                <a:gd name="T3" fmla="*/ 157 h 1255"/>
                <a:gd name="T4" fmla="*/ 29 w 1292"/>
                <a:gd name="T5" fmla="*/ 523 h 1255"/>
                <a:gd name="T6" fmla="*/ 53 w 1292"/>
                <a:gd name="T7" fmla="*/ 829 h 1255"/>
                <a:gd name="T8" fmla="*/ 245 w 1292"/>
                <a:gd name="T9" fmla="*/ 871 h 1255"/>
                <a:gd name="T10" fmla="*/ 647 w 1292"/>
                <a:gd name="T11" fmla="*/ 1129 h 1255"/>
                <a:gd name="T12" fmla="*/ 995 w 1292"/>
                <a:gd name="T13" fmla="*/ 1237 h 1255"/>
                <a:gd name="T14" fmla="*/ 1199 w 1292"/>
                <a:gd name="T15" fmla="*/ 1021 h 1255"/>
                <a:gd name="T16" fmla="*/ 1271 w 1292"/>
                <a:gd name="T17" fmla="*/ 445 h 1255"/>
                <a:gd name="T18" fmla="*/ 1205 w 1292"/>
                <a:gd name="T19" fmla="*/ 211 h 1255"/>
                <a:gd name="T20" fmla="*/ 749 w 1292"/>
                <a:gd name="T21" fmla="*/ 115 h 1255"/>
                <a:gd name="T22" fmla="*/ 239 w 1292"/>
                <a:gd name="T23" fmla="*/ 7 h 1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222" name="Freeform 6"/>
            <p:cNvSpPr>
              <a:spLocks/>
            </p:cNvSpPr>
            <p:nvPr/>
          </p:nvSpPr>
          <p:spPr bwMode="auto">
            <a:xfrm>
              <a:off x="2882" y="972"/>
              <a:ext cx="1337" cy="1224"/>
            </a:xfrm>
            <a:custGeom>
              <a:avLst/>
              <a:gdLst>
                <a:gd name="T0" fmla="*/ 550 w 1340"/>
                <a:gd name="T1" fmla="*/ 42 h 1191"/>
                <a:gd name="T2" fmla="*/ 82 w 1340"/>
                <a:gd name="T3" fmla="*/ 60 h 1191"/>
                <a:gd name="T4" fmla="*/ 58 w 1340"/>
                <a:gd name="T5" fmla="*/ 402 h 1191"/>
                <a:gd name="T6" fmla="*/ 28 w 1340"/>
                <a:gd name="T7" fmla="*/ 720 h 1191"/>
                <a:gd name="T8" fmla="*/ 112 w 1340"/>
                <a:gd name="T9" fmla="*/ 870 h 1191"/>
                <a:gd name="T10" fmla="*/ 538 w 1340"/>
                <a:gd name="T11" fmla="*/ 876 h 1191"/>
                <a:gd name="T12" fmla="*/ 640 w 1340"/>
                <a:gd name="T13" fmla="*/ 1128 h 1191"/>
                <a:gd name="T14" fmla="*/ 1234 w 1340"/>
                <a:gd name="T15" fmla="*/ 1098 h 1191"/>
                <a:gd name="T16" fmla="*/ 1276 w 1340"/>
                <a:gd name="T17" fmla="*/ 570 h 1191"/>
                <a:gd name="T18" fmla="*/ 1204 w 1340"/>
                <a:gd name="T19" fmla="*/ 342 h 1191"/>
                <a:gd name="T20" fmla="*/ 760 w 1340"/>
                <a:gd name="T21" fmla="*/ 288 h 1191"/>
                <a:gd name="T22" fmla="*/ 550 w 1340"/>
                <a:gd name="T23" fmla="*/ 42 h 1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40" h="1191">
                  <a:moveTo>
                    <a:pt x="550" y="42"/>
                  </a:moveTo>
                  <a:cubicBezTo>
                    <a:pt x="437" y="4"/>
                    <a:pt x="164" y="0"/>
                    <a:pt x="82" y="60"/>
                  </a:cubicBezTo>
                  <a:cubicBezTo>
                    <a:pt x="0" y="120"/>
                    <a:pt x="67" y="292"/>
                    <a:pt x="58" y="402"/>
                  </a:cubicBezTo>
                  <a:cubicBezTo>
                    <a:pt x="49" y="512"/>
                    <a:pt x="19" y="642"/>
                    <a:pt x="28" y="720"/>
                  </a:cubicBezTo>
                  <a:cubicBezTo>
                    <a:pt x="37" y="798"/>
                    <a:pt x="27" y="844"/>
                    <a:pt x="112" y="870"/>
                  </a:cubicBezTo>
                  <a:cubicBezTo>
                    <a:pt x="197" y="896"/>
                    <a:pt x="450" y="833"/>
                    <a:pt x="538" y="876"/>
                  </a:cubicBezTo>
                  <a:cubicBezTo>
                    <a:pt x="626" y="919"/>
                    <a:pt x="524" y="1091"/>
                    <a:pt x="640" y="1128"/>
                  </a:cubicBezTo>
                  <a:cubicBezTo>
                    <a:pt x="756" y="1165"/>
                    <a:pt x="1128" y="1191"/>
                    <a:pt x="1234" y="1098"/>
                  </a:cubicBezTo>
                  <a:cubicBezTo>
                    <a:pt x="1340" y="1005"/>
                    <a:pt x="1281" y="696"/>
                    <a:pt x="1276" y="570"/>
                  </a:cubicBezTo>
                  <a:cubicBezTo>
                    <a:pt x="1271" y="444"/>
                    <a:pt x="1290" y="389"/>
                    <a:pt x="1204" y="342"/>
                  </a:cubicBezTo>
                  <a:cubicBezTo>
                    <a:pt x="1118" y="295"/>
                    <a:pt x="868" y="338"/>
                    <a:pt x="760" y="288"/>
                  </a:cubicBezTo>
                  <a:cubicBezTo>
                    <a:pt x="652" y="238"/>
                    <a:pt x="663" y="80"/>
                    <a:pt x="550" y="42"/>
                  </a:cubicBezTo>
                  <a:close/>
                </a:path>
              </a:pathLst>
            </a:custGeom>
            <a:solidFill>
              <a:srgbClr val="00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223" name="Freeform 7"/>
            <p:cNvSpPr>
              <a:spLocks/>
            </p:cNvSpPr>
            <p:nvPr/>
          </p:nvSpPr>
          <p:spPr bwMode="auto">
            <a:xfrm>
              <a:off x="3146" y="2090"/>
              <a:ext cx="2131" cy="1710"/>
            </a:xfrm>
            <a:custGeom>
              <a:avLst/>
              <a:gdLst>
                <a:gd name="T0" fmla="*/ 27 w 2135"/>
                <a:gd name="T1" fmla="*/ 652 h 1662"/>
                <a:gd name="T2" fmla="*/ 105 w 2135"/>
                <a:gd name="T3" fmla="*/ 76 h 1662"/>
                <a:gd name="T4" fmla="*/ 657 w 2135"/>
                <a:gd name="T5" fmla="*/ 196 h 1662"/>
                <a:gd name="T6" fmla="*/ 1209 w 2135"/>
                <a:gd name="T7" fmla="*/ 100 h 1662"/>
                <a:gd name="T8" fmla="*/ 2001 w 2135"/>
                <a:gd name="T9" fmla="*/ 406 h 1662"/>
                <a:gd name="T10" fmla="*/ 2013 w 2135"/>
                <a:gd name="T11" fmla="*/ 1144 h 1662"/>
                <a:gd name="T12" fmla="*/ 1581 w 2135"/>
                <a:gd name="T13" fmla="*/ 1600 h 1662"/>
                <a:gd name="T14" fmla="*/ 813 w 2135"/>
                <a:gd name="T15" fmla="*/ 1516 h 1662"/>
                <a:gd name="T16" fmla="*/ 501 w 2135"/>
                <a:gd name="T17" fmla="*/ 1270 h 1662"/>
                <a:gd name="T18" fmla="*/ 183 w 2135"/>
                <a:gd name="T19" fmla="*/ 1066 h 1662"/>
                <a:gd name="T20" fmla="*/ 27 w 2135"/>
                <a:gd name="T21" fmla="*/ 652 h 1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00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37224" name="Group 8"/>
            <p:cNvGrpSpPr>
              <a:grpSpLocks/>
            </p:cNvGrpSpPr>
            <p:nvPr/>
          </p:nvGrpSpPr>
          <p:grpSpPr bwMode="auto">
            <a:xfrm>
              <a:off x="2966" y="1076"/>
              <a:ext cx="526" cy="246"/>
              <a:chOff x="3552" y="246"/>
              <a:chExt cx="527" cy="248"/>
            </a:xfrm>
          </p:grpSpPr>
          <p:graphicFrame>
            <p:nvGraphicFramePr>
              <p:cNvPr id="137225" name="Object 9"/>
              <p:cNvGraphicFramePr>
                <a:graphicFrameLocks noChangeAspect="1"/>
              </p:cNvGraphicFramePr>
              <p:nvPr/>
            </p:nvGraphicFramePr>
            <p:xfrm>
              <a:off x="3552" y="246"/>
              <a:ext cx="299" cy="248"/>
            </p:xfrm>
            <a:graphic>
              <a:graphicData uri="http://schemas.openxmlformats.org/presentationml/2006/ole">
                <mc:AlternateContent xmlns:mc="http://schemas.openxmlformats.org/markup-compatibility/2006">
                  <mc:Choice xmlns:v="urn:schemas-microsoft-com:vml" Requires="v">
                    <p:oleObj spid="_x0000_s1221" name="Clip" r:id="rId3" imgW="1305000" imgH="1085760" progId="MS_ClipArt_Gallery.2">
                      <p:embed/>
                    </p:oleObj>
                  </mc:Choice>
                  <mc:Fallback>
                    <p:oleObj name="Clip" r:id="rId3" imgW="1305000" imgH="1085760" progId="MS_ClipArt_Gallery.2">
                      <p:embed/>
                      <p:pic>
                        <p:nvPicPr>
                          <p:cNvPr id="137225"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2" y="246"/>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7226" name="Object 10"/>
              <p:cNvGraphicFramePr>
                <a:graphicFrameLocks noChangeAspect="1"/>
              </p:cNvGraphicFramePr>
              <p:nvPr/>
            </p:nvGraphicFramePr>
            <p:xfrm>
              <a:off x="3878" y="338"/>
              <a:ext cx="201" cy="144"/>
            </p:xfrm>
            <a:graphic>
              <a:graphicData uri="http://schemas.openxmlformats.org/presentationml/2006/ole">
                <mc:AlternateContent xmlns:mc="http://schemas.openxmlformats.org/markup-compatibility/2006">
                  <mc:Choice xmlns:v="urn:schemas-microsoft-com:vml" Requires="v">
                    <p:oleObj spid="_x0000_s1222" name="Clip" r:id="rId5" imgW="676440" imgH="485640" progId="MS_ClipArt_Gallery.2">
                      <p:embed/>
                    </p:oleObj>
                  </mc:Choice>
                  <mc:Fallback>
                    <p:oleObj name="Clip" r:id="rId5" imgW="676440" imgH="485640" progId="MS_ClipArt_Gallery.2">
                      <p:embed/>
                      <p:pic>
                        <p:nvPicPr>
                          <p:cNvPr id="137226"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78" y="338"/>
                            <a:ext cx="201"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7227" name="Line 11"/>
              <p:cNvSpPr>
                <a:spLocks noChangeShapeType="1"/>
              </p:cNvSpPr>
              <p:nvPr/>
            </p:nvSpPr>
            <p:spPr bwMode="auto">
              <a:xfrm flipV="1">
                <a:off x="3844" y="434"/>
                <a:ext cx="82" cy="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37228" name="Group 12"/>
            <p:cNvGrpSpPr>
              <a:grpSpLocks/>
            </p:cNvGrpSpPr>
            <p:nvPr/>
          </p:nvGrpSpPr>
          <p:grpSpPr bwMode="auto">
            <a:xfrm>
              <a:off x="2966" y="1535"/>
              <a:ext cx="526" cy="246"/>
              <a:chOff x="3552" y="246"/>
              <a:chExt cx="527" cy="248"/>
            </a:xfrm>
          </p:grpSpPr>
          <p:graphicFrame>
            <p:nvGraphicFramePr>
              <p:cNvPr id="137229" name="Object 13"/>
              <p:cNvGraphicFramePr>
                <a:graphicFrameLocks noChangeAspect="1"/>
              </p:cNvGraphicFramePr>
              <p:nvPr/>
            </p:nvGraphicFramePr>
            <p:xfrm>
              <a:off x="3552" y="246"/>
              <a:ext cx="299" cy="248"/>
            </p:xfrm>
            <a:graphic>
              <a:graphicData uri="http://schemas.openxmlformats.org/presentationml/2006/ole">
                <mc:AlternateContent xmlns:mc="http://schemas.openxmlformats.org/markup-compatibility/2006">
                  <mc:Choice xmlns:v="urn:schemas-microsoft-com:vml" Requires="v">
                    <p:oleObj spid="_x0000_s1223" name="Clip" r:id="rId7" imgW="1305000" imgH="1085760" progId="MS_ClipArt_Gallery.2">
                      <p:embed/>
                    </p:oleObj>
                  </mc:Choice>
                  <mc:Fallback>
                    <p:oleObj name="Clip" r:id="rId7" imgW="1305000" imgH="1085760" progId="MS_ClipArt_Gallery.2">
                      <p:embed/>
                      <p:pic>
                        <p:nvPicPr>
                          <p:cNvPr id="137229"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2" y="246"/>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7230" name="Object 14"/>
              <p:cNvGraphicFramePr>
                <a:graphicFrameLocks noChangeAspect="1"/>
              </p:cNvGraphicFramePr>
              <p:nvPr/>
            </p:nvGraphicFramePr>
            <p:xfrm>
              <a:off x="3878" y="338"/>
              <a:ext cx="201" cy="144"/>
            </p:xfrm>
            <a:graphic>
              <a:graphicData uri="http://schemas.openxmlformats.org/presentationml/2006/ole">
                <mc:AlternateContent xmlns:mc="http://schemas.openxmlformats.org/markup-compatibility/2006">
                  <mc:Choice xmlns:v="urn:schemas-microsoft-com:vml" Requires="v">
                    <p:oleObj spid="_x0000_s1224" name="Clip" r:id="rId8" imgW="676440" imgH="485640" progId="MS_ClipArt_Gallery.2">
                      <p:embed/>
                    </p:oleObj>
                  </mc:Choice>
                  <mc:Fallback>
                    <p:oleObj name="Clip" r:id="rId8" imgW="676440" imgH="485640" progId="MS_ClipArt_Gallery.2">
                      <p:embed/>
                      <p:pic>
                        <p:nvPicPr>
                          <p:cNvPr id="13723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78" y="338"/>
                            <a:ext cx="201"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7231" name="Line 15"/>
              <p:cNvSpPr>
                <a:spLocks noChangeShapeType="1"/>
              </p:cNvSpPr>
              <p:nvPr/>
            </p:nvSpPr>
            <p:spPr bwMode="auto">
              <a:xfrm flipV="1">
                <a:off x="3844" y="434"/>
                <a:ext cx="82" cy="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37232" name="Group 16"/>
            <p:cNvGrpSpPr>
              <a:grpSpLocks/>
            </p:cNvGrpSpPr>
            <p:nvPr/>
          </p:nvGrpSpPr>
          <p:grpSpPr bwMode="auto">
            <a:xfrm>
              <a:off x="3236" y="1371"/>
              <a:ext cx="50" cy="165"/>
              <a:chOff x="3842" y="406"/>
              <a:chExt cx="51" cy="167"/>
            </a:xfrm>
          </p:grpSpPr>
          <p:sp>
            <p:nvSpPr>
              <p:cNvPr id="137233" name="Oval 17"/>
              <p:cNvSpPr>
                <a:spLocks noChangeArrowheads="1"/>
              </p:cNvSpPr>
              <p:nvPr/>
            </p:nvSpPr>
            <p:spPr bwMode="auto">
              <a:xfrm>
                <a:off x="3842" y="40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234" name="Oval 18"/>
              <p:cNvSpPr>
                <a:spLocks noChangeArrowheads="1"/>
              </p:cNvSpPr>
              <p:nvPr/>
            </p:nvSpPr>
            <p:spPr bwMode="auto">
              <a:xfrm>
                <a:off x="3844" y="46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235" name="Oval 19"/>
              <p:cNvSpPr>
                <a:spLocks noChangeArrowheads="1"/>
              </p:cNvSpPr>
              <p:nvPr/>
            </p:nvSpPr>
            <p:spPr bwMode="auto">
              <a:xfrm>
                <a:off x="3846" y="52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37236" name="Group 20"/>
            <p:cNvGrpSpPr>
              <a:grpSpLocks/>
            </p:cNvGrpSpPr>
            <p:nvPr/>
          </p:nvGrpSpPr>
          <p:grpSpPr bwMode="auto">
            <a:xfrm>
              <a:off x="3572" y="1759"/>
              <a:ext cx="150" cy="304"/>
              <a:chOff x="4180" y="783"/>
              <a:chExt cx="150" cy="307"/>
            </a:xfrm>
          </p:grpSpPr>
          <p:sp>
            <p:nvSpPr>
              <p:cNvPr id="137237" name="AutoShape 21"/>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238" name="Rectangle 22"/>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239" name="Rectangle 23"/>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240" name="AutoShape 24"/>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241" name="Line 25"/>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242" name="Line 26"/>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243" name="Rectangle 27"/>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244" name="Rectangle 28"/>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37245" name="Group 29"/>
            <p:cNvGrpSpPr>
              <a:grpSpLocks/>
            </p:cNvGrpSpPr>
            <p:nvPr/>
          </p:nvGrpSpPr>
          <p:grpSpPr bwMode="auto">
            <a:xfrm rot="-5400000">
              <a:off x="3794" y="1825"/>
              <a:ext cx="63" cy="167"/>
              <a:chOff x="3842" y="406"/>
              <a:chExt cx="51" cy="167"/>
            </a:xfrm>
          </p:grpSpPr>
          <p:sp>
            <p:nvSpPr>
              <p:cNvPr id="137246" name="Oval 30"/>
              <p:cNvSpPr>
                <a:spLocks noChangeArrowheads="1"/>
              </p:cNvSpPr>
              <p:nvPr/>
            </p:nvSpPr>
            <p:spPr bwMode="auto">
              <a:xfrm>
                <a:off x="3842" y="40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247" name="Oval 31"/>
              <p:cNvSpPr>
                <a:spLocks noChangeArrowheads="1"/>
              </p:cNvSpPr>
              <p:nvPr/>
            </p:nvSpPr>
            <p:spPr bwMode="auto">
              <a:xfrm>
                <a:off x="3844" y="46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248" name="Oval 32"/>
              <p:cNvSpPr>
                <a:spLocks noChangeArrowheads="1"/>
              </p:cNvSpPr>
              <p:nvPr/>
            </p:nvSpPr>
            <p:spPr bwMode="auto">
              <a:xfrm>
                <a:off x="3846" y="52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37249" name="Line 33"/>
            <p:cNvSpPr>
              <a:spLocks noChangeShapeType="1"/>
            </p:cNvSpPr>
            <p:nvPr/>
          </p:nvSpPr>
          <p:spPr bwMode="auto">
            <a:xfrm>
              <a:off x="3670" y="1688"/>
              <a:ext cx="355"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250" name="Line 34"/>
            <p:cNvSpPr>
              <a:spLocks noChangeShapeType="1"/>
            </p:cNvSpPr>
            <p:nvPr/>
          </p:nvSpPr>
          <p:spPr bwMode="auto">
            <a:xfrm>
              <a:off x="3672" y="1685"/>
              <a:ext cx="2" cy="7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251" name="Line 35"/>
            <p:cNvSpPr>
              <a:spLocks noChangeShapeType="1"/>
            </p:cNvSpPr>
            <p:nvPr/>
          </p:nvSpPr>
          <p:spPr bwMode="auto">
            <a:xfrm>
              <a:off x="4027" y="1684"/>
              <a:ext cx="1" cy="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252" name="Line 36"/>
            <p:cNvSpPr>
              <a:spLocks noChangeShapeType="1"/>
            </p:cNvSpPr>
            <p:nvPr/>
          </p:nvSpPr>
          <p:spPr bwMode="auto">
            <a:xfrm>
              <a:off x="3455" y="1272"/>
              <a:ext cx="207" cy="20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253" name="Line 37"/>
            <p:cNvSpPr>
              <a:spLocks noChangeShapeType="1"/>
            </p:cNvSpPr>
            <p:nvPr/>
          </p:nvSpPr>
          <p:spPr bwMode="auto">
            <a:xfrm flipV="1">
              <a:off x="3464" y="1492"/>
              <a:ext cx="198" cy="25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254" name="Line 38"/>
            <p:cNvSpPr>
              <a:spLocks noChangeShapeType="1"/>
            </p:cNvSpPr>
            <p:nvPr/>
          </p:nvSpPr>
          <p:spPr bwMode="auto">
            <a:xfrm flipV="1">
              <a:off x="3842" y="1558"/>
              <a:ext cx="1" cy="12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37255" name="Group 39"/>
            <p:cNvGrpSpPr>
              <a:grpSpLocks/>
            </p:cNvGrpSpPr>
            <p:nvPr/>
          </p:nvGrpSpPr>
          <p:grpSpPr bwMode="auto">
            <a:xfrm>
              <a:off x="3927" y="1741"/>
              <a:ext cx="150" cy="305"/>
              <a:chOff x="4180" y="783"/>
              <a:chExt cx="150" cy="307"/>
            </a:xfrm>
          </p:grpSpPr>
          <p:sp>
            <p:nvSpPr>
              <p:cNvPr id="137256" name="AutoShape 40"/>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257" name="Rectangle 41"/>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258" name="Rectangle 42"/>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259" name="AutoShape 43"/>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260" name="Line 44"/>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261" name="Line 45"/>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262" name="Rectangle 46"/>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263" name="Rectangle 47"/>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37264" name="Group 48"/>
            <p:cNvGrpSpPr>
              <a:grpSpLocks/>
            </p:cNvGrpSpPr>
            <p:nvPr/>
          </p:nvGrpSpPr>
          <p:grpSpPr bwMode="auto">
            <a:xfrm>
              <a:off x="3241" y="2218"/>
              <a:ext cx="344" cy="714"/>
              <a:chOff x="3314" y="1248"/>
              <a:chExt cx="344" cy="694"/>
            </a:xfrm>
          </p:grpSpPr>
          <p:graphicFrame>
            <p:nvGraphicFramePr>
              <p:cNvPr id="137265" name="Object 49"/>
              <p:cNvGraphicFramePr>
                <a:graphicFrameLocks noChangeAspect="1"/>
              </p:cNvGraphicFramePr>
              <p:nvPr/>
            </p:nvGraphicFramePr>
            <p:xfrm>
              <a:off x="3314" y="1248"/>
              <a:ext cx="299" cy="248"/>
            </p:xfrm>
            <a:graphic>
              <a:graphicData uri="http://schemas.openxmlformats.org/presentationml/2006/ole">
                <mc:AlternateContent xmlns:mc="http://schemas.openxmlformats.org/markup-compatibility/2006">
                  <mc:Choice xmlns:v="urn:schemas-microsoft-com:vml" Requires="v">
                    <p:oleObj spid="_x0000_s1225" name="Clip" r:id="rId9" imgW="1305000" imgH="1085760" progId="MS_ClipArt_Gallery.2">
                      <p:embed/>
                    </p:oleObj>
                  </mc:Choice>
                  <mc:Fallback>
                    <p:oleObj name="Clip" r:id="rId9" imgW="1305000" imgH="1085760" progId="MS_ClipArt_Gallery.2">
                      <p:embed/>
                      <p:pic>
                        <p:nvPicPr>
                          <p:cNvPr id="137265" name="Object 4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4" y="1248"/>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7266" name="Line 50"/>
              <p:cNvSpPr>
                <a:spLocks noChangeShapeType="1"/>
              </p:cNvSpPr>
              <p:nvPr/>
            </p:nvSpPr>
            <p:spPr bwMode="auto">
              <a:xfrm flipV="1">
                <a:off x="3606" y="1433"/>
                <a:ext cx="52" cy="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137267" name="Object 51"/>
              <p:cNvGraphicFramePr>
                <a:graphicFrameLocks noChangeAspect="1"/>
              </p:cNvGraphicFramePr>
              <p:nvPr/>
            </p:nvGraphicFramePr>
            <p:xfrm>
              <a:off x="3314" y="1694"/>
              <a:ext cx="299" cy="248"/>
            </p:xfrm>
            <a:graphic>
              <a:graphicData uri="http://schemas.openxmlformats.org/presentationml/2006/ole">
                <mc:AlternateContent xmlns:mc="http://schemas.openxmlformats.org/markup-compatibility/2006">
                  <mc:Choice xmlns:v="urn:schemas-microsoft-com:vml" Requires="v">
                    <p:oleObj spid="_x0000_s1226" name="Clip" r:id="rId10" imgW="1305000" imgH="1085760" progId="MS_ClipArt_Gallery.2">
                      <p:embed/>
                    </p:oleObj>
                  </mc:Choice>
                  <mc:Fallback>
                    <p:oleObj name="Clip" r:id="rId10" imgW="1305000" imgH="1085760" progId="MS_ClipArt_Gallery.2">
                      <p:embed/>
                      <p:pic>
                        <p:nvPicPr>
                          <p:cNvPr id="137267" name="Object 5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4" y="1694"/>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7268" name="Line 52"/>
              <p:cNvSpPr>
                <a:spLocks noChangeShapeType="1"/>
              </p:cNvSpPr>
              <p:nvPr/>
            </p:nvSpPr>
            <p:spPr bwMode="auto">
              <a:xfrm flipV="1">
                <a:off x="3606" y="1882"/>
                <a:ext cx="52" cy="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37269" name="Group 53"/>
              <p:cNvGrpSpPr>
                <a:grpSpLocks/>
              </p:cNvGrpSpPr>
              <p:nvPr/>
            </p:nvGrpSpPr>
            <p:grpSpPr bwMode="auto">
              <a:xfrm>
                <a:off x="3404" y="1504"/>
                <a:ext cx="51" cy="167"/>
                <a:chOff x="3842" y="406"/>
                <a:chExt cx="51" cy="167"/>
              </a:xfrm>
            </p:grpSpPr>
            <p:sp>
              <p:nvSpPr>
                <p:cNvPr id="137270" name="Oval 54"/>
                <p:cNvSpPr>
                  <a:spLocks noChangeArrowheads="1"/>
                </p:cNvSpPr>
                <p:nvPr/>
              </p:nvSpPr>
              <p:spPr bwMode="auto">
                <a:xfrm>
                  <a:off x="3842" y="40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271" name="Oval 55"/>
                <p:cNvSpPr>
                  <a:spLocks noChangeArrowheads="1"/>
                </p:cNvSpPr>
                <p:nvPr/>
              </p:nvSpPr>
              <p:spPr bwMode="auto">
                <a:xfrm>
                  <a:off x="3844" y="46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272" name="Oval 56"/>
                <p:cNvSpPr>
                  <a:spLocks noChangeArrowheads="1"/>
                </p:cNvSpPr>
                <p:nvPr/>
              </p:nvSpPr>
              <p:spPr bwMode="auto">
                <a:xfrm>
                  <a:off x="3846" y="52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37273" name="Line 57"/>
              <p:cNvSpPr>
                <a:spLocks noChangeShapeType="1"/>
              </p:cNvSpPr>
              <p:nvPr/>
            </p:nvSpPr>
            <p:spPr bwMode="auto">
              <a:xfrm>
                <a:off x="3654" y="1431"/>
                <a:ext cx="0" cy="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aphicFrame>
          <p:nvGraphicFramePr>
            <p:cNvPr id="137274" name="Object 58"/>
            <p:cNvGraphicFramePr>
              <a:graphicFrameLocks noChangeAspect="1"/>
            </p:cNvGraphicFramePr>
            <p:nvPr/>
          </p:nvGraphicFramePr>
          <p:xfrm>
            <a:off x="3863" y="2996"/>
            <a:ext cx="300" cy="256"/>
          </p:xfrm>
          <a:graphic>
            <a:graphicData uri="http://schemas.openxmlformats.org/presentationml/2006/ole">
              <mc:AlternateContent xmlns:mc="http://schemas.openxmlformats.org/markup-compatibility/2006">
                <mc:Choice xmlns:v="urn:schemas-microsoft-com:vml" Requires="v">
                  <p:oleObj spid="_x0000_s1227" name="Clip" r:id="rId11" imgW="1305000" imgH="1085760" progId="MS_ClipArt_Gallery.2">
                    <p:embed/>
                  </p:oleObj>
                </mc:Choice>
                <mc:Fallback>
                  <p:oleObj name="Clip" r:id="rId11" imgW="1305000" imgH="1085760" progId="MS_ClipArt_Gallery.2">
                    <p:embed/>
                    <p:pic>
                      <p:nvPicPr>
                        <p:cNvPr id="137274" name="Object 5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63" y="2996"/>
                          <a:ext cx="300"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7275" name="Object 59"/>
            <p:cNvGraphicFramePr>
              <a:graphicFrameLocks noChangeAspect="1"/>
            </p:cNvGraphicFramePr>
            <p:nvPr/>
          </p:nvGraphicFramePr>
          <p:xfrm>
            <a:off x="3423" y="2988"/>
            <a:ext cx="298" cy="254"/>
          </p:xfrm>
          <a:graphic>
            <a:graphicData uri="http://schemas.openxmlformats.org/presentationml/2006/ole">
              <mc:AlternateContent xmlns:mc="http://schemas.openxmlformats.org/markup-compatibility/2006">
                <mc:Choice xmlns:v="urn:schemas-microsoft-com:vml" Requires="v">
                  <p:oleObj spid="_x0000_s1228" name="Clip" r:id="rId12" imgW="1305000" imgH="1085760" progId="MS_ClipArt_Gallery.2">
                    <p:embed/>
                  </p:oleObj>
                </mc:Choice>
                <mc:Fallback>
                  <p:oleObj name="Clip" r:id="rId12" imgW="1305000" imgH="1085760" progId="MS_ClipArt_Gallery.2">
                    <p:embed/>
                    <p:pic>
                      <p:nvPicPr>
                        <p:cNvPr id="137275" name="Object 5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3" y="2988"/>
                          <a:ext cx="298" cy="2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7276" name="Oval 60"/>
            <p:cNvSpPr>
              <a:spLocks noChangeArrowheads="1"/>
            </p:cNvSpPr>
            <p:nvPr/>
          </p:nvSpPr>
          <p:spPr bwMode="auto">
            <a:xfrm rot="-5400000">
              <a:off x="3721" y="3069"/>
              <a:ext cx="48"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277" name="Oval 61"/>
            <p:cNvSpPr>
              <a:spLocks noChangeArrowheads="1"/>
            </p:cNvSpPr>
            <p:nvPr/>
          </p:nvSpPr>
          <p:spPr bwMode="auto">
            <a:xfrm rot="-5400000">
              <a:off x="3781" y="3068"/>
              <a:ext cx="49"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278" name="Oval 62"/>
            <p:cNvSpPr>
              <a:spLocks noChangeArrowheads="1"/>
            </p:cNvSpPr>
            <p:nvPr/>
          </p:nvSpPr>
          <p:spPr bwMode="auto">
            <a:xfrm rot="-5400000">
              <a:off x="3837" y="3071"/>
              <a:ext cx="48"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279" name="Line 63"/>
            <p:cNvSpPr>
              <a:spLocks noChangeShapeType="1"/>
            </p:cNvSpPr>
            <p:nvPr/>
          </p:nvSpPr>
          <p:spPr bwMode="auto">
            <a:xfrm rot="-5400000">
              <a:off x="4023" y="2977"/>
              <a:ext cx="46" cy="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280" name="Line 64"/>
            <p:cNvSpPr>
              <a:spLocks noChangeShapeType="1"/>
            </p:cNvSpPr>
            <p:nvPr/>
          </p:nvSpPr>
          <p:spPr bwMode="auto">
            <a:xfrm rot="5400000" flipH="1">
              <a:off x="3573" y="2971"/>
              <a:ext cx="4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281" name="Line 65"/>
            <p:cNvSpPr>
              <a:spLocks noChangeShapeType="1"/>
            </p:cNvSpPr>
            <p:nvPr/>
          </p:nvSpPr>
          <p:spPr bwMode="auto">
            <a:xfrm rot="16200000" flipV="1">
              <a:off x="3825" y="2726"/>
              <a:ext cx="0" cy="4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282" name="Line 66"/>
            <p:cNvSpPr>
              <a:spLocks noChangeShapeType="1"/>
            </p:cNvSpPr>
            <p:nvPr/>
          </p:nvSpPr>
          <p:spPr bwMode="auto">
            <a:xfrm flipV="1">
              <a:off x="3585" y="2662"/>
              <a:ext cx="67"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283" name="Line 67"/>
            <p:cNvSpPr>
              <a:spLocks noChangeShapeType="1"/>
            </p:cNvSpPr>
            <p:nvPr/>
          </p:nvSpPr>
          <p:spPr bwMode="auto">
            <a:xfrm>
              <a:off x="4016" y="2698"/>
              <a:ext cx="217" cy="29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284" name="Line 68"/>
            <p:cNvSpPr>
              <a:spLocks noChangeShapeType="1"/>
            </p:cNvSpPr>
            <p:nvPr/>
          </p:nvSpPr>
          <p:spPr bwMode="auto">
            <a:xfrm flipH="1">
              <a:off x="4586" y="2695"/>
              <a:ext cx="200" cy="30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137285" name="Object 69"/>
            <p:cNvGraphicFramePr>
              <a:graphicFrameLocks noChangeAspect="1"/>
            </p:cNvGraphicFramePr>
            <p:nvPr/>
          </p:nvGraphicFramePr>
          <p:xfrm>
            <a:off x="4713" y="2351"/>
            <a:ext cx="146" cy="185"/>
          </p:xfrm>
          <a:graphic>
            <a:graphicData uri="http://schemas.openxmlformats.org/presentationml/2006/ole">
              <mc:AlternateContent xmlns:mc="http://schemas.openxmlformats.org/markup-compatibility/2006">
                <mc:Choice xmlns:v="urn:schemas-microsoft-com:vml" Requires="v">
                  <p:oleObj spid="_x0000_s1229" name="Clip" r:id="rId13" imgW="981000" imgH="1209600" progId="MS_ClipArt_Gallery.2">
                    <p:embed/>
                  </p:oleObj>
                </mc:Choice>
                <mc:Fallback>
                  <p:oleObj name="Clip" r:id="rId13" imgW="981000" imgH="1209600" progId="MS_ClipArt_Gallery.2">
                    <p:embed/>
                    <p:pic>
                      <p:nvPicPr>
                        <p:cNvPr id="137285" name="Object 6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713" y="2351"/>
                          <a:ext cx="146" cy="1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7286" name="Object 70"/>
            <p:cNvGraphicFramePr>
              <a:graphicFrameLocks noChangeAspect="1"/>
            </p:cNvGraphicFramePr>
            <p:nvPr/>
          </p:nvGraphicFramePr>
          <p:xfrm>
            <a:off x="3755" y="2413"/>
            <a:ext cx="146" cy="185"/>
          </p:xfrm>
          <a:graphic>
            <a:graphicData uri="http://schemas.openxmlformats.org/presentationml/2006/ole">
              <mc:AlternateContent xmlns:mc="http://schemas.openxmlformats.org/markup-compatibility/2006">
                <mc:Choice xmlns:v="urn:schemas-microsoft-com:vml" Requires="v">
                  <p:oleObj spid="_x0000_s1230" name="Clip" r:id="rId15" imgW="981000" imgH="1209600" progId="MS_ClipArt_Gallery.2">
                    <p:embed/>
                  </p:oleObj>
                </mc:Choice>
                <mc:Fallback>
                  <p:oleObj name="Clip" r:id="rId15" imgW="981000" imgH="1209600" progId="MS_ClipArt_Gallery.2">
                    <p:embed/>
                    <p:pic>
                      <p:nvPicPr>
                        <p:cNvPr id="137286" name="Object 7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55" y="2413"/>
                          <a:ext cx="146" cy="1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7287" name="Freeform 71"/>
            <p:cNvSpPr>
              <a:spLocks/>
            </p:cNvSpPr>
            <p:nvPr/>
          </p:nvSpPr>
          <p:spPr bwMode="auto">
            <a:xfrm>
              <a:off x="3813" y="2239"/>
              <a:ext cx="970" cy="235"/>
            </a:xfrm>
            <a:custGeom>
              <a:avLst/>
              <a:gdLst>
                <a:gd name="T0" fmla="*/ 0 w 972"/>
                <a:gd name="T1" fmla="*/ 228 h 228"/>
                <a:gd name="T2" fmla="*/ 432 w 972"/>
                <a:gd name="T3" fmla="*/ 9 h 228"/>
                <a:gd name="T4" fmla="*/ 972 w 972"/>
                <a:gd name="T5" fmla="*/ 171 h 228"/>
              </a:gdLst>
              <a:ahLst/>
              <a:cxnLst>
                <a:cxn ang="0">
                  <a:pos x="T0" y="T1"/>
                </a:cxn>
                <a:cxn ang="0">
                  <a:pos x="T2" y="T3"/>
                </a:cxn>
                <a:cxn ang="0">
                  <a:pos x="T4" y="T5"/>
                </a:cxn>
              </a:cxnLst>
              <a:rect l="0" t="0" r="r" b="b"/>
              <a:pathLst>
                <a:path w="972" h="228">
                  <a:moveTo>
                    <a:pt x="0" y="228"/>
                  </a:moveTo>
                  <a:cubicBezTo>
                    <a:pt x="135" y="123"/>
                    <a:pt x="270" y="18"/>
                    <a:pt x="432" y="9"/>
                  </a:cubicBezTo>
                  <a:cubicBezTo>
                    <a:pt x="594" y="0"/>
                    <a:pt x="783" y="85"/>
                    <a:pt x="972" y="171"/>
                  </a:cubicBezTo>
                </a:path>
              </a:pathLst>
            </a:custGeom>
            <a:noFill/>
            <a:ln w="19050" cap="flat" cmpd="sng">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37288" name="Group 72"/>
            <p:cNvGrpSpPr>
              <a:grpSpLocks/>
            </p:cNvGrpSpPr>
            <p:nvPr/>
          </p:nvGrpSpPr>
          <p:grpSpPr bwMode="auto">
            <a:xfrm>
              <a:off x="4004" y="3335"/>
              <a:ext cx="292" cy="329"/>
              <a:chOff x="2870" y="1518"/>
              <a:chExt cx="292" cy="320"/>
            </a:xfrm>
          </p:grpSpPr>
          <p:graphicFrame>
            <p:nvGraphicFramePr>
              <p:cNvPr id="137289" name="Object 73"/>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231" name="Clip" r:id="rId16" imgW="819000" imgH="847800" progId="MS_ClipArt_Gallery.2">
                      <p:embed/>
                    </p:oleObj>
                  </mc:Choice>
                  <mc:Fallback>
                    <p:oleObj name="Clip" r:id="rId16" imgW="819000" imgH="847800" progId="MS_ClipArt_Gallery.2">
                      <p:embed/>
                      <p:pic>
                        <p:nvPicPr>
                          <p:cNvPr id="137289" name="Object 7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7290" name="Object 74"/>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232" name="Clip" r:id="rId18" imgW="1266840" imgH="1200240" progId="MS_ClipArt_Gallery.2">
                      <p:embed/>
                    </p:oleObj>
                  </mc:Choice>
                  <mc:Fallback>
                    <p:oleObj name="Clip" r:id="rId18" imgW="1266840" imgH="1200240" progId="MS_ClipArt_Gallery.2">
                      <p:embed/>
                      <p:pic>
                        <p:nvPicPr>
                          <p:cNvPr id="137290" name="Object 7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37291" name="Group 75"/>
            <p:cNvGrpSpPr>
              <a:grpSpLocks/>
            </p:cNvGrpSpPr>
            <p:nvPr/>
          </p:nvGrpSpPr>
          <p:grpSpPr bwMode="auto">
            <a:xfrm>
              <a:off x="4562" y="3360"/>
              <a:ext cx="291" cy="329"/>
              <a:chOff x="2870" y="1518"/>
              <a:chExt cx="292" cy="320"/>
            </a:xfrm>
          </p:grpSpPr>
          <p:graphicFrame>
            <p:nvGraphicFramePr>
              <p:cNvPr id="137292" name="Object 76"/>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233" name="Clip" r:id="rId20" imgW="819000" imgH="847800" progId="MS_ClipArt_Gallery.2">
                      <p:embed/>
                    </p:oleObj>
                  </mc:Choice>
                  <mc:Fallback>
                    <p:oleObj name="Clip" r:id="rId20" imgW="819000" imgH="847800" progId="MS_ClipArt_Gallery.2">
                      <p:embed/>
                      <p:pic>
                        <p:nvPicPr>
                          <p:cNvPr id="137292" name="Object 7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7293" name="Object 77"/>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234" name="Clip" r:id="rId21" imgW="1266840" imgH="1200240" progId="MS_ClipArt_Gallery.2">
                      <p:embed/>
                    </p:oleObj>
                  </mc:Choice>
                  <mc:Fallback>
                    <p:oleObj name="Clip" r:id="rId21" imgW="1266840" imgH="1200240" progId="MS_ClipArt_Gallery.2">
                      <p:embed/>
                      <p:pic>
                        <p:nvPicPr>
                          <p:cNvPr id="137293" name="Object 7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37294" name="Group 78"/>
            <p:cNvGrpSpPr>
              <a:grpSpLocks/>
            </p:cNvGrpSpPr>
            <p:nvPr/>
          </p:nvGrpSpPr>
          <p:grpSpPr bwMode="auto">
            <a:xfrm>
              <a:off x="4265" y="3141"/>
              <a:ext cx="272" cy="290"/>
              <a:chOff x="4733" y="2082"/>
              <a:chExt cx="272" cy="282"/>
            </a:xfrm>
          </p:grpSpPr>
          <p:graphicFrame>
            <p:nvGraphicFramePr>
              <p:cNvPr id="137295" name="Object 79"/>
              <p:cNvGraphicFramePr>
                <a:graphicFrameLocks noChangeAspect="1"/>
              </p:cNvGraphicFramePr>
              <p:nvPr/>
            </p:nvGraphicFramePr>
            <p:xfrm>
              <a:off x="4733" y="2082"/>
              <a:ext cx="272" cy="282"/>
            </p:xfrm>
            <a:graphic>
              <a:graphicData uri="http://schemas.openxmlformats.org/presentationml/2006/ole">
                <mc:AlternateContent xmlns:mc="http://schemas.openxmlformats.org/markup-compatibility/2006">
                  <mc:Choice xmlns:v="urn:schemas-microsoft-com:vml" Requires="v">
                    <p:oleObj spid="_x0000_s1235" name="Clip" r:id="rId22" imgW="819000" imgH="847800" progId="MS_ClipArt_Gallery.2">
                      <p:embed/>
                    </p:oleObj>
                  </mc:Choice>
                  <mc:Fallback>
                    <p:oleObj name="Clip" r:id="rId22" imgW="819000" imgH="847800" progId="MS_ClipArt_Gallery.2">
                      <p:embed/>
                      <p:pic>
                        <p:nvPicPr>
                          <p:cNvPr id="137295" name="Object 7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733" y="2082"/>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7296" name="Rectangle 80"/>
              <p:cNvSpPr>
                <a:spLocks noChangeArrowheads="1"/>
              </p:cNvSpPr>
              <p:nvPr/>
            </p:nvSpPr>
            <p:spPr bwMode="auto">
              <a:xfrm>
                <a:off x="4812" y="2181"/>
                <a:ext cx="192" cy="183"/>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37297" name="Line 81"/>
            <p:cNvSpPr>
              <a:spLocks noChangeShapeType="1"/>
            </p:cNvSpPr>
            <p:nvPr/>
          </p:nvSpPr>
          <p:spPr bwMode="auto">
            <a:xfrm>
              <a:off x="4484" y="3066"/>
              <a:ext cx="0" cy="17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37298" name="Group 82"/>
            <p:cNvGrpSpPr>
              <a:grpSpLocks/>
            </p:cNvGrpSpPr>
            <p:nvPr/>
          </p:nvGrpSpPr>
          <p:grpSpPr bwMode="auto">
            <a:xfrm>
              <a:off x="5001" y="2622"/>
              <a:ext cx="149" cy="316"/>
              <a:chOff x="4180" y="783"/>
              <a:chExt cx="150" cy="307"/>
            </a:xfrm>
          </p:grpSpPr>
          <p:sp>
            <p:nvSpPr>
              <p:cNvPr id="137299" name="AutoShape 83"/>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00" name="Rectangle 84"/>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01" name="Rectangle 85"/>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02" name="AutoShape 86"/>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03" name="Line 87"/>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04" name="Line 88"/>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05" name="Rectangle 89"/>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06" name="Rectangle 90"/>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37307" name="Group 91"/>
            <p:cNvGrpSpPr>
              <a:grpSpLocks/>
            </p:cNvGrpSpPr>
            <p:nvPr/>
          </p:nvGrpSpPr>
          <p:grpSpPr bwMode="auto">
            <a:xfrm>
              <a:off x="4992" y="2965"/>
              <a:ext cx="149" cy="315"/>
              <a:chOff x="4180" y="783"/>
              <a:chExt cx="150" cy="307"/>
            </a:xfrm>
          </p:grpSpPr>
          <p:sp>
            <p:nvSpPr>
              <p:cNvPr id="137308" name="AutoShape 92"/>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09" name="Rectangle 93"/>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10" name="Rectangle 94"/>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11" name="AutoShape 95"/>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12" name="Line 96"/>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13" name="Line 97"/>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14" name="Rectangle 98"/>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15" name="Rectangle 99"/>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37316" name="Line 100"/>
            <p:cNvSpPr>
              <a:spLocks noChangeShapeType="1"/>
            </p:cNvSpPr>
            <p:nvPr/>
          </p:nvSpPr>
          <p:spPr bwMode="auto">
            <a:xfrm rot="5400000" flipH="1">
              <a:off x="4707" y="2911"/>
              <a:ext cx="471"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17" name="Line 101"/>
            <p:cNvSpPr>
              <a:spLocks noChangeShapeType="1"/>
            </p:cNvSpPr>
            <p:nvPr/>
          </p:nvSpPr>
          <p:spPr bwMode="auto">
            <a:xfrm rot="-5400000">
              <a:off x="4977" y="3107"/>
              <a:ext cx="0" cy="7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18" name="Line 102"/>
            <p:cNvSpPr>
              <a:spLocks noChangeShapeType="1"/>
            </p:cNvSpPr>
            <p:nvPr/>
          </p:nvSpPr>
          <p:spPr bwMode="auto">
            <a:xfrm rot="-5400000">
              <a:off x="4970" y="2745"/>
              <a:ext cx="0" cy="6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19" name="Line 103"/>
            <p:cNvSpPr>
              <a:spLocks noChangeShapeType="1"/>
            </p:cNvSpPr>
            <p:nvPr/>
          </p:nvSpPr>
          <p:spPr bwMode="auto">
            <a:xfrm flipV="1">
              <a:off x="4024" y="1311"/>
              <a:ext cx="328" cy="1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20" name="Line 104"/>
            <p:cNvSpPr>
              <a:spLocks noChangeShapeType="1"/>
            </p:cNvSpPr>
            <p:nvPr/>
          </p:nvSpPr>
          <p:spPr bwMode="auto">
            <a:xfrm>
              <a:off x="4694" y="1299"/>
              <a:ext cx="348" cy="1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21" name="Line 105"/>
            <p:cNvSpPr>
              <a:spLocks noChangeShapeType="1"/>
            </p:cNvSpPr>
            <p:nvPr/>
          </p:nvSpPr>
          <p:spPr bwMode="auto">
            <a:xfrm flipH="1">
              <a:off x="5066" y="1558"/>
              <a:ext cx="172" cy="5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22" name="Line 106"/>
            <p:cNvSpPr>
              <a:spLocks noChangeShapeType="1"/>
            </p:cNvSpPr>
            <p:nvPr/>
          </p:nvSpPr>
          <p:spPr bwMode="auto">
            <a:xfrm>
              <a:off x="4514" y="1385"/>
              <a:ext cx="0" cy="33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23" name="Line 107"/>
            <p:cNvSpPr>
              <a:spLocks noChangeShapeType="1"/>
            </p:cNvSpPr>
            <p:nvPr/>
          </p:nvSpPr>
          <p:spPr bwMode="auto">
            <a:xfrm>
              <a:off x="4532" y="1884"/>
              <a:ext cx="383" cy="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24" name="Line 108"/>
            <p:cNvSpPr>
              <a:spLocks noChangeShapeType="1"/>
            </p:cNvSpPr>
            <p:nvPr/>
          </p:nvSpPr>
          <p:spPr bwMode="auto">
            <a:xfrm flipH="1">
              <a:off x="4862" y="2243"/>
              <a:ext cx="191" cy="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25" name="Line 109"/>
            <p:cNvSpPr>
              <a:spLocks noChangeShapeType="1"/>
            </p:cNvSpPr>
            <p:nvPr/>
          </p:nvSpPr>
          <p:spPr bwMode="auto">
            <a:xfrm flipH="1">
              <a:off x="4699" y="1533"/>
              <a:ext cx="402" cy="2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26" name="Line 110"/>
            <p:cNvSpPr>
              <a:spLocks noChangeShapeType="1"/>
            </p:cNvSpPr>
            <p:nvPr/>
          </p:nvSpPr>
          <p:spPr bwMode="auto">
            <a:xfrm flipH="1">
              <a:off x="4706" y="1102"/>
              <a:ext cx="251" cy="19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27" name="Line 111"/>
            <p:cNvSpPr>
              <a:spLocks noChangeShapeType="1"/>
            </p:cNvSpPr>
            <p:nvPr/>
          </p:nvSpPr>
          <p:spPr bwMode="auto">
            <a:xfrm flipH="1">
              <a:off x="5220" y="1237"/>
              <a:ext cx="145" cy="1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37328" name="Group 112"/>
            <p:cNvGrpSpPr>
              <a:grpSpLocks/>
            </p:cNvGrpSpPr>
            <p:nvPr/>
          </p:nvGrpSpPr>
          <p:grpSpPr bwMode="auto">
            <a:xfrm>
              <a:off x="3652" y="1385"/>
              <a:ext cx="359" cy="180"/>
              <a:chOff x="3600" y="219"/>
              <a:chExt cx="360" cy="175"/>
            </a:xfrm>
          </p:grpSpPr>
          <p:sp>
            <p:nvSpPr>
              <p:cNvPr id="137329" name="Oval 113"/>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30" name="Line 114"/>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31" name="Line 115"/>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32" name="Rectangle 116"/>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en-US"/>
              </a:p>
            </p:txBody>
          </p:sp>
          <p:sp>
            <p:nvSpPr>
              <p:cNvPr id="137333" name="Oval 117"/>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37334" name="Group 118"/>
              <p:cNvGrpSpPr>
                <a:grpSpLocks/>
              </p:cNvGrpSpPr>
              <p:nvPr/>
            </p:nvGrpSpPr>
            <p:grpSpPr bwMode="auto">
              <a:xfrm>
                <a:off x="3686" y="244"/>
                <a:ext cx="177" cy="66"/>
                <a:chOff x="2848" y="848"/>
                <a:chExt cx="140" cy="98"/>
              </a:xfrm>
            </p:grpSpPr>
            <p:sp>
              <p:nvSpPr>
                <p:cNvPr id="137335" name="Line 119"/>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36" name="Line 120"/>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37" name="Line 121"/>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37338" name="Group 122"/>
              <p:cNvGrpSpPr>
                <a:grpSpLocks/>
              </p:cNvGrpSpPr>
              <p:nvPr/>
            </p:nvGrpSpPr>
            <p:grpSpPr bwMode="auto">
              <a:xfrm flipV="1">
                <a:off x="3686" y="243"/>
                <a:ext cx="177" cy="66"/>
                <a:chOff x="2848" y="848"/>
                <a:chExt cx="140" cy="98"/>
              </a:xfrm>
            </p:grpSpPr>
            <p:sp>
              <p:nvSpPr>
                <p:cNvPr id="137339" name="Line 123"/>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40" name="Line 124"/>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41" name="Line 125"/>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137342" name="Group 126"/>
            <p:cNvGrpSpPr>
              <a:grpSpLocks/>
            </p:cNvGrpSpPr>
            <p:nvPr/>
          </p:nvGrpSpPr>
          <p:grpSpPr bwMode="auto">
            <a:xfrm>
              <a:off x="4334" y="1209"/>
              <a:ext cx="360" cy="180"/>
              <a:chOff x="3600" y="219"/>
              <a:chExt cx="360" cy="175"/>
            </a:xfrm>
          </p:grpSpPr>
          <p:sp>
            <p:nvSpPr>
              <p:cNvPr id="137343" name="Oval 127"/>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44" name="Line 128"/>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45" name="Line 129"/>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46" name="Rectangle 130"/>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en-US"/>
              </a:p>
            </p:txBody>
          </p:sp>
          <p:sp>
            <p:nvSpPr>
              <p:cNvPr id="137347" name="Oval 131"/>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37348" name="Group 132"/>
              <p:cNvGrpSpPr>
                <a:grpSpLocks/>
              </p:cNvGrpSpPr>
              <p:nvPr/>
            </p:nvGrpSpPr>
            <p:grpSpPr bwMode="auto">
              <a:xfrm>
                <a:off x="3686" y="244"/>
                <a:ext cx="177" cy="66"/>
                <a:chOff x="2848" y="848"/>
                <a:chExt cx="140" cy="98"/>
              </a:xfrm>
            </p:grpSpPr>
            <p:sp>
              <p:nvSpPr>
                <p:cNvPr id="137349" name="Line 133"/>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50" name="Line 134"/>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51" name="Line 135"/>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37352" name="Group 136"/>
              <p:cNvGrpSpPr>
                <a:grpSpLocks/>
              </p:cNvGrpSpPr>
              <p:nvPr/>
            </p:nvGrpSpPr>
            <p:grpSpPr bwMode="auto">
              <a:xfrm flipV="1">
                <a:off x="3686" y="243"/>
                <a:ext cx="177" cy="66"/>
                <a:chOff x="2848" y="848"/>
                <a:chExt cx="140" cy="98"/>
              </a:xfrm>
            </p:grpSpPr>
            <p:sp>
              <p:nvSpPr>
                <p:cNvPr id="137353" name="Line 137"/>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54" name="Line 138"/>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55" name="Line 139"/>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137356" name="Group 140"/>
            <p:cNvGrpSpPr>
              <a:grpSpLocks/>
            </p:cNvGrpSpPr>
            <p:nvPr/>
          </p:nvGrpSpPr>
          <p:grpSpPr bwMode="auto">
            <a:xfrm>
              <a:off x="4347" y="1716"/>
              <a:ext cx="359" cy="180"/>
              <a:chOff x="3600" y="219"/>
              <a:chExt cx="360" cy="175"/>
            </a:xfrm>
          </p:grpSpPr>
          <p:sp>
            <p:nvSpPr>
              <p:cNvPr id="137357" name="Oval 141"/>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58" name="Line 142"/>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59" name="Line 143"/>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60" name="Rectangle 144"/>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en-US"/>
              </a:p>
            </p:txBody>
          </p:sp>
          <p:sp>
            <p:nvSpPr>
              <p:cNvPr id="137361" name="Oval 145"/>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37362" name="Group 146"/>
              <p:cNvGrpSpPr>
                <a:grpSpLocks/>
              </p:cNvGrpSpPr>
              <p:nvPr/>
            </p:nvGrpSpPr>
            <p:grpSpPr bwMode="auto">
              <a:xfrm>
                <a:off x="3686" y="244"/>
                <a:ext cx="177" cy="66"/>
                <a:chOff x="2848" y="848"/>
                <a:chExt cx="140" cy="98"/>
              </a:xfrm>
            </p:grpSpPr>
            <p:sp>
              <p:nvSpPr>
                <p:cNvPr id="137363" name="Line 147"/>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64" name="Line 148"/>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65" name="Line 149"/>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37366" name="Group 150"/>
              <p:cNvGrpSpPr>
                <a:grpSpLocks/>
              </p:cNvGrpSpPr>
              <p:nvPr/>
            </p:nvGrpSpPr>
            <p:grpSpPr bwMode="auto">
              <a:xfrm flipV="1">
                <a:off x="3686" y="243"/>
                <a:ext cx="177" cy="66"/>
                <a:chOff x="2848" y="848"/>
                <a:chExt cx="140" cy="98"/>
              </a:xfrm>
            </p:grpSpPr>
            <p:sp>
              <p:nvSpPr>
                <p:cNvPr id="137367" name="Line 151"/>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68" name="Line 152"/>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69" name="Line 153"/>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137370" name="Group 154"/>
            <p:cNvGrpSpPr>
              <a:grpSpLocks/>
            </p:cNvGrpSpPr>
            <p:nvPr/>
          </p:nvGrpSpPr>
          <p:grpSpPr bwMode="auto">
            <a:xfrm>
              <a:off x="5042" y="1370"/>
              <a:ext cx="358" cy="179"/>
              <a:chOff x="3600" y="219"/>
              <a:chExt cx="360" cy="175"/>
            </a:xfrm>
          </p:grpSpPr>
          <p:sp>
            <p:nvSpPr>
              <p:cNvPr id="137371" name="Oval 155"/>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72" name="Line 156"/>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73" name="Line 157"/>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74" name="Rectangle 158"/>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en-US"/>
              </a:p>
            </p:txBody>
          </p:sp>
          <p:sp>
            <p:nvSpPr>
              <p:cNvPr id="137375" name="Oval 159"/>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37376" name="Group 160"/>
              <p:cNvGrpSpPr>
                <a:grpSpLocks/>
              </p:cNvGrpSpPr>
              <p:nvPr/>
            </p:nvGrpSpPr>
            <p:grpSpPr bwMode="auto">
              <a:xfrm>
                <a:off x="3686" y="244"/>
                <a:ext cx="177" cy="66"/>
                <a:chOff x="2848" y="848"/>
                <a:chExt cx="140" cy="98"/>
              </a:xfrm>
            </p:grpSpPr>
            <p:sp>
              <p:nvSpPr>
                <p:cNvPr id="137377" name="Line 161"/>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78" name="Line 162"/>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79" name="Line 163"/>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37380" name="Group 164"/>
              <p:cNvGrpSpPr>
                <a:grpSpLocks/>
              </p:cNvGrpSpPr>
              <p:nvPr/>
            </p:nvGrpSpPr>
            <p:grpSpPr bwMode="auto">
              <a:xfrm flipV="1">
                <a:off x="3686" y="243"/>
                <a:ext cx="177" cy="66"/>
                <a:chOff x="2848" y="848"/>
                <a:chExt cx="140" cy="98"/>
              </a:xfrm>
            </p:grpSpPr>
            <p:sp>
              <p:nvSpPr>
                <p:cNvPr id="137381" name="Line 165"/>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82" name="Line 166"/>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83" name="Line 167"/>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137384" name="Group 168"/>
            <p:cNvGrpSpPr>
              <a:grpSpLocks/>
            </p:cNvGrpSpPr>
            <p:nvPr/>
          </p:nvGrpSpPr>
          <p:grpSpPr bwMode="auto">
            <a:xfrm>
              <a:off x="4903" y="2061"/>
              <a:ext cx="359" cy="179"/>
              <a:chOff x="3600" y="219"/>
              <a:chExt cx="360" cy="175"/>
            </a:xfrm>
          </p:grpSpPr>
          <p:sp>
            <p:nvSpPr>
              <p:cNvPr id="137385" name="Oval 169"/>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86" name="Line 170"/>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87" name="Line 171"/>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88" name="Rectangle 172"/>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en-US"/>
              </a:p>
            </p:txBody>
          </p:sp>
          <p:sp>
            <p:nvSpPr>
              <p:cNvPr id="137389" name="Oval 173"/>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37390" name="Group 174"/>
              <p:cNvGrpSpPr>
                <a:grpSpLocks/>
              </p:cNvGrpSpPr>
              <p:nvPr/>
            </p:nvGrpSpPr>
            <p:grpSpPr bwMode="auto">
              <a:xfrm>
                <a:off x="3686" y="244"/>
                <a:ext cx="177" cy="66"/>
                <a:chOff x="2848" y="848"/>
                <a:chExt cx="140" cy="98"/>
              </a:xfrm>
            </p:grpSpPr>
            <p:sp>
              <p:nvSpPr>
                <p:cNvPr id="137391" name="Line 175"/>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92" name="Line 176"/>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93" name="Line 177"/>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37394" name="Group 178"/>
              <p:cNvGrpSpPr>
                <a:grpSpLocks/>
              </p:cNvGrpSpPr>
              <p:nvPr/>
            </p:nvGrpSpPr>
            <p:grpSpPr bwMode="auto">
              <a:xfrm flipV="1">
                <a:off x="3686" y="243"/>
                <a:ext cx="177" cy="66"/>
                <a:chOff x="2848" y="848"/>
                <a:chExt cx="140" cy="98"/>
              </a:xfrm>
            </p:grpSpPr>
            <p:sp>
              <p:nvSpPr>
                <p:cNvPr id="137395" name="Line 179"/>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96" name="Line 180"/>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397" name="Line 181"/>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137398" name="Group 182"/>
            <p:cNvGrpSpPr>
              <a:grpSpLocks/>
            </p:cNvGrpSpPr>
            <p:nvPr/>
          </p:nvGrpSpPr>
          <p:grpSpPr bwMode="auto">
            <a:xfrm>
              <a:off x="4664" y="2511"/>
              <a:ext cx="359" cy="181"/>
              <a:chOff x="3600" y="219"/>
              <a:chExt cx="360" cy="175"/>
            </a:xfrm>
          </p:grpSpPr>
          <p:sp>
            <p:nvSpPr>
              <p:cNvPr id="137399" name="Oval 183"/>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400" name="Line 184"/>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401" name="Line 185"/>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402" name="Rectangle 186"/>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en-US"/>
              </a:p>
            </p:txBody>
          </p:sp>
          <p:sp>
            <p:nvSpPr>
              <p:cNvPr id="137403" name="Oval 187"/>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37404" name="Group 188"/>
              <p:cNvGrpSpPr>
                <a:grpSpLocks/>
              </p:cNvGrpSpPr>
              <p:nvPr/>
            </p:nvGrpSpPr>
            <p:grpSpPr bwMode="auto">
              <a:xfrm>
                <a:off x="3686" y="244"/>
                <a:ext cx="177" cy="66"/>
                <a:chOff x="2848" y="848"/>
                <a:chExt cx="140" cy="98"/>
              </a:xfrm>
            </p:grpSpPr>
            <p:sp>
              <p:nvSpPr>
                <p:cNvPr id="137405" name="Line 189"/>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406" name="Line 190"/>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407" name="Line 191"/>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37408" name="Group 192"/>
              <p:cNvGrpSpPr>
                <a:grpSpLocks/>
              </p:cNvGrpSpPr>
              <p:nvPr/>
            </p:nvGrpSpPr>
            <p:grpSpPr bwMode="auto">
              <a:xfrm flipV="1">
                <a:off x="3686" y="243"/>
                <a:ext cx="177" cy="66"/>
                <a:chOff x="2848" y="848"/>
                <a:chExt cx="140" cy="98"/>
              </a:xfrm>
            </p:grpSpPr>
            <p:sp>
              <p:nvSpPr>
                <p:cNvPr id="137409" name="Line 193"/>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410" name="Line 194"/>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411" name="Line 195"/>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137412" name="Group 196"/>
            <p:cNvGrpSpPr>
              <a:grpSpLocks/>
            </p:cNvGrpSpPr>
            <p:nvPr/>
          </p:nvGrpSpPr>
          <p:grpSpPr bwMode="auto">
            <a:xfrm>
              <a:off x="4227" y="2888"/>
              <a:ext cx="359" cy="179"/>
              <a:chOff x="3600" y="219"/>
              <a:chExt cx="360" cy="175"/>
            </a:xfrm>
          </p:grpSpPr>
          <p:sp>
            <p:nvSpPr>
              <p:cNvPr id="137413" name="Oval 197"/>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414" name="Line 198"/>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415" name="Line 199"/>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416" name="Rectangle 200"/>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en-US"/>
              </a:p>
            </p:txBody>
          </p:sp>
          <p:sp>
            <p:nvSpPr>
              <p:cNvPr id="137417" name="Oval 201"/>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37418" name="Group 202"/>
              <p:cNvGrpSpPr>
                <a:grpSpLocks/>
              </p:cNvGrpSpPr>
              <p:nvPr/>
            </p:nvGrpSpPr>
            <p:grpSpPr bwMode="auto">
              <a:xfrm>
                <a:off x="3686" y="244"/>
                <a:ext cx="177" cy="66"/>
                <a:chOff x="2848" y="848"/>
                <a:chExt cx="140" cy="98"/>
              </a:xfrm>
            </p:grpSpPr>
            <p:sp>
              <p:nvSpPr>
                <p:cNvPr id="137419" name="Line 203"/>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420" name="Line 204"/>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421" name="Line 205"/>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37422" name="Group 206"/>
              <p:cNvGrpSpPr>
                <a:grpSpLocks/>
              </p:cNvGrpSpPr>
              <p:nvPr/>
            </p:nvGrpSpPr>
            <p:grpSpPr bwMode="auto">
              <a:xfrm flipV="1">
                <a:off x="3686" y="243"/>
                <a:ext cx="177" cy="66"/>
                <a:chOff x="2848" y="848"/>
                <a:chExt cx="140" cy="98"/>
              </a:xfrm>
            </p:grpSpPr>
            <p:sp>
              <p:nvSpPr>
                <p:cNvPr id="137423" name="Line 207"/>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424" name="Line 208"/>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425" name="Line 209"/>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137426" name="Group 210"/>
            <p:cNvGrpSpPr>
              <a:grpSpLocks/>
            </p:cNvGrpSpPr>
            <p:nvPr/>
          </p:nvGrpSpPr>
          <p:grpSpPr bwMode="auto">
            <a:xfrm>
              <a:off x="3652" y="2598"/>
              <a:ext cx="359" cy="179"/>
              <a:chOff x="3600" y="219"/>
              <a:chExt cx="360" cy="175"/>
            </a:xfrm>
          </p:grpSpPr>
          <p:sp>
            <p:nvSpPr>
              <p:cNvPr id="137427" name="Oval 211"/>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428" name="Line 212"/>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429" name="Line 213"/>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430" name="Rectangle 214"/>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en-US"/>
              </a:p>
            </p:txBody>
          </p:sp>
          <p:sp>
            <p:nvSpPr>
              <p:cNvPr id="137431" name="Oval 215"/>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37432" name="Group 216"/>
              <p:cNvGrpSpPr>
                <a:grpSpLocks/>
              </p:cNvGrpSpPr>
              <p:nvPr/>
            </p:nvGrpSpPr>
            <p:grpSpPr bwMode="auto">
              <a:xfrm>
                <a:off x="3686" y="244"/>
                <a:ext cx="177" cy="66"/>
                <a:chOff x="2848" y="848"/>
                <a:chExt cx="140" cy="98"/>
              </a:xfrm>
            </p:grpSpPr>
            <p:sp>
              <p:nvSpPr>
                <p:cNvPr id="137433" name="Line 217"/>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434" name="Line 218"/>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435" name="Line 219"/>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37436" name="Group 220"/>
              <p:cNvGrpSpPr>
                <a:grpSpLocks/>
              </p:cNvGrpSpPr>
              <p:nvPr/>
            </p:nvGrpSpPr>
            <p:grpSpPr bwMode="auto">
              <a:xfrm flipV="1">
                <a:off x="3686" y="243"/>
                <a:ext cx="177" cy="66"/>
                <a:chOff x="2848" y="848"/>
                <a:chExt cx="140" cy="98"/>
              </a:xfrm>
            </p:grpSpPr>
            <p:sp>
              <p:nvSpPr>
                <p:cNvPr id="137437" name="Line 221"/>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438" name="Line 222"/>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439" name="Line 223"/>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sp>
          <p:nvSpPr>
            <p:cNvPr id="137440" name="Freeform 224"/>
            <p:cNvSpPr>
              <a:spLocks/>
            </p:cNvSpPr>
            <p:nvPr/>
          </p:nvSpPr>
          <p:spPr bwMode="auto">
            <a:xfrm>
              <a:off x="3228" y="1218"/>
              <a:ext cx="1914" cy="1962"/>
            </a:xfrm>
            <a:custGeom>
              <a:avLst/>
              <a:gdLst>
                <a:gd name="T0" fmla="*/ 0 w 1914"/>
                <a:gd name="T1" fmla="*/ 0 h 1962"/>
                <a:gd name="T2" fmla="*/ 258 w 1914"/>
                <a:gd name="T3" fmla="*/ 12 h 1962"/>
                <a:gd name="T4" fmla="*/ 426 w 1914"/>
                <a:gd name="T5" fmla="*/ 198 h 1962"/>
                <a:gd name="T6" fmla="*/ 768 w 1914"/>
                <a:gd name="T7" fmla="*/ 204 h 1962"/>
                <a:gd name="T8" fmla="*/ 1086 w 1914"/>
                <a:gd name="T9" fmla="*/ 48 h 1962"/>
                <a:gd name="T10" fmla="*/ 1326 w 1914"/>
                <a:gd name="T11" fmla="*/ 48 h 1962"/>
                <a:gd name="T12" fmla="*/ 1326 w 1914"/>
                <a:gd name="T13" fmla="*/ 588 h 1962"/>
                <a:gd name="T14" fmla="*/ 1890 w 1914"/>
                <a:gd name="T15" fmla="*/ 990 h 1962"/>
                <a:gd name="T16" fmla="*/ 1662 w 1914"/>
                <a:gd name="T17" fmla="*/ 1320 h 1962"/>
                <a:gd name="T18" fmla="*/ 1662 w 1914"/>
                <a:gd name="T19" fmla="*/ 1944 h 1962"/>
                <a:gd name="T20" fmla="*/ 1914 w 1914"/>
                <a:gd name="T21" fmla="*/ 1962 h 19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14" h="1962">
                  <a:moveTo>
                    <a:pt x="0" y="0"/>
                  </a:moveTo>
                  <a:lnTo>
                    <a:pt x="258" y="12"/>
                  </a:lnTo>
                  <a:lnTo>
                    <a:pt x="426" y="198"/>
                  </a:lnTo>
                  <a:lnTo>
                    <a:pt x="768" y="204"/>
                  </a:lnTo>
                  <a:lnTo>
                    <a:pt x="1086" y="48"/>
                  </a:lnTo>
                  <a:lnTo>
                    <a:pt x="1326" y="48"/>
                  </a:lnTo>
                  <a:lnTo>
                    <a:pt x="1326" y="588"/>
                  </a:lnTo>
                  <a:lnTo>
                    <a:pt x="1890" y="990"/>
                  </a:lnTo>
                  <a:lnTo>
                    <a:pt x="1662" y="1320"/>
                  </a:lnTo>
                  <a:lnTo>
                    <a:pt x="1662" y="1944"/>
                  </a:lnTo>
                  <a:lnTo>
                    <a:pt x="1914" y="1962"/>
                  </a:lnTo>
                </a:path>
              </a:pathLst>
            </a:custGeom>
            <a:noFill/>
            <a:ln w="57150" cmpd="sng">
              <a:solidFill>
                <a:schemeClr val="accent2"/>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441" name="Freeform 225"/>
            <p:cNvSpPr>
              <a:spLocks/>
            </p:cNvSpPr>
            <p:nvPr/>
          </p:nvSpPr>
          <p:spPr bwMode="auto">
            <a:xfrm>
              <a:off x="3774" y="1356"/>
              <a:ext cx="1212" cy="1884"/>
            </a:xfrm>
            <a:custGeom>
              <a:avLst/>
              <a:gdLst>
                <a:gd name="T0" fmla="*/ 0 w 1212"/>
                <a:gd name="T1" fmla="*/ 702 h 1884"/>
                <a:gd name="T2" fmla="*/ 0 w 1212"/>
                <a:gd name="T3" fmla="*/ 228 h 1884"/>
                <a:gd name="T4" fmla="*/ 156 w 1212"/>
                <a:gd name="T5" fmla="*/ 228 h 1884"/>
                <a:gd name="T6" fmla="*/ 612 w 1212"/>
                <a:gd name="T7" fmla="*/ 0 h 1884"/>
                <a:gd name="T8" fmla="*/ 714 w 1212"/>
                <a:gd name="T9" fmla="*/ 0 h 1884"/>
                <a:gd name="T10" fmla="*/ 714 w 1212"/>
                <a:gd name="T11" fmla="*/ 558 h 1884"/>
                <a:gd name="T12" fmla="*/ 1212 w 1212"/>
                <a:gd name="T13" fmla="*/ 912 h 1884"/>
                <a:gd name="T14" fmla="*/ 720 w 1212"/>
                <a:gd name="T15" fmla="*/ 1668 h 1884"/>
                <a:gd name="T16" fmla="*/ 720 w 1212"/>
                <a:gd name="T17" fmla="*/ 1884 h 1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12" h="1884">
                  <a:moveTo>
                    <a:pt x="0" y="702"/>
                  </a:moveTo>
                  <a:lnTo>
                    <a:pt x="0" y="228"/>
                  </a:lnTo>
                  <a:lnTo>
                    <a:pt x="156" y="228"/>
                  </a:lnTo>
                  <a:lnTo>
                    <a:pt x="612" y="0"/>
                  </a:lnTo>
                  <a:lnTo>
                    <a:pt x="714" y="0"/>
                  </a:lnTo>
                  <a:lnTo>
                    <a:pt x="714" y="558"/>
                  </a:lnTo>
                  <a:lnTo>
                    <a:pt x="1212" y="912"/>
                  </a:lnTo>
                  <a:lnTo>
                    <a:pt x="720" y="1668"/>
                  </a:lnTo>
                  <a:lnTo>
                    <a:pt x="720" y="1884"/>
                  </a:lnTo>
                </a:path>
              </a:pathLst>
            </a:custGeom>
            <a:noFill/>
            <a:ln w="57150" cmpd="sng">
              <a:solidFill>
                <a:srgbClr val="FF0000"/>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442" name="Line 226"/>
            <p:cNvSpPr>
              <a:spLocks noChangeShapeType="1"/>
            </p:cNvSpPr>
            <p:nvPr/>
          </p:nvSpPr>
          <p:spPr bwMode="auto">
            <a:xfrm>
              <a:off x="3830" y="2782"/>
              <a:ext cx="1" cy="15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extLst>
      <p:ext uri="{BB962C8B-B14F-4D97-AF65-F5344CB8AC3E}">
        <p14:creationId xmlns:p14="http://schemas.microsoft.com/office/powerpoint/2010/main" val="321319347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70" name="Rectangle 6"/>
          <p:cNvSpPr>
            <a:spLocks noGrp="1" noChangeArrowheads="1"/>
          </p:cNvSpPr>
          <p:nvPr>
            <p:ph type="title"/>
          </p:nvPr>
        </p:nvSpPr>
        <p:spPr>
          <a:xfrm>
            <a:off x="2057400" y="1192213"/>
            <a:ext cx="8458200" cy="609600"/>
          </a:xfrm>
        </p:spPr>
        <p:txBody>
          <a:bodyPr/>
          <a:lstStyle/>
          <a:p>
            <a:pPr algn="ctr"/>
            <a:r>
              <a:rPr lang="en-US" altLang="en-US" sz="2800" dirty="0"/>
              <a:t>IP Address as a 32-Bit Binary Number</a:t>
            </a:r>
          </a:p>
        </p:txBody>
      </p:sp>
      <p:sp>
        <p:nvSpPr>
          <p:cNvPr id="8" name="Slide Number Placeholder 2"/>
          <p:cNvSpPr>
            <a:spLocks noGrp="1"/>
          </p:cNvSpPr>
          <p:nvPr>
            <p:ph type="sldNum" sz="quarter" idx="12"/>
          </p:nvPr>
        </p:nvSpPr>
        <p:spPr>
          <a:xfrm>
            <a:off x="9753600" y="6629400"/>
            <a:ext cx="914400" cy="228600"/>
          </a:xfrm>
        </p:spPr>
        <p:txBody>
          <a:bodyPr/>
          <a:lstStyle/>
          <a:p>
            <a:fld id="{A228308B-C847-409D-8056-BE573DFB2594}" type="slidenum">
              <a:rPr lang="en-US" altLang="en-US"/>
              <a:pPr/>
              <a:t>51</a:t>
            </a:fld>
            <a:endParaRPr lang="en-US" altLang="en-US"/>
          </a:p>
        </p:txBody>
      </p:sp>
      <p:pic>
        <p:nvPicPr>
          <p:cNvPr id="139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2057401"/>
            <a:ext cx="7708900" cy="1420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39267" name="Group 3"/>
          <p:cNvGrpSpPr>
            <a:grpSpLocks/>
          </p:cNvGrpSpPr>
          <p:nvPr/>
        </p:nvGrpSpPr>
        <p:grpSpPr bwMode="auto">
          <a:xfrm>
            <a:off x="3048000" y="3733800"/>
            <a:ext cx="5943600" cy="2362200"/>
            <a:chOff x="1200" y="1776"/>
            <a:chExt cx="3264" cy="1008"/>
          </a:xfrm>
        </p:grpSpPr>
        <p:pic>
          <p:nvPicPr>
            <p:cNvPr id="13926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776"/>
              <a:ext cx="3264" cy="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9269" name="Rectangle 5"/>
            <p:cNvSpPr>
              <a:spLocks noChangeArrowheads="1"/>
            </p:cNvSpPr>
            <p:nvPr/>
          </p:nvSpPr>
          <p:spPr bwMode="auto">
            <a:xfrm>
              <a:off x="4368" y="2640"/>
              <a:ext cx="96" cy="144"/>
            </a:xfrm>
            <a:prstGeom prst="rect">
              <a:avLst/>
            </a:prstGeom>
            <a:solidFill>
              <a:schemeClr val="bg1"/>
            </a:solidFill>
            <a:ln w="9525">
              <a:solidFill>
                <a:schemeClr val="bg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lstStyle/>
            <a:p>
              <a:endParaRPr lang="en-US"/>
            </a:p>
          </p:txBody>
        </p:sp>
      </p:grpSp>
      <p:sp>
        <p:nvSpPr>
          <p:cNvPr id="139271" name="Rectangle 7"/>
          <p:cNvSpPr>
            <a:spLocks noChangeArrowheads="1"/>
          </p:cNvSpPr>
          <p:nvPr/>
        </p:nvSpPr>
        <p:spPr bwMode="auto">
          <a:xfrm>
            <a:off x="358588" y="296545"/>
            <a:ext cx="84582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3200" b="1">
                <a:solidFill>
                  <a:schemeClr val="tx2"/>
                </a:solidFill>
                <a:latin typeface="Arial" panose="020B0604020202020204" pitchFamily="34" charset="0"/>
              </a:defRPr>
            </a:lvl1pPr>
            <a:lvl2pPr>
              <a:defRPr sz="3200" b="1">
                <a:solidFill>
                  <a:schemeClr val="tx2"/>
                </a:solidFill>
                <a:latin typeface="Arial" panose="020B0604020202020204" pitchFamily="34" charset="0"/>
              </a:defRPr>
            </a:lvl2pPr>
            <a:lvl3pPr>
              <a:defRPr sz="3200" b="1">
                <a:solidFill>
                  <a:schemeClr val="tx2"/>
                </a:solidFill>
                <a:latin typeface="Arial" panose="020B0604020202020204" pitchFamily="34" charset="0"/>
              </a:defRPr>
            </a:lvl3pPr>
            <a:lvl4pPr>
              <a:defRPr sz="3200" b="1">
                <a:solidFill>
                  <a:schemeClr val="tx2"/>
                </a:solidFill>
                <a:latin typeface="Arial" panose="020B0604020202020204" pitchFamily="34" charset="0"/>
              </a:defRPr>
            </a:lvl4pPr>
            <a:lvl5pPr>
              <a:defRPr sz="3200" b="1">
                <a:solidFill>
                  <a:schemeClr val="tx2"/>
                </a:solidFill>
                <a:latin typeface="Arial" panose="020B0604020202020204" pitchFamily="34" charset="0"/>
              </a:defRPr>
            </a:lvl5pPr>
            <a:lvl6pPr marL="457200" fontAlgn="base">
              <a:spcBef>
                <a:spcPct val="0"/>
              </a:spcBef>
              <a:spcAft>
                <a:spcPct val="0"/>
              </a:spcAft>
              <a:defRPr sz="3200" b="1">
                <a:solidFill>
                  <a:schemeClr val="tx2"/>
                </a:solidFill>
                <a:latin typeface="Arial" panose="020B0604020202020204" pitchFamily="34" charset="0"/>
              </a:defRPr>
            </a:lvl6pPr>
            <a:lvl7pPr marL="914400" fontAlgn="base">
              <a:spcBef>
                <a:spcPct val="0"/>
              </a:spcBef>
              <a:spcAft>
                <a:spcPct val="0"/>
              </a:spcAft>
              <a:defRPr sz="3200" b="1">
                <a:solidFill>
                  <a:schemeClr val="tx2"/>
                </a:solidFill>
                <a:latin typeface="Arial" panose="020B0604020202020204" pitchFamily="34" charset="0"/>
              </a:defRPr>
            </a:lvl7pPr>
            <a:lvl8pPr marL="1371600" fontAlgn="base">
              <a:spcBef>
                <a:spcPct val="0"/>
              </a:spcBef>
              <a:spcAft>
                <a:spcPct val="0"/>
              </a:spcAft>
              <a:defRPr sz="3200" b="1">
                <a:solidFill>
                  <a:schemeClr val="tx2"/>
                </a:solidFill>
                <a:latin typeface="Arial" panose="020B0604020202020204" pitchFamily="34" charset="0"/>
              </a:defRPr>
            </a:lvl8pPr>
            <a:lvl9pPr marL="1828800" fontAlgn="base">
              <a:spcBef>
                <a:spcPct val="0"/>
              </a:spcBef>
              <a:spcAft>
                <a:spcPct val="0"/>
              </a:spcAft>
              <a:defRPr sz="3200" b="1">
                <a:solidFill>
                  <a:schemeClr val="tx2"/>
                </a:solidFill>
                <a:latin typeface="Arial" panose="020B0604020202020204" pitchFamily="34" charset="0"/>
              </a:defRPr>
            </a:lvl9pPr>
          </a:lstStyle>
          <a:p>
            <a:r>
              <a:rPr lang="en-US" altLang="en-US" sz="3600" dirty="0">
                <a:solidFill>
                  <a:srgbClr val="FF0000"/>
                </a:solidFill>
              </a:rPr>
              <a:t>Internet Addresses</a:t>
            </a:r>
          </a:p>
        </p:txBody>
      </p:sp>
    </p:spTree>
    <p:extLst>
      <p:ext uri="{BB962C8B-B14F-4D97-AF65-F5344CB8AC3E}">
        <p14:creationId xmlns:p14="http://schemas.microsoft.com/office/powerpoint/2010/main" val="264621167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type="title"/>
          </p:nvPr>
        </p:nvSpPr>
        <p:spPr>
          <a:xfrm>
            <a:off x="457200" y="356380"/>
            <a:ext cx="10515600" cy="1325563"/>
          </a:xfrm>
        </p:spPr>
        <p:txBody>
          <a:bodyPr/>
          <a:lstStyle/>
          <a:p>
            <a:r>
              <a:rPr lang="en-US" altLang="en-US" dirty="0">
                <a:solidFill>
                  <a:srgbClr val="FF0000"/>
                </a:solidFill>
              </a:rPr>
              <a:t>Decimal Equivalents of 8-Bit Patterns</a:t>
            </a:r>
          </a:p>
        </p:txBody>
      </p:sp>
      <p:sp>
        <p:nvSpPr>
          <p:cNvPr id="4" name="Slide Number Placeholder 2"/>
          <p:cNvSpPr>
            <a:spLocks noGrp="1"/>
          </p:cNvSpPr>
          <p:nvPr>
            <p:ph type="sldNum" sz="quarter" idx="12"/>
          </p:nvPr>
        </p:nvSpPr>
        <p:spPr>
          <a:xfrm>
            <a:off x="9753600" y="6629400"/>
            <a:ext cx="914400" cy="228600"/>
          </a:xfrm>
        </p:spPr>
        <p:txBody>
          <a:bodyPr/>
          <a:lstStyle/>
          <a:p>
            <a:fld id="{3F9F6192-ACE2-46C7-9981-E47FDC83FCF4}" type="slidenum">
              <a:rPr lang="en-US" altLang="en-US"/>
              <a:pPr/>
              <a:t>52</a:t>
            </a:fld>
            <a:endParaRPr lang="en-US" altLang="en-US"/>
          </a:p>
        </p:txBody>
      </p:sp>
      <p:pic>
        <p:nvPicPr>
          <p:cNvPr id="1587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1676401"/>
            <a:ext cx="6172200" cy="455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0311196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2" name="Rectangle 4"/>
          <p:cNvSpPr>
            <a:spLocks noGrp="1" noChangeArrowheads="1"/>
          </p:cNvSpPr>
          <p:nvPr>
            <p:ph type="title"/>
          </p:nvPr>
        </p:nvSpPr>
        <p:spPr>
          <a:xfrm>
            <a:off x="457200" y="350838"/>
            <a:ext cx="10515600" cy="1325563"/>
          </a:xfrm>
        </p:spPr>
        <p:txBody>
          <a:bodyPr/>
          <a:lstStyle/>
          <a:p>
            <a:r>
              <a:rPr lang="en-US" altLang="en-US" dirty="0">
                <a:solidFill>
                  <a:srgbClr val="FF0000"/>
                </a:solidFill>
              </a:rPr>
              <a:t>Binary and Decimal Conversion</a:t>
            </a:r>
          </a:p>
        </p:txBody>
      </p:sp>
      <p:sp>
        <p:nvSpPr>
          <p:cNvPr id="5" name="Slide Number Placeholder 2"/>
          <p:cNvSpPr>
            <a:spLocks noGrp="1"/>
          </p:cNvSpPr>
          <p:nvPr>
            <p:ph type="sldNum" sz="quarter" idx="12"/>
          </p:nvPr>
        </p:nvSpPr>
        <p:spPr>
          <a:xfrm>
            <a:off x="9753600" y="6629400"/>
            <a:ext cx="914400" cy="228600"/>
          </a:xfrm>
        </p:spPr>
        <p:txBody>
          <a:bodyPr/>
          <a:lstStyle/>
          <a:p>
            <a:fld id="{C9F62293-C31E-4F29-AC85-73D6DE74ED2B}" type="slidenum">
              <a:rPr lang="en-US" altLang="en-US"/>
              <a:pPr/>
              <a:t>53</a:t>
            </a:fld>
            <a:endParaRPr lang="en-US" altLang="en-US"/>
          </a:p>
        </p:txBody>
      </p:sp>
      <p:pic>
        <p:nvPicPr>
          <p:cNvPr id="140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1" y="1676401"/>
            <a:ext cx="7389813" cy="169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0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3810001"/>
            <a:ext cx="7391400" cy="171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47445040"/>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5" name="Rectangle 3"/>
          <p:cNvSpPr>
            <a:spLocks noGrp="1" noChangeArrowheads="1"/>
          </p:cNvSpPr>
          <p:nvPr>
            <p:ph type="title"/>
          </p:nvPr>
        </p:nvSpPr>
        <p:spPr/>
        <p:txBody>
          <a:bodyPr/>
          <a:lstStyle/>
          <a:p>
            <a:r>
              <a:rPr lang="en-US" altLang="en-US">
                <a:solidFill>
                  <a:srgbClr val="FF0000"/>
                </a:solidFill>
              </a:rPr>
              <a:t>IP Address Classes</a:t>
            </a:r>
          </a:p>
        </p:txBody>
      </p:sp>
      <p:sp>
        <p:nvSpPr>
          <p:cNvPr id="4" name="Slide Number Placeholder 2"/>
          <p:cNvSpPr>
            <a:spLocks noGrp="1"/>
          </p:cNvSpPr>
          <p:nvPr>
            <p:ph type="sldNum" sz="quarter" idx="12"/>
          </p:nvPr>
        </p:nvSpPr>
        <p:spPr>
          <a:xfrm>
            <a:off x="9753600" y="6629400"/>
            <a:ext cx="914400" cy="228600"/>
          </a:xfrm>
        </p:spPr>
        <p:txBody>
          <a:bodyPr/>
          <a:lstStyle/>
          <a:p>
            <a:fld id="{89E49AEB-5973-494C-8E3B-757FA955FE4F}" type="slidenum">
              <a:rPr lang="en-US" altLang="en-US"/>
              <a:pPr/>
              <a:t>54</a:t>
            </a:fld>
            <a:endParaRPr lang="en-US" altLang="en-US"/>
          </a:p>
        </p:txBody>
      </p:sp>
      <p:pic>
        <p:nvPicPr>
          <p:cNvPr id="141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1905001"/>
            <a:ext cx="7162800" cy="414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3801971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9" name="Rectangle 3"/>
          <p:cNvSpPr>
            <a:spLocks noGrp="1" noChangeArrowheads="1"/>
          </p:cNvSpPr>
          <p:nvPr>
            <p:ph type="title"/>
          </p:nvPr>
        </p:nvSpPr>
        <p:spPr/>
        <p:txBody>
          <a:bodyPr/>
          <a:lstStyle/>
          <a:p>
            <a:r>
              <a:rPr lang="en-US" altLang="en-US" dirty="0">
                <a:solidFill>
                  <a:srgbClr val="FF0000"/>
                </a:solidFill>
              </a:rPr>
              <a:t>IP Address Classes</a:t>
            </a:r>
          </a:p>
        </p:txBody>
      </p:sp>
      <p:sp>
        <p:nvSpPr>
          <p:cNvPr id="4" name="Slide Number Placeholder 2"/>
          <p:cNvSpPr>
            <a:spLocks noGrp="1"/>
          </p:cNvSpPr>
          <p:nvPr>
            <p:ph type="sldNum" sz="quarter" idx="12"/>
          </p:nvPr>
        </p:nvSpPr>
        <p:spPr>
          <a:xfrm>
            <a:off x="9753600" y="6629400"/>
            <a:ext cx="914400" cy="228600"/>
          </a:xfrm>
        </p:spPr>
        <p:txBody>
          <a:bodyPr/>
          <a:lstStyle/>
          <a:p>
            <a:fld id="{BD9B8203-0425-4FD9-8484-98F7053529DA}" type="slidenum">
              <a:rPr lang="en-US" altLang="en-US"/>
              <a:pPr/>
              <a:t>55</a:t>
            </a:fld>
            <a:endParaRPr lang="en-US" altLang="en-US"/>
          </a:p>
        </p:txBody>
      </p:sp>
      <p:pic>
        <p:nvPicPr>
          <p:cNvPr id="142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1981201"/>
            <a:ext cx="7239000" cy="4043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8548467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3" name="Rectangle 3"/>
          <p:cNvSpPr>
            <a:spLocks noGrp="1" noChangeArrowheads="1"/>
          </p:cNvSpPr>
          <p:nvPr>
            <p:ph type="title"/>
          </p:nvPr>
        </p:nvSpPr>
        <p:spPr>
          <a:xfrm>
            <a:off x="368531" y="381000"/>
            <a:ext cx="8458200" cy="609600"/>
          </a:xfrm>
        </p:spPr>
        <p:txBody>
          <a:bodyPr>
            <a:normAutofit fontScale="90000"/>
          </a:bodyPr>
          <a:lstStyle/>
          <a:p>
            <a:r>
              <a:rPr lang="en-US" altLang="en-US" dirty="0">
                <a:solidFill>
                  <a:srgbClr val="FF0000"/>
                </a:solidFill>
              </a:rPr>
              <a:t>IP Addresses as Decimal Numbers</a:t>
            </a:r>
          </a:p>
        </p:txBody>
      </p:sp>
      <p:sp>
        <p:nvSpPr>
          <p:cNvPr id="4" name="Slide Number Placeholder 2"/>
          <p:cNvSpPr>
            <a:spLocks noGrp="1"/>
          </p:cNvSpPr>
          <p:nvPr>
            <p:ph type="sldNum" sz="quarter" idx="12"/>
          </p:nvPr>
        </p:nvSpPr>
        <p:spPr>
          <a:xfrm>
            <a:off x="9753600" y="6629400"/>
            <a:ext cx="914400" cy="228600"/>
          </a:xfrm>
        </p:spPr>
        <p:txBody>
          <a:bodyPr/>
          <a:lstStyle/>
          <a:p>
            <a:fld id="{E99C2467-6B63-4EC8-A558-A4B63FA0472E}" type="slidenum">
              <a:rPr lang="en-US" altLang="en-US"/>
              <a:pPr/>
              <a:t>56</a:t>
            </a:fld>
            <a:endParaRPr lang="en-US" altLang="en-US"/>
          </a:p>
        </p:txBody>
      </p:sp>
      <p:pic>
        <p:nvPicPr>
          <p:cNvPr id="143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1524001"/>
            <a:ext cx="6248400" cy="364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1802124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p:txBody>
          <a:bodyPr/>
          <a:lstStyle/>
          <a:p>
            <a:r>
              <a:rPr lang="en-US" altLang="en-US" dirty="0">
                <a:solidFill>
                  <a:srgbClr val="FF0000"/>
                </a:solidFill>
              </a:rPr>
              <a:t>Hosts for Classes of </a:t>
            </a:r>
            <a:br>
              <a:rPr lang="en-US" altLang="en-US" dirty="0">
                <a:solidFill>
                  <a:srgbClr val="FF0000"/>
                </a:solidFill>
              </a:rPr>
            </a:br>
            <a:r>
              <a:rPr lang="en-US" altLang="en-US" dirty="0">
                <a:solidFill>
                  <a:srgbClr val="FF0000"/>
                </a:solidFill>
              </a:rPr>
              <a:t>IP Addresses</a:t>
            </a:r>
          </a:p>
        </p:txBody>
      </p:sp>
      <p:sp>
        <p:nvSpPr>
          <p:cNvPr id="5" name="Slide Number Placeholder 3"/>
          <p:cNvSpPr>
            <a:spLocks noGrp="1"/>
          </p:cNvSpPr>
          <p:nvPr>
            <p:ph type="sldNum" sz="quarter" idx="12"/>
          </p:nvPr>
        </p:nvSpPr>
        <p:spPr>
          <a:xfrm>
            <a:off x="9753600" y="6629400"/>
            <a:ext cx="914400" cy="228600"/>
          </a:xfrm>
        </p:spPr>
        <p:txBody>
          <a:bodyPr/>
          <a:lstStyle/>
          <a:p>
            <a:fld id="{C94EBEE2-F5A5-4BC4-AAB8-9E0CA31F2FE2}" type="slidenum">
              <a:rPr lang="en-US" altLang="en-US"/>
              <a:pPr/>
              <a:t>57</a:t>
            </a:fld>
            <a:endParaRPr lang="en-US" altLang="en-US"/>
          </a:p>
        </p:txBody>
      </p:sp>
      <p:sp>
        <p:nvSpPr>
          <p:cNvPr id="144387" name="Text Box 3"/>
          <p:cNvSpPr txBox="1">
            <a:spLocks noChangeArrowheads="1"/>
          </p:cNvSpPr>
          <p:nvPr/>
        </p:nvSpPr>
        <p:spPr bwMode="auto">
          <a:xfrm>
            <a:off x="2133600" y="4343401"/>
            <a:ext cx="7696200" cy="174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025" tIns="36512" rIns="73025" bIns="36512">
            <a:spAutoFit/>
          </a:bodyPr>
          <a:lstStyle/>
          <a:p>
            <a:pPr eaLnBrk="0" hangingPunct="0">
              <a:spcBef>
                <a:spcPct val="50000"/>
              </a:spcBef>
            </a:pPr>
            <a:r>
              <a:rPr lang="en-US" altLang="en-US" sz="2000">
                <a:latin typeface="Arial" panose="020B0604020202020204" pitchFamily="34" charset="0"/>
              </a:rPr>
              <a:t>Class A (24 bits for hosts) 2</a:t>
            </a:r>
            <a:r>
              <a:rPr lang="en-US" altLang="en-US" sz="2000" baseline="30000">
                <a:latin typeface="Arial" panose="020B0604020202020204" pitchFamily="34" charset="0"/>
              </a:rPr>
              <a:t>24 </a:t>
            </a:r>
            <a:r>
              <a:rPr lang="en-US" altLang="en-US" sz="2000">
                <a:latin typeface="Arial" panose="020B0604020202020204" pitchFamily="34" charset="0"/>
              </a:rPr>
              <a:t>- 2</a:t>
            </a:r>
            <a:r>
              <a:rPr lang="en-US" altLang="en-US" sz="2000" baseline="30000">
                <a:latin typeface="Arial" panose="020B0604020202020204" pitchFamily="34" charset="0"/>
              </a:rPr>
              <a:t>*</a:t>
            </a:r>
            <a:r>
              <a:rPr lang="en-US" altLang="en-US" sz="2000">
                <a:latin typeface="Arial" panose="020B0604020202020204" pitchFamily="34" charset="0"/>
              </a:rPr>
              <a:t> = 16,777,214 maximum hosts</a:t>
            </a:r>
          </a:p>
          <a:p>
            <a:pPr eaLnBrk="0" hangingPunct="0">
              <a:spcBef>
                <a:spcPct val="50000"/>
              </a:spcBef>
            </a:pPr>
            <a:r>
              <a:rPr lang="en-US" altLang="en-US" sz="2000">
                <a:latin typeface="Arial" panose="020B0604020202020204" pitchFamily="34" charset="0"/>
              </a:rPr>
              <a:t>Class B (16 bits for hosts) 2</a:t>
            </a:r>
            <a:r>
              <a:rPr lang="en-US" altLang="en-US" sz="2000" baseline="30000">
                <a:latin typeface="Arial" panose="020B0604020202020204" pitchFamily="34" charset="0"/>
              </a:rPr>
              <a:t>16 </a:t>
            </a:r>
            <a:r>
              <a:rPr lang="en-US" altLang="en-US" sz="2000">
                <a:latin typeface="Arial" panose="020B0604020202020204" pitchFamily="34" charset="0"/>
              </a:rPr>
              <a:t>- 2</a:t>
            </a:r>
            <a:r>
              <a:rPr lang="en-US" altLang="en-US" sz="2000" baseline="30000">
                <a:latin typeface="Arial" panose="020B0604020202020204" pitchFamily="34" charset="0"/>
              </a:rPr>
              <a:t>*</a:t>
            </a:r>
            <a:r>
              <a:rPr lang="en-US" altLang="en-US" sz="2000">
                <a:latin typeface="Arial" panose="020B0604020202020204" pitchFamily="34" charset="0"/>
              </a:rPr>
              <a:t> = 65,534 maximum hosts</a:t>
            </a:r>
          </a:p>
          <a:p>
            <a:pPr eaLnBrk="0" hangingPunct="0">
              <a:spcBef>
                <a:spcPct val="50000"/>
              </a:spcBef>
            </a:pPr>
            <a:r>
              <a:rPr lang="en-US" altLang="en-US" sz="2000">
                <a:latin typeface="Arial" panose="020B0604020202020204" pitchFamily="34" charset="0"/>
              </a:rPr>
              <a:t>Class C (8 bits for hosts) 2</a:t>
            </a:r>
            <a:r>
              <a:rPr lang="en-US" altLang="en-US" sz="2000" baseline="30000">
                <a:latin typeface="Arial" panose="020B0604020202020204" pitchFamily="34" charset="0"/>
              </a:rPr>
              <a:t>8 </a:t>
            </a:r>
            <a:r>
              <a:rPr lang="en-US" altLang="en-US" sz="2000">
                <a:latin typeface="Arial" panose="020B0604020202020204" pitchFamily="34" charset="0"/>
              </a:rPr>
              <a:t>- 2</a:t>
            </a:r>
            <a:r>
              <a:rPr lang="en-US" altLang="en-US" sz="2000" baseline="30000">
                <a:latin typeface="Arial" panose="020B0604020202020204" pitchFamily="34" charset="0"/>
              </a:rPr>
              <a:t>*</a:t>
            </a:r>
            <a:r>
              <a:rPr lang="en-US" altLang="en-US" sz="2000">
                <a:latin typeface="Arial" panose="020B0604020202020204" pitchFamily="34" charset="0"/>
              </a:rPr>
              <a:t> = 254 maximum hosts</a:t>
            </a:r>
          </a:p>
          <a:p>
            <a:pPr eaLnBrk="0" hangingPunct="0">
              <a:spcBef>
                <a:spcPct val="50000"/>
              </a:spcBef>
            </a:pPr>
            <a:r>
              <a:rPr lang="en-US" altLang="en-US" sz="2000" i="1" baseline="30000">
                <a:latin typeface="Arial" panose="020B0604020202020204" pitchFamily="34" charset="0"/>
              </a:rPr>
              <a:t>*</a:t>
            </a:r>
            <a:r>
              <a:rPr lang="en-US" altLang="en-US" sz="2000" i="1">
                <a:latin typeface="Arial" panose="020B0604020202020204" pitchFamily="34" charset="0"/>
              </a:rPr>
              <a:t> Subtracting the network and broadcast reserved address</a:t>
            </a:r>
          </a:p>
        </p:txBody>
      </p:sp>
      <p:pic>
        <p:nvPicPr>
          <p:cNvPr id="14438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8600" y="1752601"/>
            <a:ext cx="4495800" cy="2511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1895123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ChangeArrowheads="1"/>
          </p:cNvSpPr>
          <p:nvPr>
            <p:ph type="title"/>
          </p:nvPr>
        </p:nvSpPr>
        <p:spPr>
          <a:xfrm>
            <a:off x="304800" y="152400"/>
            <a:ext cx="10515600" cy="1325563"/>
          </a:xfrm>
        </p:spPr>
        <p:txBody>
          <a:bodyPr/>
          <a:lstStyle/>
          <a:p>
            <a:r>
              <a:rPr lang="en-US" altLang="en-US" dirty="0">
                <a:solidFill>
                  <a:srgbClr val="FF0000"/>
                </a:solidFill>
              </a:rPr>
              <a:t>IPv4 Address Classes</a:t>
            </a:r>
          </a:p>
        </p:txBody>
      </p:sp>
      <p:sp>
        <p:nvSpPr>
          <p:cNvPr id="181251" name="Rectangle 3"/>
          <p:cNvSpPr>
            <a:spLocks noGrp="1" noChangeArrowheads="1"/>
          </p:cNvSpPr>
          <p:nvPr>
            <p:ph idx="1"/>
          </p:nvPr>
        </p:nvSpPr>
        <p:spPr>
          <a:xfrm>
            <a:off x="1905000" y="2971800"/>
            <a:ext cx="8534400" cy="3733800"/>
          </a:xfrm>
        </p:spPr>
        <p:txBody>
          <a:bodyPr>
            <a:normAutofit lnSpcReduction="10000"/>
          </a:bodyPr>
          <a:lstStyle/>
          <a:p>
            <a:pPr>
              <a:lnSpc>
                <a:spcPct val="80000"/>
              </a:lnSpc>
              <a:buFont typeface="Arial" panose="020B0604020202020204" pitchFamily="34" charset="0"/>
              <a:buNone/>
            </a:pPr>
            <a:r>
              <a:rPr lang="en-US" altLang="en-US" sz="2000" b="1">
                <a:solidFill>
                  <a:srgbClr val="000000"/>
                </a:solidFill>
                <a:cs typeface="Arial" panose="020B0604020202020204" pitchFamily="34" charset="0"/>
              </a:rPr>
              <a:t>Class D Addresses</a:t>
            </a:r>
          </a:p>
          <a:p>
            <a:pPr>
              <a:lnSpc>
                <a:spcPct val="80000"/>
              </a:lnSpc>
            </a:pPr>
            <a:r>
              <a:rPr lang="en-US" altLang="en-US" sz="2000">
                <a:solidFill>
                  <a:srgbClr val="000000"/>
                </a:solidFill>
                <a:cs typeface="Arial" panose="020B0604020202020204" pitchFamily="34" charset="0"/>
              </a:rPr>
              <a:t>A Class D address begins with binary 1110 in the first octet. </a:t>
            </a:r>
          </a:p>
          <a:p>
            <a:pPr>
              <a:lnSpc>
                <a:spcPct val="80000"/>
              </a:lnSpc>
            </a:pPr>
            <a:r>
              <a:rPr lang="en-US" altLang="en-US" sz="2000">
                <a:solidFill>
                  <a:srgbClr val="000000"/>
                </a:solidFill>
                <a:cs typeface="Arial" panose="020B0604020202020204" pitchFamily="34" charset="0"/>
              </a:rPr>
              <a:t>First octet range 224 to 239. </a:t>
            </a:r>
          </a:p>
          <a:p>
            <a:pPr>
              <a:lnSpc>
                <a:spcPct val="80000"/>
              </a:lnSpc>
            </a:pPr>
            <a:r>
              <a:rPr lang="en-US" altLang="en-US" sz="2000">
                <a:solidFill>
                  <a:srgbClr val="000000"/>
                </a:solidFill>
                <a:cs typeface="Arial" panose="020B0604020202020204" pitchFamily="34" charset="0"/>
              </a:rPr>
              <a:t>Class D address can be used to represent a group of hosts called a host group, or multicast group.</a:t>
            </a:r>
          </a:p>
          <a:p>
            <a:pPr>
              <a:lnSpc>
                <a:spcPct val="80000"/>
              </a:lnSpc>
              <a:buFont typeface="Arial" panose="020B0604020202020204" pitchFamily="34" charset="0"/>
              <a:buNone/>
            </a:pPr>
            <a:endParaRPr lang="en-US" altLang="en-US" sz="2000" b="1">
              <a:solidFill>
                <a:srgbClr val="000000"/>
              </a:solidFill>
              <a:cs typeface="Arial" panose="020B0604020202020204" pitchFamily="34" charset="0"/>
            </a:endParaRPr>
          </a:p>
          <a:p>
            <a:pPr>
              <a:lnSpc>
                <a:spcPct val="80000"/>
              </a:lnSpc>
              <a:buFont typeface="Arial" panose="020B0604020202020204" pitchFamily="34" charset="0"/>
              <a:buNone/>
            </a:pPr>
            <a:r>
              <a:rPr lang="en-US" altLang="en-US" sz="2000" b="1">
                <a:solidFill>
                  <a:srgbClr val="000000"/>
                </a:solidFill>
                <a:cs typeface="Arial" panose="020B0604020202020204" pitchFamily="34" charset="0"/>
              </a:rPr>
              <a:t>Class E Addresses</a:t>
            </a:r>
            <a:r>
              <a:rPr lang="en-US" altLang="en-US" sz="2000">
                <a:solidFill>
                  <a:srgbClr val="000000"/>
                </a:solidFill>
                <a:cs typeface="Arial" panose="020B0604020202020204" pitchFamily="34" charset="0"/>
              </a:rPr>
              <a:t/>
            </a:r>
            <a:br>
              <a:rPr lang="en-US" altLang="en-US" sz="2000">
                <a:solidFill>
                  <a:srgbClr val="000000"/>
                </a:solidFill>
                <a:cs typeface="Arial" panose="020B0604020202020204" pitchFamily="34" charset="0"/>
              </a:rPr>
            </a:br>
            <a:endParaRPr lang="en-US" altLang="en-US" sz="2000">
              <a:solidFill>
                <a:srgbClr val="000000"/>
              </a:solidFill>
              <a:cs typeface="Arial" panose="020B0604020202020204" pitchFamily="34" charset="0"/>
            </a:endParaRPr>
          </a:p>
          <a:p>
            <a:pPr>
              <a:lnSpc>
                <a:spcPct val="80000"/>
              </a:lnSpc>
            </a:pPr>
            <a:r>
              <a:rPr lang="en-US" altLang="en-US" sz="2000">
                <a:solidFill>
                  <a:srgbClr val="000000"/>
                </a:solidFill>
                <a:cs typeface="Arial" panose="020B0604020202020204" pitchFamily="34" charset="0"/>
              </a:rPr>
              <a:t>First octet of an IP address begins with 1111</a:t>
            </a:r>
          </a:p>
          <a:p>
            <a:pPr>
              <a:lnSpc>
                <a:spcPct val="80000"/>
              </a:lnSpc>
            </a:pPr>
            <a:r>
              <a:rPr lang="en-US" altLang="en-US" sz="2000">
                <a:solidFill>
                  <a:srgbClr val="000000"/>
                </a:solidFill>
                <a:cs typeface="Arial" panose="020B0604020202020204" pitchFamily="34" charset="0"/>
              </a:rPr>
              <a:t>First octet range 240 to 255.</a:t>
            </a:r>
          </a:p>
          <a:p>
            <a:pPr>
              <a:lnSpc>
                <a:spcPct val="80000"/>
              </a:lnSpc>
            </a:pPr>
            <a:r>
              <a:rPr lang="en-US" altLang="en-US" sz="2000">
                <a:solidFill>
                  <a:srgbClr val="000000"/>
                </a:solidFill>
                <a:cs typeface="Arial" panose="020B0604020202020204" pitchFamily="34" charset="0"/>
              </a:rPr>
              <a:t>Class E addresses are reserved for experimental purposes and should not be used for addressing hosts or multicast groups.  </a:t>
            </a:r>
          </a:p>
        </p:txBody>
      </p:sp>
      <p:sp>
        <p:nvSpPr>
          <p:cNvPr id="5" name="Slide Number Placeholder 3"/>
          <p:cNvSpPr>
            <a:spLocks noGrp="1"/>
          </p:cNvSpPr>
          <p:nvPr>
            <p:ph type="sldNum" sz="quarter" idx="12"/>
          </p:nvPr>
        </p:nvSpPr>
        <p:spPr>
          <a:xfrm>
            <a:off x="9753600" y="6629400"/>
            <a:ext cx="914400" cy="228600"/>
          </a:xfrm>
        </p:spPr>
        <p:txBody>
          <a:bodyPr/>
          <a:lstStyle/>
          <a:p>
            <a:fld id="{A09B271A-AADA-4046-A8C5-F355940C1C5C}" type="slidenum">
              <a:rPr lang="en-US" altLang="en-US"/>
              <a:pPr/>
              <a:t>58</a:t>
            </a:fld>
            <a:endParaRPr lang="en-US" altLang="en-US"/>
          </a:p>
        </p:txBody>
      </p:sp>
      <p:pic>
        <p:nvPicPr>
          <p:cNvPr id="1812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1" y="1143000"/>
            <a:ext cx="7362825"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12514610"/>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1" name="Rectangle 3"/>
          <p:cNvSpPr>
            <a:spLocks noGrp="1" noChangeArrowheads="1"/>
          </p:cNvSpPr>
          <p:nvPr>
            <p:ph type="title"/>
          </p:nvPr>
        </p:nvSpPr>
        <p:spPr>
          <a:xfrm>
            <a:off x="304800" y="304800"/>
            <a:ext cx="10515600" cy="1325563"/>
          </a:xfrm>
        </p:spPr>
        <p:txBody>
          <a:bodyPr/>
          <a:lstStyle/>
          <a:p>
            <a:r>
              <a:rPr lang="en-US" altLang="en-US" dirty="0">
                <a:solidFill>
                  <a:srgbClr val="FF0000"/>
                </a:solidFill>
              </a:rPr>
              <a:t>IP Addresses as Decimal Numbers</a:t>
            </a:r>
          </a:p>
        </p:txBody>
      </p:sp>
      <p:sp>
        <p:nvSpPr>
          <p:cNvPr id="4" name="Slide Number Placeholder 2"/>
          <p:cNvSpPr>
            <a:spLocks noGrp="1"/>
          </p:cNvSpPr>
          <p:nvPr>
            <p:ph type="sldNum" sz="quarter" idx="12"/>
          </p:nvPr>
        </p:nvSpPr>
        <p:spPr>
          <a:xfrm>
            <a:off x="9753600" y="6629400"/>
            <a:ext cx="914400" cy="228600"/>
          </a:xfrm>
        </p:spPr>
        <p:txBody>
          <a:bodyPr/>
          <a:lstStyle/>
          <a:p>
            <a:fld id="{9AB2310B-9A57-4D76-A005-D47F877B14ED}" type="slidenum">
              <a:rPr lang="en-US" altLang="en-US"/>
              <a:pPr/>
              <a:t>59</a:t>
            </a:fld>
            <a:endParaRPr lang="en-US" altLang="en-US"/>
          </a:p>
        </p:txBody>
      </p:sp>
      <p:pic>
        <p:nvPicPr>
          <p:cNvPr id="145410" name="Picture 2" descr="F09-18"/>
          <p:cNvPicPr>
            <a:picLocks noChangeAspect="1" noChangeArrowheads="1"/>
          </p:cNvPicPr>
          <p:nvPr/>
        </p:nvPicPr>
        <p:blipFill>
          <a:blip r:embed="rId2">
            <a:extLst>
              <a:ext uri="{28A0092B-C50C-407E-A947-70E740481C1C}">
                <a14:useLocalDpi xmlns:a14="http://schemas.microsoft.com/office/drawing/2010/main" val="0"/>
              </a:ext>
            </a:extLst>
          </a:blip>
          <a:srcRect b="7550"/>
          <a:stretch>
            <a:fillRect/>
          </a:stretch>
        </p:blipFill>
        <p:spPr bwMode="auto">
          <a:xfrm>
            <a:off x="2362200" y="1905000"/>
            <a:ext cx="7467600" cy="2457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859824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9" name="Rectangle 7"/>
          <p:cNvSpPr>
            <a:spLocks noGrp="1" noChangeArrowheads="1"/>
          </p:cNvSpPr>
          <p:nvPr>
            <p:ph type="title"/>
          </p:nvPr>
        </p:nvSpPr>
        <p:spPr>
          <a:xfrm>
            <a:off x="457200" y="277813"/>
            <a:ext cx="7772400" cy="762000"/>
          </a:xfrm>
        </p:spPr>
        <p:txBody>
          <a:bodyPr>
            <a:normAutofit fontScale="90000"/>
          </a:bodyPr>
          <a:lstStyle/>
          <a:p>
            <a:r>
              <a:rPr lang="en-US" altLang="en-US" dirty="0"/>
              <a:t>Network IDs and Broadcast Addresses</a:t>
            </a:r>
          </a:p>
        </p:txBody>
      </p:sp>
      <p:sp>
        <p:nvSpPr>
          <p:cNvPr id="8" name="Slide Number Placeholder 2"/>
          <p:cNvSpPr>
            <a:spLocks noGrp="1"/>
          </p:cNvSpPr>
          <p:nvPr>
            <p:ph type="sldNum" sz="quarter" idx="12"/>
          </p:nvPr>
        </p:nvSpPr>
        <p:spPr>
          <a:xfrm>
            <a:off x="9753600" y="6629400"/>
            <a:ext cx="914400" cy="228600"/>
          </a:xfrm>
        </p:spPr>
        <p:txBody>
          <a:bodyPr/>
          <a:lstStyle/>
          <a:p>
            <a:fld id="{88BBAD19-3A2E-4123-A752-296E05EBBA4E}" type="slidenum">
              <a:rPr lang="en-US" altLang="en-US"/>
              <a:pPr/>
              <a:t>60</a:t>
            </a:fld>
            <a:endParaRPr lang="en-US" altLang="en-US"/>
          </a:p>
        </p:txBody>
      </p:sp>
      <p:grpSp>
        <p:nvGrpSpPr>
          <p:cNvPr id="146434" name="Group 2"/>
          <p:cNvGrpSpPr>
            <a:grpSpLocks/>
          </p:cNvGrpSpPr>
          <p:nvPr/>
        </p:nvGrpSpPr>
        <p:grpSpPr bwMode="auto">
          <a:xfrm>
            <a:off x="1524000" y="2438400"/>
            <a:ext cx="9144000" cy="2209800"/>
            <a:chOff x="768" y="1056"/>
            <a:chExt cx="4032" cy="1200"/>
          </a:xfrm>
        </p:grpSpPr>
        <p:pic>
          <p:nvPicPr>
            <p:cNvPr id="14643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 y="1056"/>
              <a:ext cx="4032" cy="1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6436" name="Rectangle 4"/>
            <p:cNvSpPr>
              <a:spLocks noChangeArrowheads="1"/>
            </p:cNvSpPr>
            <p:nvPr/>
          </p:nvSpPr>
          <p:spPr bwMode="auto">
            <a:xfrm>
              <a:off x="4704" y="2112"/>
              <a:ext cx="96" cy="144"/>
            </a:xfrm>
            <a:prstGeom prst="rect">
              <a:avLst/>
            </a:prstGeom>
            <a:solidFill>
              <a:schemeClr val="bg1"/>
            </a:solidFill>
            <a:ln w="9525">
              <a:solidFill>
                <a:schemeClr val="bg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lstStyle/>
            <a:p>
              <a:endParaRPr lang="en-US"/>
            </a:p>
          </p:txBody>
        </p:sp>
      </p:grpSp>
      <p:sp>
        <p:nvSpPr>
          <p:cNvPr id="146437" name="Text Box 5"/>
          <p:cNvSpPr txBox="1">
            <a:spLocks noChangeArrowheads="1"/>
          </p:cNvSpPr>
          <p:nvPr/>
        </p:nvSpPr>
        <p:spPr bwMode="auto">
          <a:xfrm>
            <a:off x="1676400" y="5105401"/>
            <a:ext cx="8991600" cy="627735"/>
          </a:xfrm>
          <a:prstGeom prst="rect">
            <a:avLst/>
          </a:prstGeom>
          <a:noFill/>
          <a:ln w="9525">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73025" tIns="36512" rIns="73025" bIns="36512">
            <a:spAutoFit/>
          </a:bodyPr>
          <a:lstStyle/>
          <a:p>
            <a:pPr eaLnBrk="0" hangingPunct="0"/>
            <a:r>
              <a:rPr lang="en-US" altLang="en-US" b="1" dirty="0">
                <a:latin typeface="Arial" panose="020B0604020202020204" pitchFamily="34" charset="0"/>
                <a:cs typeface="Arial" panose="020B0604020202020204" pitchFamily="34" charset="0"/>
              </a:rPr>
              <a:t>An IP address such as 176.10.255.255 that has all binary 1s in the host bit positions is reserved for the broadcast address. </a:t>
            </a:r>
            <a:endParaRPr lang="en-US" altLang="en-US" b="1" dirty="0">
              <a:latin typeface="Arial" panose="020B0604020202020204" pitchFamily="34" charset="0"/>
            </a:endParaRPr>
          </a:p>
        </p:txBody>
      </p:sp>
      <p:sp>
        <p:nvSpPr>
          <p:cNvPr id="146438" name="Text Box 6"/>
          <p:cNvSpPr txBox="1">
            <a:spLocks noChangeArrowheads="1"/>
          </p:cNvSpPr>
          <p:nvPr/>
        </p:nvSpPr>
        <p:spPr bwMode="auto">
          <a:xfrm>
            <a:off x="1524000" y="1676401"/>
            <a:ext cx="9144000" cy="631825"/>
          </a:xfrm>
          <a:prstGeom prst="rect">
            <a:avLst/>
          </a:prstGeom>
          <a:noFill/>
          <a:ln w="9525">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73025" tIns="36512" rIns="73025" bIns="36512">
            <a:spAutoFit/>
          </a:bodyPr>
          <a:lstStyle/>
          <a:p>
            <a:pPr eaLnBrk="0" hangingPunct="0">
              <a:spcBef>
                <a:spcPct val="50000"/>
              </a:spcBef>
            </a:pPr>
            <a:r>
              <a:rPr lang="en-US" altLang="en-US" b="1" dirty="0">
                <a:latin typeface="Arial" panose="020B0604020202020204" pitchFamily="34" charset="0"/>
              </a:rPr>
              <a:t>An IP address such as 176.10.0.0 that has all binary 0s in the host bit positions is reserved for the network address.</a:t>
            </a:r>
          </a:p>
        </p:txBody>
      </p:sp>
    </p:spTree>
    <p:extLst>
      <p:ext uri="{BB962C8B-B14F-4D97-AF65-F5344CB8AC3E}">
        <p14:creationId xmlns:p14="http://schemas.microsoft.com/office/powerpoint/2010/main" val="837412812"/>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9" name="Rectangle 3"/>
          <p:cNvSpPr>
            <a:spLocks noGrp="1" noChangeArrowheads="1"/>
          </p:cNvSpPr>
          <p:nvPr>
            <p:ph type="title"/>
          </p:nvPr>
        </p:nvSpPr>
        <p:spPr>
          <a:xfrm>
            <a:off x="304800" y="304800"/>
            <a:ext cx="10515600" cy="1325563"/>
          </a:xfrm>
        </p:spPr>
        <p:txBody>
          <a:bodyPr/>
          <a:lstStyle/>
          <a:p>
            <a:r>
              <a:rPr lang="en-US" altLang="en-US" dirty="0">
                <a:solidFill>
                  <a:srgbClr val="FF0000"/>
                </a:solidFill>
              </a:rPr>
              <a:t>Private Addresses</a:t>
            </a:r>
          </a:p>
        </p:txBody>
      </p:sp>
      <p:sp>
        <p:nvSpPr>
          <p:cNvPr id="4" name="Slide Number Placeholder 2"/>
          <p:cNvSpPr>
            <a:spLocks noGrp="1"/>
          </p:cNvSpPr>
          <p:nvPr>
            <p:ph type="sldNum" sz="quarter" idx="12"/>
          </p:nvPr>
        </p:nvSpPr>
        <p:spPr>
          <a:xfrm>
            <a:off x="9753600" y="6629400"/>
            <a:ext cx="914400" cy="228600"/>
          </a:xfrm>
        </p:spPr>
        <p:txBody>
          <a:bodyPr/>
          <a:lstStyle/>
          <a:p>
            <a:fld id="{063B2C2E-E983-4DDD-845F-635863B56661}" type="slidenum">
              <a:rPr lang="en-US" altLang="en-US"/>
              <a:pPr/>
              <a:t>61</a:t>
            </a:fld>
            <a:endParaRPr lang="en-US" altLang="en-US"/>
          </a:p>
        </p:txBody>
      </p:sp>
      <p:pic>
        <p:nvPicPr>
          <p:cNvPr id="147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2286001"/>
            <a:ext cx="5791200" cy="2574925"/>
          </a:xfrm>
          <a:prstGeom prst="rect">
            <a:avLst/>
          </a:prstGeom>
          <a:solidFill>
            <a:srgbClr val="00B0F0"/>
          </a:solidFill>
          <a:ln>
            <a:solidFill>
              <a:schemeClr val="accent1">
                <a:lumMod val="40000"/>
                <a:lumOff val="60000"/>
              </a:schemeClr>
            </a:solidFill>
          </a:ln>
          <a:effectLst/>
        </p:spPr>
      </p:pic>
    </p:spTree>
    <p:extLst>
      <p:ext uri="{BB962C8B-B14F-4D97-AF65-F5344CB8AC3E}">
        <p14:creationId xmlns:p14="http://schemas.microsoft.com/office/powerpoint/2010/main" val="4125191091"/>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a:xfrm>
            <a:off x="304800" y="304800"/>
            <a:ext cx="10515600" cy="1325563"/>
          </a:xfrm>
        </p:spPr>
        <p:txBody>
          <a:bodyPr/>
          <a:lstStyle/>
          <a:p>
            <a:r>
              <a:rPr lang="en-US" altLang="en-US" dirty="0">
                <a:solidFill>
                  <a:srgbClr val="FF0000"/>
                </a:solidFill>
                <a:cs typeface="Times New Roman" panose="02020603050405020304" pitchFamily="18" charset="0"/>
              </a:rPr>
              <a:t>Reserved Address Space </a:t>
            </a:r>
          </a:p>
        </p:txBody>
      </p:sp>
      <p:sp>
        <p:nvSpPr>
          <p:cNvPr id="148483" name="Rectangle 3"/>
          <p:cNvSpPr>
            <a:spLocks noGrp="1" noChangeArrowheads="1"/>
          </p:cNvSpPr>
          <p:nvPr>
            <p:ph idx="1"/>
          </p:nvPr>
        </p:nvSpPr>
        <p:spPr>
          <a:xfrm>
            <a:off x="2743200" y="1905000"/>
            <a:ext cx="7696200" cy="2057400"/>
          </a:xfrm>
        </p:spPr>
        <p:txBody>
          <a:bodyPr/>
          <a:lstStyle/>
          <a:p>
            <a:r>
              <a:rPr lang="en-US" altLang="en-US">
                <a:cs typeface="Times New Roman" panose="02020603050405020304" pitchFamily="18" charset="0"/>
              </a:rPr>
              <a:t>Network ID</a:t>
            </a:r>
          </a:p>
          <a:p>
            <a:r>
              <a:rPr lang="en-US" altLang="en-US">
                <a:cs typeface="Times New Roman" panose="02020603050405020304" pitchFamily="18" charset="0"/>
              </a:rPr>
              <a:t>Broadcast address</a:t>
            </a:r>
          </a:p>
          <a:p>
            <a:r>
              <a:rPr lang="en-US" altLang="en-US">
                <a:cs typeface="Times New Roman" panose="02020603050405020304" pitchFamily="18" charset="0"/>
              </a:rPr>
              <a:t>Hosts for classes of IP addresses</a:t>
            </a:r>
            <a:endParaRPr lang="en-US" altLang="en-US"/>
          </a:p>
        </p:txBody>
      </p:sp>
      <p:sp>
        <p:nvSpPr>
          <p:cNvPr id="4" name="Slide Number Placeholder 3"/>
          <p:cNvSpPr>
            <a:spLocks noGrp="1"/>
          </p:cNvSpPr>
          <p:nvPr>
            <p:ph type="sldNum" sz="quarter" idx="12"/>
          </p:nvPr>
        </p:nvSpPr>
        <p:spPr>
          <a:xfrm>
            <a:off x="9753600" y="6629400"/>
            <a:ext cx="914400" cy="228600"/>
          </a:xfrm>
        </p:spPr>
        <p:txBody>
          <a:bodyPr/>
          <a:lstStyle/>
          <a:p>
            <a:fld id="{94A720F9-2CD5-440F-9BE3-CA4EA27D2CCF}" type="slidenum">
              <a:rPr lang="en-US" altLang="en-US"/>
              <a:pPr/>
              <a:t>62</a:t>
            </a:fld>
            <a:endParaRPr lang="en-US" altLang="en-US"/>
          </a:p>
        </p:txBody>
      </p:sp>
    </p:spTree>
    <p:extLst>
      <p:ext uri="{BB962C8B-B14F-4D97-AF65-F5344CB8AC3E}">
        <p14:creationId xmlns:p14="http://schemas.microsoft.com/office/powerpoint/2010/main" val="263795410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a:xfrm>
            <a:off x="234142" y="381000"/>
            <a:ext cx="10515600" cy="1325563"/>
          </a:xfrm>
        </p:spPr>
        <p:txBody>
          <a:bodyPr/>
          <a:lstStyle/>
          <a:p>
            <a:r>
              <a:rPr lang="en-US" altLang="en-US" dirty="0">
                <a:solidFill>
                  <a:srgbClr val="FF0000"/>
                </a:solidFill>
                <a:cs typeface="Times New Roman" panose="02020603050405020304" pitchFamily="18" charset="0"/>
              </a:rPr>
              <a:t>Basics of </a:t>
            </a:r>
            <a:r>
              <a:rPr lang="en-US" altLang="en-US" dirty="0" err="1">
                <a:solidFill>
                  <a:srgbClr val="FF0000"/>
                </a:solidFill>
                <a:cs typeface="Times New Roman" panose="02020603050405020304" pitchFamily="18" charset="0"/>
              </a:rPr>
              <a:t>Subnetting</a:t>
            </a:r>
            <a:r>
              <a:rPr lang="en-US" altLang="en-US" dirty="0">
                <a:solidFill>
                  <a:srgbClr val="FF0000"/>
                </a:solidFill>
                <a:cs typeface="Times New Roman" panose="02020603050405020304" pitchFamily="18" charset="0"/>
              </a:rPr>
              <a:t> </a:t>
            </a:r>
          </a:p>
        </p:txBody>
      </p:sp>
      <p:sp>
        <p:nvSpPr>
          <p:cNvPr id="149507" name="Rectangle 3"/>
          <p:cNvSpPr>
            <a:spLocks noGrp="1" noChangeArrowheads="1"/>
          </p:cNvSpPr>
          <p:nvPr>
            <p:ph idx="1"/>
          </p:nvPr>
        </p:nvSpPr>
        <p:spPr>
          <a:xfrm>
            <a:off x="2209800" y="1524000"/>
            <a:ext cx="7315200" cy="4648200"/>
          </a:xfrm>
        </p:spPr>
        <p:txBody>
          <a:bodyPr/>
          <a:lstStyle/>
          <a:p>
            <a:r>
              <a:rPr lang="en-US" altLang="en-US">
                <a:cs typeface="Times New Roman" panose="02020603050405020304" pitchFamily="18" charset="0"/>
              </a:rPr>
              <a:t>Classical IP addressing</a:t>
            </a:r>
          </a:p>
          <a:p>
            <a:r>
              <a:rPr lang="en-US" altLang="en-US">
                <a:cs typeface="Times New Roman" panose="02020603050405020304" pitchFamily="18" charset="0"/>
              </a:rPr>
              <a:t>Subnetworks</a:t>
            </a:r>
          </a:p>
          <a:p>
            <a:r>
              <a:rPr lang="en-US" altLang="en-US">
                <a:cs typeface="Times New Roman" panose="02020603050405020304" pitchFamily="18" charset="0"/>
              </a:rPr>
              <a:t>Subnet mask</a:t>
            </a:r>
          </a:p>
          <a:p>
            <a:r>
              <a:rPr lang="en-US" altLang="en-US">
                <a:cs typeface="Times New Roman" panose="02020603050405020304" pitchFamily="18" charset="0"/>
              </a:rPr>
              <a:t>Boolean operations: AND, OR, and NOT</a:t>
            </a:r>
          </a:p>
          <a:p>
            <a:r>
              <a:rPr lang="en-US" altLang="en-US">
                <a:cs typeface="Times New Roman" panose="02020603050405020304" pitchFamily="18" charset="0"/>
              </a:rPr>
              <a:t>Performing the AND function</a:t>
            </a:r>
            <a:endParaRPr lang="en-US" altLang="en-US"/>
          </a:p>
        </p:txBody>
      </p:sp>
      <p:sp>
        <p:nvSpPr>
          <p:cNvPr id="4" name="Slide Number Placeholder 3"/>
          <p:cNvSpPr>
            <a:spLocks noGrp="1"/>
          </p:cNvSpPr>
          <p:nvPr>
            <p:ph type="sldNum" sz="quarter" idx="12"/>
          </p:nvPr>
        </p:nvSpPr>
        <p:spPr>
          <a:xfrm>
            <a:off x="9753600" y="6629400"/>
            <a:ext cx="914400" cy="228600"/>
          </a:xfrm>
        </p:spPr>
        <p:txBody>
          <a:bodyPr/>
          <a:lstStyle/>
          <a:p>
            <a:fld id="{FA506B01-86E4-47CC-899C-446447DD7D7F}" type="slidenum">
              <a:rPr lang="en-US" altLang="en-US"/>
              <a:pPr/>
              <a:t>63</a:t>
            </a:fld>
            <a:endParaRPr lang="en-US" altLang="en-US"/>
          </a:p>
        </p:txBody>
      </p:sp>
    </p:spTree>
    <p:extLst>
      <p:ext uri="{BB962C8B-B14F-4D97-AF65-F5344CB8AC3E}">
        <p14:creationId xmlns:p14="http://schemas.microsoft.com/office/powerpoint/2010/main" val="2231417317"/>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a:xfrm>
            <a:off x="160713" y="228600"/>
            <a:ext cx="10515600" cy="1325563"/>
          </a:xfrm>
        </p:spPr>
        <p:txBody>
          <a:bodyPr/>
          <a:lstStyle/>
          <a:p>
            <a:r>
              <a:rPr lang="en-US" altLang="en-US" dirty="0">
                <a:solidFill>
                  <a:srgbClr val="FF0000"/>
                </a:solidFill>
              </a:rPr>
              <a:t>Subnetworks</a:t>
            </a:r>
          </a:p>
        </p:txBody>
      </p:sp>
      <p:sp>
        <p:nvSpPr>
          <p:cNvPr id="150531" name="Rectangle 3"/>
          <p:cNvSpPr>
            <a:spLocks noGrp="1" noChangeArrowheads="1"/>
          </p:cNvSpPr>
          <p:nvPr>
            <p:ph idx="1"/>
          </p:nvPr>
        </p:nvSpPr>
        <p:spPr>
          <a:xfrm>
            <a:off x="2133600" y="1828800"/>
            <a:ext cx="7543800" cy="3886200"/>
          </a:xfrm>
        </p:spPr>
        <p:txBody>
          <a:bodyPr/>
          <a:lstStyle/>
          <a:p>
            <a:pPr marL="0" indent="0">
              <a:buNone/>
            </a:pPr>
            <a:r>
              <a:rPr lang="en-US" altLang="en-US"/>
              <a:t>To create a subnet address, a network administrator borrows bits from the original host portion and designates them as the subnet field.</a:t>
            </a:r>
          </a:p>
          <a:p>
            <a:pPr marL="0" indent="0"/>
            <a:endParaRPr lang="en-US" altLang="en-US"/>
          </a:p>
        </p:txBody>
      </p:sp>
      <p:sp>
        <p:nvSpPr>
          <p:cNvPr id="4" name="Slide Number Placeholder 3"/>
          <p:cNvSpPr>
            <a:spLocks noGrp="1"/>
          </p:cNvSpPr>
          <p:nvPr>
            <p:ph type="sldNum" sz="quarter" idx="12"/>
          </p:nvPr>
        </p:nvSpPr>
        <p:spPr>
          <a:xfrm>
            <a:off x="9753600" y="6629400"/>
            <a:ext cx="914400" cy="228600"/>
          </a:xfrm>
        </p:spPr>
        <p:txBody>
          <a:bodyPr/>
          <a:lstStyle/>
          <a:p>
            <a:fld id="{4A3B5FC9-8D2A-44D7-9CDF-7E5EB775C6D2}" type="slidenum">
              <a:rPr lang="en-US" altLang="en-US"/>
              <a:pPr/>
              <a:t>64</a:t>
            </a:fld>
            <a:endParaRPr lang="en-US" altLang="en-US"/>
          </a:p>
        </p:txBody>
      </p:sp>
    </p:spTree>
    <p:extLst>
      <p:ext uri="{BB962C8B-B14F-4D97-AF65-F5344CB8AC3E}">
        <p14:creationId xmlns:p14="http://schemas.microsoft.com/office/powerpoint/2010/main" val="1824687251"/>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6" name="Rectangle 4"/>
          <p:cNvSpPr>
            <a:spLocks noGrp="1" noChangeArrowheads="1"/>
          </p:cNvSpPr>
          <p:nvPr>
            <p:ph type="title"/>
          </p:nvPr>
        </p:nvSpPr>
        <p:spPr>
          <a:xfrm>
            <a:off x="457200" y="321687"/>
            <a:ext cx="7772400" cy="609600"/>
          </a:xfrm>
        </p:spPr>
        <p:txBody>
          <a:bodyPr>
            <a:normAutofit fontScale="90000"/>
          </a:bodyPr>
          <a:lstStyle/>
          <a:p>
            <a:r>
              <a:rPr lang="en-US" altLang="en-US" dirty="0">
                <a:solidFill>
                  <a:srgbClr val="FF0000"/>
                </a:solidFill>
              </a:rPr>
              <a:t>Subnetworks</a:t>
            </a:r>
          </a:p>
        </p:txBody>
      </p:sp>
      <p:sp>
        <p:nvSpPr>
          <p:cNvPr id="5" name="Slide Number Placeholder 2"/>
          <p:cNvSpPr>
            <a:spLocks noGrp="1"/>
          </p:cNvSpPr>
          <p:nvPr>
            <p:ph type="sldNum" sz="quarter" idx="12"/>
          </p:nvPr>
        </p:nvSpPr>
        <p:spPr>
          <a:xfrm>
            <a:off x="9753600" y="6629400"/>
            <a:ext cx="914400" cy="228600"/>
          </a:xfrm>
        </p:spPr>
        <p:txBody>
          <a:bodyPr/>
          <a:lstStyle/>
          <a:p>
            <a:fld id="{DA981DD1-97A1-46CB-92CA-5CDC188558C6}" type="slidenum">
              <a:rPr lang="en-US" altLang="en-US"/>
              <a:pPr/>
              <a:t>65</a:t>
            </a:fld>
            <a:endParaRPr lang="en-US" altLang="en-US"/>
          </a:p>
        </p:txBody>
      </p:sp>
      <p:pic>
        <p:nvPicPr>
          <p:cNvPr id="151554" name="Picture 2"/>
          <p:cNvPicPr>
            <a:picLocks noChangeAspect="1" noChangeArrowheads="1"/>
          </p:cNvPicPr>
          <p:nvPr/>
        </p:nvPicPr>
        <p:blipFill>
          <a:blip r:embed="rId2">
            <a:extLst>
              <a:ext uri="{28A0092B-C50C-407E-A947-70E740481C1C}">
                <a14:useLocalDpi xmlns:a14="http://schemas.microsoft.com/office/drawing/2010/main" val="0"/>
              </a:ext>
            </a:extLst>
          </a:blip>
          <a:srcRect b="48785"/>
          <a:stretch>
            <a:fillRect/>
          </a:stretch>
        </p:blipFill>
        <p:spPr bwMode="auto">
          <a:xfrm>
            <a:off x="2743200" y="1371601"/>
            <a:ext cx="6705600" cy="172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155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3200400"/>
            <a:ext cx="6096000"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48129548"/>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title"/>
          </p:nvPr>
        </p:nvSpPr>
        <p:spPr/>
        <p:txBody>
          <a:bodyPr/>
          <a:lstStyle/>
          <a:p>
            <a:r>
              <a:rPr lang="en-US" altLang="en-US" dirty="0">
                <a:solidFill>
                  <a:srgbClr val="FF0000"/>
                </a:solidFill>
              </a:rPr>
              <a:t>Subnet Mask</a:t>
            </a:r>
          </a:p>
        </p:txBody>
      </p:sp>
      <p:sp>
        <p:nvSpPr>
          <p:cNvPr id="152579" name="Rectangle 3"/>
          <p:cNvSpPr>
            <a:spLocks noGrp="1" noChangeArrowheads="1"/>
          </p:cNvSpPr>
          <p:nvPr>
            <p:ph idx="1"/>
          </p:nvPr>
        </p:nvSpPr>
        <p:spPr>
          <a:xfrm>
            <a:off x="1752600" y="1752600"/>
            <a:ext cx="8610600" cy="4343400"/>
          </a:xfrm>
        </p:spPr>
        <p:txBody>
          <a:bodyPr/>
          <a:lstStyle/>
          <a:p>
            <a:r>
              <a:rPr lang="en-US" altLang="en-US" sz="2000"/>
              <a:t>Determines which part of an IP address is the network field and which part is the host field</a:t>
            </a:r>
          </a:p>
          <a:p>
            <a:r>
              <a:rPr lang="en-US" altLang="en-US" sz="2000"/>
              <a:t>Follow these steps to determine the subnet mask</a:t>
            </a:r>
            <a:r>
              <a:rPr lang="en-US" altLang="en-US"/>
              <a:t>:</a:t>
            </a:r>
          </a:p>
          <a:p>
            <a:pPr lvl="1"/>
            <a:r>
              <a:rPr lang="en-US" altLang="en-US" sz="2000"/>
              <a:t>1. Express the subnetwork IP address in binary form.</a:t>
            </a:r>
          </a:p>
          <a:p>
            <a:pPr lvl="1"/>
            <a:r>
              <a:rPr lang="en-US" altLang="en-US" sz="2000"/>
              <a:t>2. Replace the network and subnet portion of the address with all 1s.</a:t>
            </a:r>
          </a:p>
          <a:p>
            <a:pPr lvl="1"/>
            <a:r>
              <a:rPr lang="en-US" altLang="en-US" sz="2000"/>
              <a:t>3. Replace the host portion of the address with all 0s.</a:t>
            </a:r>
          </a:p>
          <a:p>
            <a:pPr lvl="1"/>
            <a:r>
              <a:rPr lang="en-US" altLang="en-US" sz="2000"/>
              <a:t>4. Convert the binary expression back to dotted-decimal notation.</a:t>
            </a:r>
          </a:p>
        </p:txBody>
      </p:sp>
      <p:sp>
        <p:nvSpPr>
          <p:cNvPr id="4" name="Slide Number Placeholder 3"/>
          <p:cNvSpPr>
            <a:spLocks noGrp="1"/>
          </p:cNvSpPr>
          <p:nvPr>
            <p:ph type="sldNum" sz="quarter" idx="12"/>
          </p:nvPr>
        </p:nvSpPr>
        <p:spPr>
          <a:xfrm>
            <a:off x="9753600" y="6629400"/>
            <a:ext cx="914400" cy="228600"/>
          </a:xfrm>
        </p:spPr>
        <p:txBody>
          <a:bodyPr/>
          <a:lstStyle/>
          <a:p>
            <a:fld id="{7CAD47E2-3945-4B40-992F-90A4E17234D2}" type="slidenum">
              <a:rPr lang="en-US" altLang="en-US"/>
              <a:pPr/>
              <a:t>66</a:t>
            </a:fld>
            <a:endParaRPr lang="en-US" altLang="en-US"/>
          </a:p>
        </p:txBody>
      </p:sp>
    </p:spTree>
    <p:extLst>
      <p:ext uri="{BB962C8B-B14F-4D97-AF65-F5344CB8AC3E}">
        <p14:creationId xmlns:p14="http://schemas.microsoft.com/office/powerpoint/2010/main" val="2381060554"/>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4" name="Rectangle 4"/>
          <p:cNvSpPr>
            <a:spLocks noGrp="1" noChangeArrowheads="1"/>
          </p:cNvSpPr>
          <p:nvPr>
            <p:ph type="title"/>
          </p:nvPr>
        </p:nvSpPr>
        <p:spPr>
          <a:xfrm>
            <a:off x="152400" y="152400"/>
            <a:ext cx="10515600" cy="1325563"/>
          </a:xfrm>
        </p:spPr>
        <p:txBody>
          <a:bodyPr/>
          <a:lstStyle/>
          <a:p>
            <a:r>
              <a:rPr lang="en-US" altLang="en-US" dirty="0">
                <a:solidFill>
                  <a:srgbClr val="FF0000"/>
                </a:solidFill>
              </a:rPr>
              <a:t>Subnet Mask</a:t>
            </a:r>
          </a:p>
        </p:txBody>
      </p:sp>
      <p:sp>
        <p:nvSpPr>
          <p:cNvPr id="5" name="Slide Number Placeholder 2"/>
          <p:cNvSpPr>
            <a:spLocks noGrp="1"/>
          </p:cNvSpPr>
          <p:nvPr>
            <p:ph type="sldNum" sz="quarter" idx="12"/>
          </p:nvPr>
        </p:nvSpPr>
        <p:spPr>
          <a:xfrm>
            <a:off x="9753600" y="6629400"/>
            <a:ext cx="914400" cy="228600"/>
          </a:xfrm>
        </p:spPr>
        <p:txBody>
          <a:bodyPr/>
          <a:lstStyle/>
          <a:p>
            <a:fld id="{EBB05500-E76E-451C-92B6-9EABE047EF88}" type="slidenum">
              <a:rPr lang="en-US" altLang="en-US"/>
              <a:pPr/>
              <a:t>67</a:t>
            </a:fld>
            <a:endParaRPr lang="en-US" altLang="en-US"/>
          </a:p>
        </p:txBody>
      </p:sp>
      <p:pic>
        <p:nvPicPr>
          <p:cNvPr id="153602" name="Picture 2"/>
          <p:cNvPicPr>
            <a:picLocks noChangeAspect="1" noChangeArrowheads="1"/>
          </p:cNvPicPr>
          <p:nvPr/>
        </p:nvPicPr>
        <p:blipFill>
          <a:blip r:embed="rId2">
            <a:extLst>
              <a:ext uri="{28A0092B-C50C-407E-A947-70E740481C1C}">
                <a14:useLocalDpi xmlns:a14="http://schemas.microsoft.com/office/drawing/2010/main" val="0"/>
              </a:ext>
            </a:extLst>
          </a:blip>
          <a:srcRect l="374"/>
          <a:stretch>
            <a:fillRect/>
          </a:stretch>
        </p:blipFill>
        <p:spPr bwMode="auto">
          <a:xfrm>
            <a:off x="1600200" y="1752600"/>
            <a:ext cx="99822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3603" name="Text Box 3"/>
          <p:cNvSpPr txBox="1">
            <a:spLocks noChangeArrowheads="1"/>
          </p:cNvSpPr>
          <p:nvPr/>
        </p:nvSpPr>
        <p:spPr bwMode="auto">
          <a:xfrm>
            <a:off x="3200400" y="4419600"/>
            <a:ext cx="5943600" cy="3507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025" tIns="36512" rIns="73025" bIns="36512">
            <a:spAutoFit/>
          </a:bodyPr>
          <a:lstStyle/>
          <a:p>
            <a:pPr eaLnBrk="0" hangingPunct="0">
              <a:spcBef>
                <a:spcPct val="50000"/>
              </a:spcBef>
            </a:pPr>
            <a:r>
              <a:rPr lang="en-US" altLang="en-US" b="1" i="1">
                <a:latin typeface="Arial" panose="020B0604020202020204" pitchFamily="34" charset="0"/>
              </a:rPr>
              <a:t>Subnet mask in decimal = 255.255.240.0</a:t>
            </a:r>
          </a:p>
        </p:txBody>
      </p:sp>
    </p:spTree>
    <p:extLst>
      <p:ext uri="{BB962C8B-B14F-4D97-AF65-F5344CB8AC3E}">
        <p14:creationId xmlns:p14="http://schemas.microsoft.com/office/powerpoint/2010/main" val="1611239073"/>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7" name="Rectangle 3"/>
          <p:cNvSpPr>
            <a:spLocks noGrp="1" noChangeArrowheads="1"/>
          </p:cNvSpPr>
          <p:nvPr>
            <p:ph type="title"/>
          </p:nvPr>
        </p:nvSpPr>
        <p:spPr/>
        <p:txBody>
          <a:bodyPr/>
          <a:lstStyle/>
          <a:p>
            <a:r>
              <a:rPr lang="en-US" altLang="en-US" dirty="0">
                <a:solidFill>
                  <a:srgbClr val="FF0000"/>
                </a:solidFill>
              </a:rPr>
              <a:t>Boolean Operations: AND, OR</a:t>
            </a:r>
            <a:r>
              <a:rPr lang="en-GB" altLang="en-US" dirty="0">
                <a:solidFill>
                  <a:srgbClr val="FF0000"/>
                </a:solidFill>
              </a:rPr>
              <a:t>,</a:t>
            </a:r>
            <a:r>
              <a:rPr lang="en-US" altLang="en-US" dirty="0">
                <a:solidFill>
                  <a:srgbClr val="FF0000"/>
                </a:solidFill>
              </a:rPr>
              <a:t> and NOT</a:t>
            </a:r>
          </a:p>
        </p:txBody>
      </p:sp>
      <p:sp>
        <p:nvSpPr>
          <p:cNvPr id="154626" name="Rectangle 2"/>
          <p:cNvSpPr>
            <a:spLocks noGrp="1" noChangeArrowheads="1"/>
          </p:cNvSpPr>
          <p:nvPr>
            <p:ph idx="1"/>
          </p:nvPr>
        </p:nvSpPr>
        <p:spPr>
          <a:xfrm>
            <a:off x="2362200" y="1828800"/>
            <a:ext cx="8077200" cy="4724400"/>
          </a:xfrm>
        </p:spPr>
        <p:txBody>
          <a:bodyPr/>
          <a:lstStyle/>
          <a:p>
            <a:r>
              <a:rPr lang="en-US" altLang="en-US" sz="2000"/>
              <a:t>AND is like multiplication. </a:t>
            </a:r>
          </a:p>
          <a:p>
            <a:r>
              <a:rPr lang="en-US" altLang="en-US" sz="2000"/>
              <a:t>OR is like addition. </a:t>
            </a:r>
          </a:p>
          <a:p>
            <a:r>
              <a:rPr lang="en-US" altLang="en-US" sz="2000"/>
              <a:t>NOT changes 1 to 0, and 0 to 1. </a:t>
            </a:r>
          </a:p>
        </p:txBody>
      </p:sp>
      <p:sp>
        <p:nvSpPr>
          <p:cNvPr id="4" name="Slide Number Placeholder 3"/>
          <p:cNvSpPr>
            <a:spLocks noGrp="1"/>
          </p:cNvSpPr>
          <p:nvPr>
            <p:ph type="sldNum" sz="quarter" idx="12"/>
          </p:nvPr>
        </p:nvSpPr>
        <p:spPr>
          <a:xfrm>
            <a:off x="9753600" y="6629400"/>
            <a:ext cx="914400" cy="228600"/>
          </a:xfrm>
        </p:spPr>
        <p:txBody>
          <a:bodyPr/>
          <a:lstStyle/>
          <a:p>
            <a:fld id="{8B1144AE-3A7C-4D8A-AFDC-D003C0EB6C2F}" type="slidenum">
              <a:rPr lang="en-US" altLang="en-US"/>
              <a:pPr/>
              <a:t>68</a:t>
            </a:fld>
            <a:endParaRPr lang="en-US" altLang="en-US"/>
          </a:p>
        </p:txBody>
      </p:sp>
    </p:spTree>
    <p:extLst>
      <p:ext uri="{BB962C8B-B14F-4D97-AF65-F5344CB8AC3E}">
        <p14:creationId xmlns:p14="http://schemas.microsoft.com/office/powerpoint/2010/main" val="732325418"/>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1" name="Rectangle 3"/>
          <p:cNvSpPr>
            <a:spLocks noGrp="1" noChangeArrowheads="1"/>
          </p:cNvSpPr>
          <p:nvPr>
            <p:ph type="title"/>
          </p:nvPr>
        </p:nvSpPr>
        <p:spPr/>
        <p:txBody>
          <a:bodyPr/>
          <a:lstStyle/>
          <a:p>
            <a:r>
              <a:rPr lang="en-US" altLang="en-US" dirty="0">
                <a:solidFill>
                  <a:srgbClr val="FF0000"/>
                </a:solidFill>
              </a:rPr>
              <a:t>Performing the AND Function</a:t>
            </a:r>
          </a:p>
        </p:txBody>
      </p:sp>
      <p:sp>
        <p:nvSpPr>
          <p:cNvPr id="4" name="Slide Number Placeholder 2"/>
          <p:cNvSpPr>
            <a:spLocks noGrp="1"/>
          </p:cNvSpPr>
          <p:nvPr>
            <p:ph type="sldNum" sz="quarter" idx="12"/>
          </p:nvPr>
        </p:nvSpPr>
        <p:spPr>
          <a:xfrm>
            <a:off x="9753600" y="6629400"/>
            <a:ext cx="914400" cy="228600"/>
          </a:xfrm>
        </p:spPr>
        <p:txBody>
          <a:bodyPr/>
          <a:lstStyle/>
          <a:p>
            <a:fld id="{C6B25AAB-76B1-48A4-B2D9-622F69E20A5E}" type="slidenum">
              <a:rPr lang="en-US" altLang="en-US"/>
              <a:pPr/>
              <a:t>69</a:t>
            </a:fld>
            <a:endParaRPr lang="en-US" altLang="en-US"/>
          </a:p>
        </p:txBody>
      </p:sp>
      <p:pic>
        <p:nvPicPr>
          <p:cNvPr id="1556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1752601"/>
            <a:ext cx="6477000" cy="432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32871139"/>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5" name="Rectangle 3"/>
          <p:cNvSpPr>
            <a:spLocks noGrp="1" noChangeArrowheads="1"/>
          </p:cNvSpPr>
          <p:nvPr>
            <p:ph type="title"/>
          </p:nvPr>
        </p:nvSpPr>
        <p:spPr>
          <a:xfrm>
            <a:off x="457200" y="152400"/>
            <a:ext cx="10515600" cy="1325563"/>
          </a:xfrm>
        </p:spPr>
        <p:txBody>
          <a:bodyPr/>
          <a:lstStyle/>
          <a:p>
            <a:r>
              <a:rPr lang="en-US" altLang="en-US" dirty="0">
                <a:solidFill>
                  <a:srgbClr val="FF0000"/>
                </a:solidFill>
              </a:rPr>
              <a:t>Range of Bits Needed to Create Subnets</a:t>
            </a:r>
          </a:p>
        </p:txBody>
      </p:sp>
      <p:sp>
        <p:nvSpPr>
          <p:cNvPr id="4" name="Slide Number Placeholder 2"/>
          <p:cNvSpPr>
            <a:spLocks noGrp="1"/>
          </p:cNvSpPr>
          <p:nvPr>
            <p:ph type="sldNum" sz="quarter" idx="12"/>
          </p:nvPr>
        </p:nvSpPr>
        <p:spPr>
          <a:xfrm>
            <a:off x="9753600" y="6629400"/>
            <a:ext cx="914400" cy="228600"/>
          </a:xfrm>
        </p:spPr>
        <p:txBody>
          <a:bodyPr/>
          <a:lstStyle/>
          <a:p>
            <a:fld id="{7021263E-D453-411A-B17C-AE45EB863425}" type="slidenum">
              <a:rPr lang="en-US" altLang="en-US"/>
              <a:pPr/>
              <a:t>70</a:t>
            </a:fld>
            <a:endParaRPr lang="en-US" altLang="en-US"/>
          </a:p>
        </p:txBody>
      </p:sp>
      <p:pic>
        <p:nvPicPr>
          <p:cNvPr id="1566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1752601"/>
            <a:ext cx="5943600" cy="431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77037539"/>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a:xfrm>
            <a:off x="762000" y="242888"/>
            <a:ext cx="10515600" cy="1325563"/>
          </a:xfrm>
        </p:spPr>
        <p:txBody>
          <a:bodyPr/>
          <a:lstStyle/>
          <a:p>
            <a:r>
              <a:rPr lang="en-US" altLang="en-US" dirty="0">
                <a:solidFill>
                  <a:srgbClr val="FF0000"/>
                </a:solidFill>
              </a:rPr>
              <a:t>Subnet Addresses</a:t>
            </a:r>
          </a:p>
        </p:txBody>
      </p:sp>
      <p:sp>
        <p:nvSpPr>
          <p:cNvPr id="4" name="Slide Number Placeholder 2"/>
          <p:cNvSpPr>
            <a:spLocks noGrp="1"/>
          </p:cNvSpPr>
          <p:nvPr>
            <p:ph type="sldNum" sz="quarter" idx="12"/>
          </p:nvPr>
        </p:nvSpPr>
        <p:spPr>
          <a:xfrm>
            <a:off x="9753600" y="6629400"/>
            <a:ext cx="914400" cy="228600"/>
          </a:xfrm>
        </p:spPr>
        <p:txBody>
          <a:bodyPr/>
          <a:lstStyle/>
          <a:p>
            <a:fld id="{66EF4EC9-7D80-4013-8DF7-3D58A7824390}" type="slidenum">
              <a:rPr lang="en-US" altLang="en-US"/>
              <a:pPr/>
              <a:t>71</a:t>
            </a:fld>
            <a:endParaRPr lang="en-US" altLang="en-US"/>
          </a:p>
        </p:txBody>
      </p:sp>
      <p:pic>
        <p:nvPicPr>
          <p:cNvPr id="1576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2057400"/>
            <a:ext cx="7620000" cy="2757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0281746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p:txBody>
          <a:bodyPr/>
          <a:lstStyle/>
          <a:p>
            <a:r>
              <a:rPr lang="en-US" altLang="en-US" dirty="0">
                <a:solidFill>
                  <a:srgbClr val="FF0000"/>
                </a:solidFill>
                <a:cs typeface="Times New Roman" panose="02020603050405020304" pitchFamily="18" charset="0"/>
              </a:rPr>
              <a:t>Creating a Subnet </a:t>
            </a:r>
          </a:p>
        </p:txBody>
      </p:sp>
      <p:sp>
        <p:nvSpPr>
          <p:cNvPr id="159747" name="Rectangle 3"/>
          <p:cNvSpPr>
            <a:spLocks noGrp="1" noChangeArrowheads="1"/>
          </p:cNvSpPr>
          <p:nvPr>
            <p:ph idx="1"/>
          </p:nvPr>
        </p:nvSpPr>
        <p:spPr>
          <a:xfrm>
            <a:off x="1447800" y="1752600"/>
            <a:ext cx="9906000" cy="4114800"/>
          </a:xfrm>
        </p:spPr>
        <p:txBody>
          <a:bodyPr/>
          <a:lstStyle/>
          <a:p>
            <a:pPr>
              <a:lnSpc>
                <a:spcPct val="85000"/>
              </a:lnSpc>
            </a:pPr>
            <a:r>
              <a:rPr lang="en-US" altLang="en-US" sz="2800" dirty="0">
                <a:cs typeface="Times New Roman" panose="02020603050405020304" pitchFamily="18" charset="0"/>
              </a:rPr>
              <a:t>Determining subnet mask size</a:t>
            </a:r>
          </a:p>
          <a:p>
            <a:pPr>
              <a:lnSpc>
                <a:spcPct val="85000"/>
              </a:lnSpc>
            </a:pPr>
            <a:r>
              <a:rPr lang="en-US" altLang="en-US" sz="2800" dirty="0">
                <a:cs typeface="Times New Roman" panose="02020603050405020304" pitchFamily="18" charset="0"/>
              </a:rPr>
              <a:t>Computing subnet mask and IP address</a:t>
            </a:r>
          </a:p>
          <a:p>
            <a:pPr>
              <a:lnSpc>
                <a:spcPct val="85000"/>
              </a:lnSpc>
            </a:pPr>
            <a:r>
              <a:rPr lang="en-US" altLang="en-US" sz="2800" dirty="0">
                <a:cs typeface="Times New Roman" panose="02020603050405020304" pitchFamily="18" charset="0"/>
              </a:rPr>
              <a:t>Computing hosts per subnetwork</a:t>
            </a:r>
          </a:p>
          <a:p>
            <a:pPr>
              <a:lnSpc>
                <a:spcPct val="85000"/>
              </a:lnSpc>
            </a:pPr>
            <a:r>
              <a:rPr lang="en-US" altLang="en-US" sz="2800" dirty="0">
                <a:cs typeface="Times New Roman" panose="02020603050405020304" pitchFamily="18" charset="0"/>
              </a:rPr>
              <a:t>Boolean AND operation</a:t>
            </a:r>
          </a:p>
          <a:p>
            <a:pPr>
              <a:lnSpc>
                <a:spcPct val="85000"/>
              </a:lnSpc>
            </a:pPr>
            <a:r>
              <a:rPr lang="en-US" altLang="en-US" sz="2800" dirty="0">
                <a:cs typeface="Times New Roman" panose="02020603050405020304" pitchFamily="18" charset="0"/>
              </a:rPr>
              <a:t>IP configuration on a network diagram</a:t>
            </a:r>
          </a:p>
          <a:p>
            <a:pPr>
              <a:lnSpc>
                <a:spcPct val="85000"/>
              </a:lnSpc>
            </a:pPr>
            <a:r>
              <a:rPr lang="en-US" altLang="en-US" sz="2800" dirty="0">
                <a:cs typeface="Times New Roman" panose="02020603050405020304" pitchFamily="18" charset="0"/>
              </a:rPr>
              <a:t>Host and subnet schemes</a:t>
            </a:r>
          </a:p>
          <a:p>
            <a:pPr>
              <a:lnSpc>
                <a:spcPct val="85000"/>
              </a:lnSpc>
            </a:pPr>
            <a:r>
              <a:rPr lang="en-US" altLang="en-US" sz="2800" dirty="0">
                <a:cs typeface="Times New Roman" panose="02020603050405020304" pitchFamily="18" charset="0"/>
              </a:rPr>
              <a:t>Private addresses</a:t>
            </a:r>
            <a:endParaRPr lang="en-US" altLang="en-US" sz="2800" dirty="0"/>
          </a:p>
        </p:txBody>
      </p:sp>
      <p:sp>
        <p:nvSpPr>
          <p:cNvPr id="4" name="Slide Number Placeholder 3"/>
          <p:cNvSpPr>
            <a:spLocks noGrp="1"/>
          </p:cNvSpPr>
          <p:nvPr>
            <p:ph type="sldNum" sz="quarter" idx="12"/>
          </p:nvPr>
        </p:nvSpPr>
        <p:spPr>
          <a:xfrm>
            <a:off x="9753600" y="6629400"/>
            <a:ext cx="914400" cy="228600"/>
          </a:xfrm>
        </p:spPr>
        <p:txBody>
          <a:bodyPr/>
          <a:lstStyle/>
          <a:p>
            <a:fld id="{D7387A05-2FC7-4F65-9601-B8D4E8B3A58F}" type="slidenum">
              <a:rPr lang="en-US" altLang="en-US"/>
              <a:pPr/>
              <a:t>72</a:t>
            </a:fld>
            <a:endParaRPr lang="en-US" altLang="en-US"/>
          </a:p>
        </p:txBody>
      </p:sp>
    </p:spTree>
    <p:extLst>
      <p:ext uri="{BB962C8B-B14F-4D97-AF65-F5344CB8AC3E}">
        <p14:creationId xmlns:p14="http://schemas.microsoft.com/office/powerpoint/2010/main" val="323816072"/>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2" name="Rectangle 4"/>
          <p:cNvSpPr>
            <a:spLocks noGrp="1" noChangeArrowheads="1"/>
          </p:cNvSpPr>
          <p:nvPr>
            <p:ph type="title"/>
          </p:nvPr>
        </p:nvSpPr>
        <p:spPr>
          <a:xfrm>
            <a:off x="160713" y="-41276"/>
            <a:ext cx="10515600" cy="1325563"/>
          </a:xfrm>
        </p:spPr>
        <p:txBody>
          <a:bodyPr/>
          <a:lstStyle/>
          <a:p>
            <a:r>
              <a:rPr lang="en-US" altLang="en-US" dirty="0">
                <a:solidFill>
                  <a:srgbClr val="00B0F0"/>
                </a:solidFill>
              </a:rPr>
              <a:t>Determining Subnet Mask Size</a:t>
            </a:r>
          </a:p>
        </p:txBody>
      </p:sp>
      <p:sp>
        <p:nvSpPr>
          <p:cNvPr id="5" name="Slide Number Placeholder 2"/>
          <p:cNvSpPr>
            <a:spLocks noGrp="1"/>
          </p:cNvSpPr>
          <p:nvPr>
            <p:ph type="sldNum" sz="quarter" idx="12"/>
          </p:nvPr>
        </p:nvSpPr>
        <p:spPr>
          <a:xfrm>
            <a:off x="9753600" y="6629400"/>
            <a:ext cx="914400" cy="228600"/>
          </a:xfrm>
        </p:spPr>
        <p:txBody>
          <a:bodyPr/>
          <a:lstStyle/>
          <a:p>
            <a:fld id="{56A810E1-64BF-41D8-AAD1-E036BCAFA221}" type="slidenum">
              <a:rPr lang="en-US" altLang="en-US"/>
              <a:pPr/>
              <a:t>73</a:t>
            </a:fld>
            <a:endParaRPr lang="en-US" altLang="en-US"/>
          </a:p>
        </p:txBody>
      </p:sp>
      <p:pic>
        <p:nvPicPr>
          <p:cNvPr id="1607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2800" y="1676400"/>
            <a:ext cx="5334000" cy="303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0771" name="Text Box 3"/>
          <p:cNvSpPr txBox="1">
            <a:spLocks noChangeArrowheads="1"/>
          </p:cNvSpPr>
          <p:nvPr/>
        </p:nvSpPr>
        <p:spPr bwMode="auto">
          <a:xfrm>
            <a:off x="2590800" y="5105401"/>
            <a:ext cx="75438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025" tIns="36512" rIns="73025" bIns="36512">
            <a:spAutoFit/>
          </a:bodyPr>
          <a:lstStyle/>
          <a:p>
            <a:pPr algn="ctr" eaLnBrk="0" hangingPunct="0">
              <a:spcBef>
                <a:spcPct val="50000"/>
              </a:spcBef>
            </a:pPr>
            <a:r>
              <a:rPr lang="en-US" altLang="en-US" sz="2000">
                <a:latin typeface="Arial" panose="020B0604020202020204" pitchFamily="34" charset="0"/>
              </a:rPr>
              <a:t>Class B address with 8 bits borrowed for the subnet</a:t>
            </a:r>
          </a:p>
          <a:p>
            <a:pPr eaLnBrk="0" hangingPunct="0">
              <a:spcBef>
                <a:spcPct val="50000"/>
              </a:spcBef>
            </a:pPr>
            <a:r>
              <a:rPr lang="en-US" altLang="en-US" sz="2000">
                <a:latin typeface="Arial" panose="020B0604020202020204" pitchFamily="34" charset="0"/>
              </a:rPr>
              <a:t>130.5.2.144 (8 bits borrowed for subnetting) routes to subnet 130.5.2.0 rather than just to network 130.5.0.0.</a:t>
            </a:r>
          </a:p>
        </p:txBody>
      </p:sp>
    </p:spTree>
    <p:extLst>
      <p:ext uri="{BB962C8B-B14F-4D97-AF65-F5344CB8AC3E}">
        <p14:creationId xmlns:p14="http://schemas.microsoft.com/office/powerpoint/2010/main" val="4154936245"/>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816" name="Rectangle 24"/>
          <p:cNvSpPr>
            <a:spLocks noGrp="1" noChangeArrowheads="1"/>
          </p:cNvSpPr>
          <p:nvPr>
            <p:ph type="title"/>
          </p:nvPr>
        </p:nvSpPr>
        <p:spPr>
          <a:xfrm>
            <a:off x="304800" y="-108744"/>
            <a:ext cx="10515600" cy="1325563"/>
          </a:xfrm>
        </p:spPr>
        <p:txBody>
          <a:bodyPr/>
          <a:lstStyle/>
          <a:p>
            <a:r>
              <a:rPr lang="en-US" altLang="en-US" dirty="0">
                <a:solidFill>
                  <a:srgbClr val="00B0F0"/>
                </a:solidFill>
              </a:rPr>
              <a:t>Determining Subnet Mask Size</a:t>
            </a:r>
          </a:p>
        </p:txBody>
      </p:sp>
      <p:sp>
        <p:nvSpPr>
          <p:cNvPr id="25" name="Slide Number Placeholder 2"/>
          <p:cNvSpPr>
            <a:spLocks noGrp="1"/>
          </p:cNvSpPr>
          <p:nvPr>
            <p:ph type="sldNum" sz="quarter" idx="12"/>
          </p:nvPr>
        </p:nvSpPr>
        <p:spPr>
          <a:xfrm>
            <a:off x="9753600" y="6629400"/>
            <a:ext cx="914400" cy="228600"/>
          </a:xfrm>
        </p:spPr>
        <p:txBody>
          <a:bodyPr/>
          <a:lstStyle/>
          <a:p>
            <a:fld id="{B115BFBC-4292-42EE-AA2D-79CF5024ED40}" type="slidenum">
              <a:rPr lang="en-US" altLang="en-US"/>
              <a:pPr/>
              <a:t>74</a:t>
            </a:fld>
            <a:endParaRPr lang="en-US" altLang="en-US"/>
          </a:p>
        </p:txBody>
      </p:sp>
      <p:sp>
        <p:nvSpPr>
          <p:cNvPr id="161794" name="Text Box 2"/>
          <p:cNvSpPr txBox="1">
            <a:spLocks noChangeArrowheads="1"/>
          </p:cNvSpPr>
          <p:nvPr/>
        </p:nvSpPr>
        <p:spPr bwMode="auto">
          <a:xfrm>
            <a:off x="2743200" y="4876801"/>
            <a:ext cx="6553200" cy="627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025" tIns="36512" rIns="73025" bIns="36512">
            <a:spAutoFit/>
          </a:bodyPr>
          <a:lstStyle/>
          <a:p>
            <a:pPr eaLnBrk="0" hangingPunct="0">
              <a:spcBef>
                <a:spcPct val="50000"/>
              </a:spcBef>
            </a:pPr>
            <a:r>
              <a:rPr lang="en-US" altLang="en-US">
                <a:latin typeface="Arial" panose="020B0604020202020204" pitchFamily="34" charset="0"/>
              </a:rPr>
              <a:t>The address 197.15.22.131 would be on the subnet 197.15.22.128.</a:t>
            </a:r>
            <a:endParaRPr lang="en-US" altLang="en-US" i="1">
              <a:latin typeface="Arial" panose="020B0604020202020204" pitchFamily="34" charset="0"/>
            </a:endParaRPr>
          </a:p>
        </p:txBody>
      </p:sp>
      <p:graphicFrame>
        <p:nvGraphicFramePr>
          <p:cNvPr id="161795" name="Group 3"/>
          <p:cNvGraphicFramePr>
            <a:graphicFrameLocks noGrp="1"/>
          </p:cNvGraphicFramePr>
          <p:nvPr/>
        </p:nvGraphicFramePr>
        <p:xfrm>
          <a:off x="2743200" y="3048000"/>
          <a:ext cx="6400800" cy="1625600"/>
        </p:xfrm>
        <a:graphic>
          <a:graphicData uri="http://schemas.openxmlformats.org/drawingml/2006/table">
            <a:tbl>
              <a:tblPr/>
              <a:tblGrid>
                <a:gridCol w="1417638">
                  <a:extLst>
                    <a:ext uri="{9D8B030D-6E8A-4147-A177-3AD203B41FA5}">
                      <a16:colId xmlns:a16="http://schemas.microsoft.com/office/drawing/2014/main" val="2667159732"/>
                    </a:ext>
                  </a:extLst>
                </a:gridCol>
                <a:gridCol w="1417637">
                  <a:extLst>
                    <a:ext uri="{9D8B030D-6E8A-4147-A177-3AD203B41FA5}">
                      <a16:colId xmlns:a16="http://schemas.microsoft.com/office/drawing/2014/main" val="818216019"/>
                    </a:ext>
                  </a:extLst>
                </a:gridCol>
                <a:gridCol w="1431925">
                  <a:extLst>
                    <a:ext uri="{9D8B030D-6E8A-4147-A177-3AD203B41FA5}">
                      <a16:colId xmlns:a16="http://schemas.microsoft.com/office/drawing/2014/main" val="1816908355"/>
                    </a:ext>
                  </a:extLst>
                </a:gridCol>
                <a:gridCol w="838200">
                  <a:extLst>
                    <a:ext uri="{9D8B030D-6E8A-4147-A177-3AD203B41FA5}">
                      <a16:colId xmlns:a16="http://schemas.microsoft.com/office/drawing/2014/main" val="837426029"/>
                    </a:ext>
                  </a:extLst>
                </a:gridCol>
                <a:gridCol w="1295400">
                  <a:extLst>
                    <a:ext uri="{9D8B030D-6E8A-4147-A177-3AD203B41FA5}">
                      <a16:colId xmlns:a16="http://schemas.microsoft.com/office/drawing/2014/main" val="1212785809"/>
                    </a:ext>
                  </a:extLst>
                </a:gridCol>
              </a:tblGrid>
              <a:tr h="933450">
                <a:tc>
                  <a:txBody>
                    <a:bodyPr/>
                    <a:lstStyle>
                      <a:lvl1pPr>
                        <a:spcBef>
                          <a:spcPct val="20000"/>
                        </a:spcBef>
                        <a:buClr>
                          <a:srgbClr val="009999"/>
                        </a:buClr>
                        <a:buSzPct val="125000"/>
                        <a:buFont typeface="Arial" panose="020B0604020202020204" pitchFamily="34" charset="0"/>
                        <a:defRPr sz="2000">
                          <a:solidFill>
                            <a:schemeClr val="tx1"/>
                          </a:solidFill>
                          <a:latin typeface="Arial" panose="020B0604020202020204" pitchFamily="34" charset="0"/>
                        </a:defRPr>
                      </a:lvl1pPr>
                      <a:lvl2pPr marL="346075" indent="111125">
                        <a:spcBef>
                          <a:spcPct val="20000"/>
                        </a:spcBef>
                        <a:buClr>
                          <a:srgbClr val="009999"/>
                        </a:buClr>
                        <a:defRPr sz="2000">
                          <a:solidFill>
                            <a:schemeClr val="tx1"/>
                          </a:solidFill>
                          <a:latin typeface="Arial" panose="020B0604020202020204" pitchFamily="34" charset="0"/>
                        </a:defRPr>
                      </a:lvl2pPr>
                      <a:lvl3pPr marL="692150" indent="222250">
                        <a:spcBef>
                          <a:spcPct val="20000"/>
                        </a:spcBef>
                        <a:buClr>
                          <a:srgbClr val="009999"/>
                        </a:buClr>
                        <a:defRPr sz="2000">
                          <a:solidFill>
                            <a:schemeClr val="tx1"/>
                          </a:solidFill>
                          <a:latin typeface="Arial" panose="020B0604020202020204" pitchFamily="34" charset="0"/>
                        </a:defRPr>
                      </a:lvl3pPr>
                      <a:lvl4pPr marL="1030288" indent="341313">
                        <a:spcBef>
                          <a:spcPct val="20000"/>
                        </a:spcBef>
                        <a:buClr>
                          <a:srgbClr val="009999"/>
                        </a:buClr>
                        <a:defRPr sz="2000">
                          <a:solidFill>
                            <a:schemeClr val="tx1"/>
                          </a:solidFill>
                          <a:latin typeface="Arial" panose="020B0604020202020204" pitchFamily="34" charset="0"/>
                        </a:defRPr>
                      </a:lvl4pPr>
                      <a:lvl5pPr marL="1371600" indent="457200">
                        <a:spcBef>
                          <a:spcPct val="20000"/>
                        </a:spcBef>
                        <a:buClr>
                          <a:srgbClr val="009999"/>
                        </a:buClr>
                        <a:defRPr sz="2000">
                          <a:solidFill>
                            <a:schemeClr val="tx1"/>
                          </a:solidFill>
                          <a:latin typeface="Arial" panose="020B0604020202020204" pitchFamily="34" charset="0"/>
                        </a:defRPr>
                      </a:lvl5pPr>
                      <a:lvl6pPr marL="1828800" indent="457200" fontAlgn="base">
                        <a:spcBef>
                          <a:spcPct val="20000"/>
                        </a:spcBef>
                        <a:spcAft>
                          <a:spcPct val="0"/>
                        </a:spcAft>
                        <a:buClr>
                          <a:srgbClr val="009999"/>
                        </a:buClr>
                        <a:defRPr sz="2000">
                          <a:solidFill>
                            <a:schemeClr val="tx1"/>
                          </a:solidFill>
                          <a:latin typeface="Arial" panose="020B0604020202020204" pitchFamily="34" charset="0"/>
                        </a:defRPr>
                      </a:lvl6pPr>
                      <a:lvl7pPr marL="2286000" indent="457200" fontAlgn="base">
                        <a:spcBef>
                          <a:spcPct val="20000"/>
                        </a:spcBef>
                        <a:spcAft>
                          <a:spcPct val="0"/>
                        </a:spcAft>
                        <a:buClr>
                          <a:srgbClr val="009999"/>
                        </a:buClr>
                        <a:defRPr sz="2000">
                          <a:solidFill>
                            <a:schemeClr val="tx1"/>
                          </a:solidFill>
                          <a:latin typeface="Arial" panose="020B0604020202020204" pitchFamily="34" charset="0"/>
                        </a:defRPr>
                      </a:lvl7pPr>
                      <a:lvl8pPr marL="2743200" indent="457200" fontAlgn="base">
                        <a:spcBef>
                          <a:spcPct val="20000"/>
                        </a:spcBef>
                        <a:spcAft>
                          <a:spcPct val="0"/>
                        </a:spcAft>
                        <a:buClr>
                          <a:srgbClr val="009999"/>
                        </a:buClr>
                        <a:defRPr sz="2000">
                          <a:solidFill>
                            <a:schemeClr val="tx1"/>
                          </a:solidFill>
                          <a:latin typeface="Arial" panose="020B0604020202020204" pitchFamily="34" charset="0"/>
                        </a:defRPr>
                      </a:lvl8pPr>
                      <a:lvl9pPr marL="3200400" indent="457200" fontAlgn="base">
                        <a:spcBef>
                          <a:spcPct val="20000"/>
                        </a:spcBef>
                        <a:spcAft>
                          <a:spcPct val="0"/>
                        </a:spcAft>
                        <a:buClr>
                          <a:srgbClr val="009999"/>
                        </a:buClr>
                        <a:defRPr sz="20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009999"/>
                        </a:buClr>
                        <a:buSzPct val="125000"/>
                        <a:buFont typeface="Arial" panose="020B0604020202020204" pitchFamily="34" charset="0"/>
                        <a:buNone/>
                        <a:tabLst/>
                      </a:pPr>
                      <a:r>
                        <a:rPr kumimoji="0" lang="en-US" altLang="en-US" sz="1800" b="0" i="0" u="none" strike="noStrike" cap="none" normalizeH="0" baseline="0" smtClean="0">
                          <a:ln>
                            <a:noFill/>
                          </a:ln>
                          <a:solidFill>
                            <a:schemeClr val="tx1"/>
                          </a:solidFill>
                          <a:effectLst/>
                          <a:latin typeface="Times New Roman" panose="02020603050405020304" pitchFamily="18" charset="0"/>
                        </a:rPr>
                        <a:t>11000101</a:t>
                      </a:r>
                    </a:p>
                  </a:txBody>
                  <a:tcPr marL="73152" marR="73152" marT="36576" marB="36576" anchor="ctr" anchorCtr="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5DEB1"/>
                    </a:solidFill>
                  </a:tcPr>
                </a:tc>
                <a:tc>
                  <a:txBody>
                    <a:bodyPr/>
                    <a:lstStyle>
                      <a:lvl1pPr>
                        <a:spcBef>
                          <a:spcPct val="20000"/>
                        </a:spcBef>
                        <a:buClr>
                          <a:srgbClr val="009999"/>
                        </a:buClr>
                        <a:buSzPct val="125000"/>
                        <a:buFont typeface="Arial" panose="020B0604020202020204" pitchFamily="34" charset="0"/>
                        <a:defRPr sz="2000">
                          <a:solidFill>
                            <a:schemeClr val="tx1"/>
                          </a:solidFill>
                          <a:latin typeface="Arial" panose="020B0604020202020204" pitchFamily="34" charset="0"/>
                        </a:defRPr>
                      </a:lvl1pPr>
                      <a:lvl2pPr marL="346075" indent="111125">
                        <a:spcBef>
                          <a:spcPct val="20000"/>
                        </a:spcBef>
                        <a:buClr>
                          <a:srgbClr val="009999"/>
                        </a:buClr>
                        <a:defRPr sz="2000">
                          <a:solidFill>
                            <a:schemeClr val="tx1"/>
                          </a:solidFill>
                          <a:latin typeface="Arial" panose="020B0604020202020204" pitchFamily="34" charset="0"/>
                        </a:defRPr>
                      </a:lvl2pPr>
                      <a:lvl3pPr marL="692150" indent="222250">
                        <a:spcBef>
                          <a:spcPct val="20000"/>
                        </a:spcBef>
                        <a:buClr>
                          <a:srgbClr val="009999"/>
                        </a:buClr>
                        <a:defRPr sz="2000">
                          <a:solidFill>
                            <a:schemeClr val="tx1"/>
                          </a:solidFill>
                          <a:latin typeface="Arial" panose="020B0604020202020204" pitchFamily="34" charset="0"/>
                        </a:defRPr>
                      </a:lvl3pPr>
                      <a:lvl4pPr marL="1030288" indent="341313">
                        <a:spcBef>
                          <a:spcPct val="20000"/>
                        </a:spcBef>
                        <a:buClr>
                          <a:srgbClr val="009999"/>
                        </a:buClr>
                        <a:defRPr sz="2000">
                          <a:solidFill>
                            <a:schemeClr val="tx1"/>
                          </a:solidFill>
                          <a:latin typeface="Arial" panose="020B0604020202020204" pitchFamily="34" charset="0"/>
                        </a:defRPr>
                      </a:lvl4pPr>
                      <a:lvl5pPr marL="1371600" indent="457200">
                        <a:spcBef>
                          <a:spcPct val="20000"/>
                        </a:spcBef>
                        <a:buClr>
                          <a:srgbClr val="009999"/>
                        </a:buClr>
                        <a:defRPr sz="2000">
                          <a:solidFill>
                            <a:schemeClr val="tx1"/>
                          </a:solidFill>
                          <a:latin typeface="Arial" panose="020B0604020202020204" pitchFamily="34" charset="0"/>
                        </a:defRPr>
                      </a:lvl5pPr>
                      <a:lvl6pPr marL="1828800" indent="457200" fontAlgn="base">
                        <a:spcBef>
                          <a:spcPct val="20000"/>
                        </a:spcBef>
                        <a:spcAft>
                          <a:spcPct val="0"/>
                        </a:spcAft>
                        <a:buClr>
                          <a:srgbClr val="009999"/>
                        </a:buClr>
                        <a:defRPr sz="2000">
                          <a:solidFill>
                            <a:schemeClr val="tx1"/>
                          </a:solidFill>
                          <a:latin typeface="Arial" panose="020B0604020202020204" pitchFamily="34" charset="0"/>
                        </a:defRPr>
                      </a:lvl6pPr>
                      <a:lvl7pPr marL="2286000" indent="457200" fontAlgn="base">
                        <a:spcBef>
                          <a:spcPct val="20000"/>
                        </a:spcBef>
                        <a:spcAft>
                          <a:spcPct val="0"/>
                        </a:spcAft>
                        <a:buClr>
                          <a:srgbClr val="009999"/>
                        </a:buClr>
                        <a:defRPr sz="2000">
                          <a:solidFill>
                            <a:schemeClr val="tx1"/>
                          </a:solidFill>
                          <a:latin typeface="Arial" panose="020B0604020202020204" pitchFamily="34" charset="0"/>
                        </a:defRPr>
                      </a:lvl7pPr>
                      <a:lvl8pPr marL="2743200" indent="457200" fontAlgn="base">
                        <a:spcBef>
                          <a:spcPct val="20000"/>
                        </a:spcBef>
                        <a:spcAft>
                          <a:spcPct val="0"/>
                        </a:spcAft>
                        <a:buClr>
                          <a:srgbClr val="009999"/>
                        </a:buClr>
                        <a:defRPr sz="2000">
                          <a:solidFill>
                            <a:schemeClr val="tx1"/>
                          </a:solidFill>
                          <a:latin typeface="Arial" panose="020B0604020202020204" pitchFamily="34" charset="0"/>
                        </a:defRPr>
                      </a:lvl8pPr>
                      <a:lvl9pPr marL="3200400" indent="457200" fontAlgn="base">
                        <a:spcBef>
                          <a:spcPct val="20000"/>
                        </a:spcBef>
                        <a:spcAft>
                          <a:spcPct val="0"/>
                        </a:spcAft>
                        <a:buClr>
                          <a:srgbClr val="009999"/>
                        </a:buClr>
                        <a:defRPr sz="20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009999"/>
                        </a:buClr>
                        <a:buSzPct val="125000"/>
                        <a:buFont typeface="Arial" panose="020B0604020202020204" pitchFamily="34" charset="0"/>
                        <a:buNone/>
                        <a:tabLst/>
                      </a:pPr>
                      <a:r>
                        <a:rPr kumimoji="0" lang="en-US" altLang="en-US" sz="1800" b="0" i="0" u="none" strike="noStrike" cap="none" normalizeH="0" baseline="0" smtClean="0">
                          <a:ln>
                            <a:noFill/>
                          </a:ln>
                          <a:solidFill>
                            <a:schemeClr val="tx1"/>
                          </a:solidFill>
                          <a:effectLst/>
                          <a:latin typeface="Times New Roman" panose="02020603050405020304" pitchFamily="18" charset="0"/>
                        </a:rPr>
                        <a:t>00001111</a:t>
                      </a:r>
                    </a:p>
                  </a:txBody>
                  <a:tcPr marL="73152" marR="73152" marT="36576" marB="36576" anchor="ctr" anchorCtr="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5DEB1"/>
                    </a:solidFill>
                  </a:tcPr>
                </a:tc>
                <a:tc>
                  <a:txBody>
                    <a:bodyPr/>
                    <a:lstStyle>
                      <a:lvl1pPr>
                        <a:spcBef>
                          <a:spcPct val="20000"/>
                        </a:spcBef>
                        <a:buClr>
                          <a:srgbClr val="009999"/>
                        </a:buClr>
                        <a:buSzPct val="125000"/>
                        <a:buFont typeface="Arial" panose="020B0604020202020204" pitchFamily="34" charset="0"/>
                        <a:defRPr sz="2000">
                          <a:solidFill>
                            <a:schemeClr val="tx1"/>
                          </a:solidFill>
                          <a:latin typeface="Arial" panose="020B0604020202020204" pitchFamily="34" charset="0"/>
                        </a:defRPr>
                      </a:lvl1pPr>
                      <a:lvl2pPr marL="346075" indent="111125">
                        <a:spcBef>
                          <a:spcPct val="20000"/>
                        </a:spcBef>
                        <a:buClr>
                          <a:srgbClr val="009999"/>
                        </a:buClr>
                        <a:defRPr sz="2000">
                          <a:solidFill>
                            <a:schemeClr val="tx1"/>
                          </a:solidFill>
                          <a:latin typeface="Arial" panose="020B0604020202020204" pitchFamily="34" charset="0"/>
                        </a:defRPr>
                      </a:lvl2pPr>
                      <a:lvl3pPr marL="692150" indent="222250">
                        <a:spcBef>
                          <a:spcPct val="20000"/>
                        </a:spcBef>
                        <a:buClr>
                          <a:srgbClr val="009999"/>
                        </a:buClr>
                        <a:defRPr sz="2000">
                          <a:solidFill>
                            <a:schemeClr val="tx1"/>
                          </a:solidFill>
                          <a:latin typeface="Arial" panose="020B0604020202020204" pitchFamily="34" charset="0"/>
                        </a:defRPr>
                      </a:lvl3pPr>
                      <a:lvl4pPr marL="1030288" indent="341313">
                        <a:spcBef>
                          <a:spcPct val="20000"/>
                        </a:spcBef>
                        <a:buClr>
                          <a:srgbClr val="009999"/>
                        </a:buClr>
                        <a:defRPr sz="2000">
                          <a:solidFill>
                            <a:schemeClr val="tx1"/>
                          </a:solidFill>
                          <a:latin typeface="Arial" panose="020B0604020202020204" pitchFamily="34" charset="0"/>
                        </a:defRPr>
                      </a:lvl4pPr>
                      <a:lvl5pPr marL="1371600" indent="457200">
                        <a:spcBef>
                          <a:spcPct val="20000"/>
                        </a:spcBef>
                        <a:buClr>
                          <a:srgbClr val="009999"/>
                        </a:buClr>
                        <a:defRPr sz="2000">
                          <a:solidFill>
                            <a:schemeClr val="tx1"/>
                          </a:solidFill>
                          <a:latin typeface="Arial" panose="020B0604020202020204" pitchFamily="34" charset="0"/>
                        </a:defRPr>
                      </a:lvl5pPr>
                      <a:lvl6pPr marL="1828800" indent="457200" fontAlgn="base">
                        <a:spcBef>
                          <a:spcPct val="20000"/>
                        </a:spcBef>
                        <a:spcAft>
                          <a:spcPct val="0"/>
                        </a:spcAft>
                        <a:buClr>
                          <a:srgbClr val="009999"/>
                        </a:buClr>
                        <a:defRPr sz="2000">
                          <a:solidFill>
                            <a:schemeClr val="tx1"/>
                          </a:solidFill>
                          <a:latin typeface="Arial" panose="020B0604020202020204" pitchFamily="34" charset="0"/>
                        </a:defRPr>
                      </a:lvl6pPr>
                      <a:lvl7pPr marL="2286000" indent="457200" fontAlgn="base">
                        <a:spcBef>
                          <a:spcPct val="20000"/>
                        </a:spcBef>
                        <a:spcAft>
                          <a:spcPct val="0"/>
                        </a:spcAft>
                        <a:buClr>
                          <a:srgbClr val="009999"/>
                        </a:buClr>
                        <a:defRPr sz="2000">
                          <a:solidFill>
                            <a:schemeClr val="tx1"/>
                          </a:solidFill>
                          <a:latin typeface="Arial" panose="020B0604020202020204" pitchFamily="34" charset="0"/>
                        </a:defRPr>
                      </a:lvl7pPr>
                      <a:lvl8pPr marL="2743200" indent="457200" fontAlgn="base">
                        <a:spcBef>
                          <a:spcPct val="20000"/>
                        </a:spcBef>
                        <a:spcAft>
                          <a:spcPct val="0"/>
                        </a:spcAft>
                        <a:buClr>
                          <a:srgbClr val="009999"/>
                        </a:buClr>
                        <a:defRPr sz="2000">
                          <a:solidFill>
                            <a:schemeClr val="tx1"/>
                          </a:solidFill>
                          <a:latin typeface="Arial" panose="020B0604020202020204" pitchFamily="34" charset="0"/>
                        </a:defRPr>
                      </a:lvl8pPr>
                      <a:lvl9pPr marL="3200400" indent="457200" fontAlgn="base">
                        <a:spcBef>
                          <a:spcPct val="20000"/>
                        </a:spcBef>
                        <a:spcAft>
                          <a:spcPct val="0"/>
                        </a:spcAft>
                        <a:buClr>
                          <a:srgbClr val="009999"/>
                        </a:buClr>
                        <a:defRPr sz="20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009999"/>
                        </a:buClr>
                        <a:buSzPct val="125000"/>
                        <a:buFont typeface="Arial" panose="020B0604020202020204" pitchFamily="34" charset="0"/>
                        <a:buNone/>
                        <a:tabLst/>
                      </a:pPr>
                      <a:r>
                        <a:rPr kumimoji="0" lang="en-US" altLang="en-US" sz="1800" b="0" i="0" u="none" strike="noStrike" cap="none" normalizeH="0" baseline="0" smtClean="0">
                          <a:ln>
                            <a:noFill/>
                          </a:ln>
                          <a:solidFill>
                            <a:schemeClr val="tx1"/>
                          </a:solidFill>
                          <a:effectLst/>
                          <a:latin typeface="Times New Roman" panose="02020603050405020304" pitchFamily="18" charset="0"/>
                        </a:rPr>
                        <a:t>00010110</a:t>
                      </a:r>
                    </a:p>
                  </a:txBody>
                  <a:tcPr marL="73152" marR="73152" marT="36576" marB="36576" anchor="ctr" anchorCtr="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5DEB1"/>
                    </a:solidFill>
                  </a:tcPr>
                </a:tc>
                <a:tc>
                  <a:txBody>
                    <a:bodyPr/>
                    <a:lstStyle>
                      <a:lvl1pPr>
                        <a:spcBef>
                          <a:spcPct val="20000"/>
                        </a:spcBef>
                        <a:buClr>
                          <a:srgbClr val="009999"/>
                        </a:buClr>
                        <a:buSzPct val="125000"/>
                        <a:buFont typeface="Arial" panose="020B0604020202020204" pitchFamily="34" charset="0"/>
                        <a:defRPr sz="2000">
                          <a:solidFill>
                            <a:schemeClr val="tx1"/>
                          </a:solidFill>
                          <a:latin typeface="Arial" panose="020B0604020202020204" pitchFamily="34" charset="0"/>
                        </a:defRPr>
                      </a:lvl1pPr>
                      <a:lvl2pPr marL="346075" indent="111125">
                        <a:spcBef>
                          <a:spcPct val="20000"/>
                        </a:spcBef>
                        <a:buClr>
                          <a:srgbClr val="009999"/>
                        </a:buClr>
                        <a:defRPr sz="2000">
                          <a:solidFill>
                            <a:schemeClr val="tx1"/>
                          </a:solidFill>
                          <a:latin typeface="Arial" panose="020B0604020202020204" pitchFamily="34" charset="0"/>
                        </a:defRPr>
                      </a:lvl2pPr>
                      <a:lvl3pPr marL="692150" indent="222250">
                        <a:spcBef>
                          <a:spcPct val="20000"/>
                        </a:spcBef>
                        <a:buClr>
                          <a:srgbClr val="009999"/>
                        </a:buClr>
                        <a:defRPr sz="2000">
                          <a:solidFill>
                            <a:schemeClr val="tx1"/>
                          </a:solidFill>
                          <a:latin typeface="Arial" panose="020B0604020202020204" pitchFamily="34" charset="0"/>
                        </a:defRPr>
                      </a:lvl3pPr>
                      <a:lvl4pPr marL="1030288" indent="341313">
                        <a:spcBef>
                          <a:spcPct val="20000"/>
                        </a:spcBef>
                        <a:buClr>
                          <a:srgbClr val="009999"/>
                        </a:buClr>
                        <a:defRPr sz="2000">
                          <a:solidFill>
                            <a:schemeClr val="tx1"/>
                          </a:solidFill>
                          <a:latin typeface="Arial" panose="020B0604020202020204" pitchFamily="34" charset="0"/>
                        </a:defRPr>
                      </a:lvl4pPr>
                      <a:lvl5pPr marL="1371600" indent="457200">
                        <a:spcBef>
                          <a:spcPct val="20000"/>
                        </a:spcBef>
                        <a:buClr>
                          <a:srgbClr val="009999"/>
                        </a:buClr>
                        <a:defRPr sz="2000">
                          <a:solidFill>
                            <a:schemeClr val="tx1"/>
                          </a:solidFill>
                          <a:latin typeface="Arial" panose="020B0604020202020204" pitchFamily="34" charset="0"/>
                        </a:defRPr>
                      </a:lvl5pPr>
                      <a:lvl6pPr marL="1828800" indent="457200" fontAlgn="base">
                        <a:spcBef>
                          <a:spcPct val="20000"/>
                        </a:spcBef>
                        <a:spcAft>
                          <a:spcPct val="0"/>
                        </a:spcAft>
                        <a:buClr>
                          <a:srgbClr val="009999"/>
                        </a:buClr>
                        <a:defRPr sz="2000">
                          <a:solidFill>
                            <a:schemeClr val="tx1"/>
                          </a:solidFill>
                          <a:latin typeface="Arial" panose="020B0604020202020204" pitchFamily="34" charset="0"/>
                        </a:defRPr>
                      </a:lvl6pPr>
                      <a:lvl7pPr marL="2286000" indent="457200" fontAlgn="base">
                        <a:spcBef>
                          <a:spcPct val="20000"/>
                        </a:spcBef>
                        <a:spcAft>
                          <a:spcPct val="0"/>
                        </a:spcAft>
                        <a:buClr>
                          <a:srgbClr val="009999"/>
                        </a:buClr>
                        <a:defRPr sz="2000">
                          <a:solidFill>
                            <a:schemeClr val="tx1"/>
                          </a:solidFill>
                          <a:latin typeface="Arial" panose="020B0604020202020204" pitchFamily="34" charset="0"/>
                        </a:defRPr>
                      </a:lvl7pPr>
                      <a:lvl8pPr marL="2743200" indent="457200" fontAlgn="base">
                        <a:spcBef>
                          <a:spcPct val="20000"/>
                        </a:spcBef>
                        <a:spcAft>
                          <a:spcPct val="0"/>
                        </a:spcAft>
                        <a:buClr>
                          <a:srgbClr val="009999"/>
                        </a:buClr>
                        <a:defRPr sz="2000">
                          <a:solidFill>
                            <a:schemeClr val="tx1"/>
                          </a:solidFill>
                          <a:latin typeface="Arial" panose="020B0604020202020204" pitchFamily="34" charset="0"/>
                        </a:defRPr>
                      </a:lvl8pPr>
                      <a:lvl9pPr marL="3200400" indent="457200" fontAlgn="base">
                        <a:spcBef>
                          <a:spcPct val="20000"/>
                        </a:spcBef>
                        <a:spcAft>
                          <a:spcPct val="0"/>
                        </a:spcAft>
                        <a:buClr>
                          <a:srgbClr val="009999"/>
                        </a:buClr>
                        <a:defRPr sz="2000">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
                          <a:srgbClr val="009999"/>
                        </a:buClr>
                        <a:buSzPct val="125000"/>
                        <a:buFont typeface="Arial" panose="020B0604020202020204" pitchFamily="34" charset="0"/>
                        <a:buNone/>
                        <a:tabLst/>
                      </a:pPr>
                      <a:r>
                        <a:rPr kumimoji="0" lang="en-US" altLang="en-US" sz="1800" b="0" i="0" u="none" strike="noStrike" cap="none" normalizeH="0" baseline="0" smtClean="0">
                          <a:ln>
                            <a:noFill/>
                          </a:ln>
                          <a:solidFill>
                            <a:srgbClr val="FF0000"/>
                          </a:solidFill>
                          <a:effectLst/>
                          <a:latin typeface="Times New Roman" panose="02020603050405020304" pitchFamily="18" charset="0"/>
                        </a:rPr>
                        <a:t>100</a:t>
                      </a:r>
                    </a:p>
                  </a:txBody>
                  <a:tcPr marL="73152" marR="73152" marT="36576" marB="36576" anchor="ctr" anchorCtr="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5DEB1"/>
                    </a:solidFill>
                  </a:tcPr>
                </a:tc>
                <a:tc>
                  <a:txBody>
                    <a:bodyPr/>
                    <a:lstStyle>
                      <a:lvl1pPr>
                        <a:spcBef>
                          <a:spcPct val="20000"/>
                        </a:spcBef>
                        <a:buClr>
                          <a:srgbClr val="009999"/>
                        </a:buClr>
                        <a:buSzPct val="125000"/>
                        <a:buFont typeface="Arial" panose="020B0604020202020204" pitchFamily="34" charset="0"/>
                        <a:defRPr sz="2000">
                          <a:solidFill>
                            <a:schemeClr val="tx1"/>
                          </a:solidFill>
                          <a:latin typeface="Arial" panose="020B0604020202020204" pitchFamily="34" charset="0"/>
                        </a:defRPr>
                      </a:lvl1pPr>
                      <a:lvl2pPr marL="346075" indent="111125">
                        <a:spcBef>
                          <a:spcPct val="20000"/>
                        </a:spcBef>
                        <a:buClr>
                          <a:srgbClr val="009999"/>
                        </a:buClr>
                        <a:defRPr sz="2000">
                          <a:solidFill>
                            <a:schemeClr val="tx1"/>
                          </a:solidFill>
                          <a:latin typeface="Arial" panose="020B0604020202020204" pitchFamily="34" charset="0"/>
                        </a:defRPr>
                      </a:lvl2pPr>
                      <a:lvl3pPr marL="692150" indent="222250">
                        <a:spcBef>
                          <a:spcPct val="20000"/>
                        </a:spcBef>
                        <a:buClr>
                          <a:srgbClr val="009999"/>
                        </a:buClr>
                        <a:defRPr sz="2000">
                          <a:solidFill>
                            <a:schemeClr val="tx1"/>
                          </a:solidFill>
                          <a:latin typeface="Arial" panose="020B0604020202020204" pitchFamily="34" charset="0"/>
                        </a:defRPr>
                      </a:lvl3pPr>
                      <a:lvl4pPr marL="1030288" indent="341313">
                        <a:spcBef>
                          <a:spcPct val="20000"/>
                        </a:spcBef>
                        <a:buClr>
                          <a:srgbClr val="009999"/>
                        </a:buClr>
                        <a:defRPr sz="2000">
                          <a:solidFill>
                            <a:schemeClr val="tx1"/>
                          </a:solidFill>
                          <a:latin typeface="Arial" panose="020B0604020202020204" pitchFamily="34" charset="0"/>
                        </a:defRPr>
                      </a:lvl4pPr>
                      <a:lvl5pPr marL="1371600" indent="457200">
                        <a:spcBef>
                          <a:spcPct val="20000"/>
                        </a:spcBef>
                        <a:buClr>
                          <a:srgbClr val="009999"/>
                        </a:buClr>
                        <a:defRPr sz="2000">
                          <a:solidFill>
                            <a:schemeClr val="tx1"/>
                          </a:solidFill>
                          <a:latin typeface="Arial" panose="020B0604020202020204" pitchFamily="34" charset="0"/>
                        </a:defRPr>
                      </a:lvl5pPr>
                      <a:lvl6pPr marL="1828800" indent="457200" fontAlgn="base">
                        <a:spcBef>
                          <a:spcPct val="20000"/>
                        </a:spcBef>
                        <a:spcAft>
                          <a:spcPct val="0"/>
                        </a:spcAft>
                        <a:buClr>
                          <a:srgbClr val="009999"/>
                        </a:buClr>
                        <a:defRPr sz="2000">
                          <a:solidFill>
                            <a:schemeClr val="tx1"/>
                          </a:solidFill>
                          <a:latin typeface="Arial" panose="020B0604020202020204" pitchFamily="34" charset="0"/>
                        </a:defRPr>
                      </a:lvl6pPr>
                      <a:lvl7pPr marL="2286000" indent="457200" fontAlgn="base">
                        <a:spcBef>
                          <a:spcPct val="20000"/>
                        </a:spcBef>
                        <a:spcAft>
                          <a:spcPct val="0"/>
                        </a:spcAft>
                        <a:buClr>
                          <a:srgbClr val="009999"/>
                        </a:buClr>
                        <a:defRPr sz="2000">
                          <a:solidFill>
                            <a:schemeClr val="tx1"/>
                          </a:solidFill>
                          <a:latin typeface="Arial" panose="020B0604020202020204" pitchFamily="34" charset="0"/>
                        </a:defRPr>
                      </a:lvl7pPr>
                      <a:lvl8pPr marL="2743200" indent="457200" fontAlgn="base">
                        <a:spcBef>
                          <a:spcPct val="20000"/>
                        </a:spcBef>
                        <a:spcAft>
                          <a:spcPct val="0"/>
                        </a:spcAft>
                        <a:buClr>
                          <a:srgbClr val="009999"/>
                        </a:buClr>
                        <a:defRPr sz="2000">
                          <a:solidFill>
                            <a:schemeClr val="tx1"/>
                          </a:solidFill>
                          <a:latin typeface="Arial" panose="020B0604020202020204" pitchFamily="34" charset="0"/>
                        </a:defRPr>
                      </a:lvl8pPr>
                      <a:lvl9pPr marL="3200400" indent="457200" fontAlgn="base">
                        <a:spcBef>
                          <a:spcPct val="20000"/>
                        </a:spcBef>
                        <a:spcAft>
                          <a:spcPct val="0"/>
                        </a:spcAft>
                        <a:buClr>
                          <a:srgbClr val="009999"/>
                        </a:buClr>
                        <a:defRPr sz="20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009999"/>
                        </a:buClr>
                        <a:buSzPct val="125000"/>
                        <a:buFont typeface="Arial" panose="020B0604020202020204" pitchFamily="34" charset="0"/>
                        <a:buNone/>
                        <a:tabLst/>
                      </a:pPr>
                      <a:r>
                        <a:rPr kumimoji="0" lang="en-US" altLang="en-US" sz="1800" b="0" i="0" u="none" strike="noStrike" cap="none" normalizeH="0" baseline="0" smtClean="0">
                          <a:ln>
                            <a:noFill/>
                          </a:ln>
                          <a:solidFill>
                            <a:srgbClr val="FF0000"/>
                          </a:solidFill>
                          <a:effectLst/>
                          <a:latin typeface="Times New Roman" panose="02020603050405020304" pitchFamily="18" charset="0"/>
                        </a:rPr>
                        <a:t>00011</a:t>
                      </a:r>
                    </a:p>
                  </a:txBody>
                  <a:tcPr marL="73152" marR="73152" marT="36576" marB="36576" anchor="ctr" anchorCtr="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5DEB1"/>
                    </a:solidFill>
                  </a:tcPr>
                </a:tc>
                <a:extLst>
                  <a:ext uri="{0D108BD9-81ED-4DB2-BD59-A6C34878D82A}">
                    <a16:rowId xmlns:a16="http://schemas.microsoft.com/office/drawing/2014/main" val="1421625090"/>
                  </a:ext>
                </a:extLst>
              </a:tr>
              <a:tr h="692150">
                <a:tc gridSpan="3">
                  <a:txBody>
                    <a:bodyPr/>
                    <a:lstStyle>
                      <a:lvl1pPr>
                        <a:spcBef>
                          <a:spcPct val="20000"/>
                        </a:spcBef>
                        <a:buClr>
                          <a:srgbClr val="009999"/>
                        </a:buClr>
                        <a:buSzPct val="125000"/>
                        <a:buFont typeface="Arial" panose="020B0604020202020204" pitchFamily="34" charset="0"/>
                        <a:defRPr sz="2000">
                          <a:solidFill>
                            <a:schemeClr val="tx1"/>
                          </a:solidFill>
                          <a:latin typeface="Arial" panose="020B0604020202020204" pitchFamily="34" charset="0"/>
                        </a:defRPr>
                      </a:lvl1pPr>
                      <a:lvl2pPr marL="346075" indent="111125">
                        <a:spcBef>
                          <a:spcPct val="20000"/>
                        </a:spcBef>
                        <a:buClr>
                          <a:srgbClr val="009999"/>
                        </a:buClr>
                        <a:defRPr sz="2000">
                          <a:solidFill>
                            <a:schemeClr val="tx1"/>
                          </a:solidFill>
                          <a:latin typeface="Arial" panose="020B0604020202020204" pitchFamily="34" charset="0"/>
                        </a:defRPr>
                      </a:lvl2pPr>
                      <a:lvl3pPr marL="692150" indent="222250">
                        <a:spcBef>
                          <a:spcPct val="20000"/>
                        </a:spcBef>
                        <a:buClr>
                          <a:srgbClr val="009999"/>
                        </a:buClr>
                        <a:defRPr sz="2000">
                          <a:solidFill>
                            <a:schemeClr val="tx1"/>
                          </a:solidFill>
                          <a:latin typeface="Arial" panose="020B0604020202020204" pitchFamily="34" charset="0"/>
                        </a:defRPr>
                      </a:lvl3pPr>
                      <a:lvl4pPr marL="1030288" indent="341313">
                        <a:spcBef>
                          <a:spcPct val="20000"/>
                        </a:spcBef>
                        <a:buClr>
                          <a:srgbClr val="009999"/>
                        </a:buClr>
                        <a:defRPr sz="2000">
                          <a:solidFill>
                            <a:schemeClr val="tx1"/>
                          </a:solidFill>
                          <a:latin typeface="Arial" panose="020B0604020202020204" pitchFamily="34" charset="0"/>
                        </a:defRPr>
                      </a:lvl4pPr>
                      <a:lvl5pPr marL="1371600" indent="457200">
                        <a:spcBef>
                          <a:spcPct val="20000"/>
                        </a:spcBef>
                        <a:buClr>
                          <a:srgbClr val="009999"/>
                        </a:buClr>
                        <a:defRPr sz="2000">
                          <a:solidFill>
                            <a:schemeClr val="tx1"/>
                          </a:solidFill>
                          <a:latin typeface="Arial" panose="020B0604020202020204" pitchFamily="34" charset="0"/>
                        </a:defRPr>
                      </a:lvl5pPr>
                      <a:lvl6pPr marL="1828800" indent="457200" fontAlgn="base">
                        <a:spcBef>
                          <a:spcPct val="20000"/>
                        </a:spcBef>
                        <a:spcAft>
                          <a:spcPct val="0"/>
                        </a:spcAft>
                        <a:buClr>
                          <a:srgbClr val="009999"/>
                        </a:buClr>
                        <a:defRPr sz="2000">
                          <a:solidFill>
                            <a:schemeClr val="tx1"/>
                          </a:solidFill>
                          <a:latin typeface="Arial" panose="020B0604020202020204" pitchFamily="34" charset="0"/>
                        </a:defRPr>
                      </a:lvl6pPr>
                      <a:lvl7pPr marL="2286000" indent="457200" fontAlgn="base">
                        <a:spcBef>
                          <a:spcPct val="20000"/>
                        </a:spcBef>
                        <a:spcAft>
                          <a:spcPct val="0"/>
                        </a:spcAft>
                        <a:buClr>
                          <a:srgbClr val="009999"/>
                        </a:buClr>
                        <a:defRPr sz="2000">
                          <a:solidFill>
                            <a:schemeClr val="tx1"/>
                          </a:solidFill>
                          <a:latin typeface="Arial" panose="020B0604020202020204" pitchFamily="34" charset="0"/>
                        </a:defRPr>
                      </a:lvl7pPr>
                      <a:lvl8pPr marL="2743200" indent="457200" fontAlgn="base">
                        <a:spcBef>
                          <a:spcPct val="20000"/>
                        </a:spcBef>
                        <a:spcAft>
                          <a:spcPct val="0"/>
                        </a:spcAft>
                        <a:buClr>
                          <a:srgbClr val="009999"/>
                        </a:buClr>
                        <a:defRPr sz="2000">
                          <a:solidFill>
                            <a:schemeClr val="tx1"/>
                          </a:solidFill>
                          <a:latin typeface="Arial" panose="020B0604020202020204" pitchFamily="34" charset="0"/>
                        </a:defRPr>
                      </a:lvl8pPr>
                      <a:lvl9pPr marL="3200400" indent="457200" fontAlgn="base">
                        <a:spcBef>
                          <a:spcPct val="20000"/>
                        </a:spcBef>
                        <a:spcAft>
                          <a:spcPct val="0"/>
                        </a:spcAft>
                        <a:buClr>
                          <a:srgbClr val="009999"/>
                        </a:buClr>
                        <a:defRPr sz="20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009999"/>
                        </a:buClr>
                        <a:buSzPct val="125000"/>
                        <a:buFont typeface="Arial" panose="020B0604020202020204" pitchFamily="34" charset="0"/>
                        <a:buNone/>
                        <a:tabLst/>
                      </a:pPr>
                      <a:r>
                        <a:rPr kumimoji="0" lang="en-US" altLang="en-US" sz="1800" b="0" i="0" u="none" strike="noStrike" cap="none" normalizeH="0" baseline="0" smtClean="0">
                          <a:ln>
                            <a:noFill/>
                          </a:ln>
                          <a:solidFill>
                            <a:schemeClr val="tx1"/>
                          </a:solidFill>
                          <a:effectLst/>
                          <a:latin typeface="Times New Roman" panose="02020603050405020304" pitchFamily="18" charset="0"/>
                        </a:rPr>
                        <a:t>Network Field</a:t>
                      </a:r>
                    </a:p>
                  </a:txBody>
                  <a:tcPr marL="73152" marR="73152" marT="36576" marB="36576" anchor="ctr" anchorCtr="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DEDDDC"/>
                    </a:solidFill>
                  </a:tcPr>
                </a:tc>
                <a:tc hMerge="1">
                  <a:txBody>
                    <a:bodyPr/>
                    <a:lstStyle/>
                    <a:p>
                      <a:endParaRPr lang="en-US"/>
                    </a:p>
                  </a:txBody>
                  <a:tcPr/>
                </a:tc>
                <a:tc hMerge="1">
                  <a:txBody>
                    <a:bodyPr/>
                    <a:lstStyle/>
                    <a:p>
                      <a:endParaRPr lang="en-US"/>
                    </a:p>
                  </a:txBody>
                  <a:tcPr/>
                </a:tc>
                <a:tc>
                  <a:txBody>
                    <a:bodyPr/>
                    <a:lstStyle>
                      <a:lvl1pPr>
                        <a:spcBef>
                          <a:spcPct val="20000"/>
                        </a:spcBef>
                        <a:buClr>
                          <a:srgbClr val="009999"/>
                        </a:buClr>
                        <a:buSzPct val="125000"/>
                        <a:buFont typeface="Arial" panose="020B0604020202020204" pitchFamily="34" charset="0"/>
                        <a:defRPr sz="2000">
                          <a:solidFill>
                            <a:schemeClr val="tx1"/>
                          </a:solidFill>
                          <a:latin typeface="Arial" panose="020B0604020202020204" pitchFamily="34" charset="0"/>
                        </a:defRPr>
                      </a:lvl1pPr>
                      <a:lvl2pPr marL="346075" indent="111125">
                        <a:spcBef>
                          <a:spcPct val="20000"/>
                        </a:spcBef>
                        <a:buClr>
                          <a:srgbClr val="009999"/>
                        </a:buClr>
                        <a:defRPr sz="2000">
                          <a:solidFill>
                            <a:schemeClr val="tx1"/>
                          </a:solidFill>
                          <a:latin typeface="Arial" panose="020B0604020202020204" pitchFamily="34" charset="0"/>
                        </a:defRPr>
                      </a:lvl2pPr>
                      <a:lvl3pPr marL="692150" indent="222250">
                        <a:spcBef>
                          <a:spcPct val="20000"/>
                        </a:spcBef>
                        <a:buClr>
                          <a:srgbClr val="009999"/>
                        </a:buClr>
                        <a:defRPr sz="2000">
                          <a:solidFill>
                            <a:schemeClr val="tx1"/>
                          </a:solidFill>
                          <a:latin typeface="Arial" panose="020B0604020202020204" pitchFamily="34" charset="0"/>
                        </a:defRPr>
                      </a:lvl3pPr>
                      <a:lvl4pPr marL="1030288" indent="341313">
                        <a:spcBef>
                          <a:spcPct val="20000"/>
                        </a:spcBef>
                        <a:buClr>
                          <a:srgbClr val="009999"/>
                        </a:buClr>
                        <a:defRPr sz="2000">
                          <a:solidFill>
                            <a:schemeClr val="tx1"/>
                          </a:solidFill>
                          <a:latin typeface="Arial" panose="020B0604020202020204" pitchFamily="34" charset="0"/>
                        </a:defRPr>
                      </a:lvl4pPr>
                      <a:lvl5pPr marL="1371600" indent="457200">
                        <a:spcBef>
                          <a:spcPct val="20000"/>
                        </a:spcBef>
                        <a:buClr>
                          <a:srgbClr val="009999"/>
                        </a:buClr>
                        <a:defRPr sz="2000">
                          <a:solidFill>
                            <a:schemeClr val="tx1"/>
                          </a:solidFill>
                          <a:latin typeface="Arial" panose="020B0604020202020204" pitchFamily="34" charset="0"/>
                        </a:defRPr>
                      </a:lvl5pPr>
                      <a:lvl6pPr marL="1828800" indent="457200" fontAlgn="base">
                        <a:spcBef>
                          <a:spcPct val="20000"/>
                        </a:spcBef>
                        <a:spcAft>
                          <a:spcPct val="0"/>
                        </a:spcAft>
                        <a:buClr>
                          <a:srgbClr val="009999"/>
                        </a:buClr>
                        <a:defRPr sz="2000">
                          <a:solidFill>
                            <a:schemeClr val="tx1"/>
                          </a:solidFill>
                          <a:latin typeface="Arial" panose="020B0604020202020204" pitchFamily="34" charset="0"/>
                        </a:defRPr>
                      </a:lvl6pPr>
                      <a:lvl7pPr marL="2286000" indent="457200" fontAlgn="base">
                        <a:spcBef>
                          <a:spcPct val="20000"/>
                        </a:spcBef>
                        <a:spcAft>
                          <a:spcPct val="0"/>
                        </a:spcAft>
                        <a:buClr>
                          <a:srgbClr val="009999"/>
                        </a:buClr>
                        <a:defRPr sz="2000">
                          <a:solidFill>
                            <a:schemeClr val="tx1"/>
                          </a:solidFill>
                          <a:latin typeface="Arial" panose="020B0604020202020204" pitchFamily="34" charset="0"/>
                        </a:defRPr>
                      </a:lvl7pPr>
                      <a:lvl8pPr marL="2743200" indent="457200" fontAlgn="base">
                        <a:spcBef>
                          <a:spcPct val="20000"/>
                        </a:spcBef>
                        <a:spcAft>
                          <a:spcPct val="0"/>
                        </a:spcAft>
                        <a:buClr>
                          <a:srgbClr val="009999"/>
                        </a:buClr>
                        <a:defRPr sz="2000">
                          <a:solidFill>
                            <a:schemeClr val="tx1"/>
                          </a:solidFill>
                          <a:latin typeface="Arial" panose="020B0604020202020204" pitchFamily="34" charset="0"/>
                        </a:defRPr>
                      </a:lvl8pPr>
                      <a:lvl9pPr marL="3200400" indent="457200" fontAlgn="base">
                        <a:spcBef>
                          <a:spcPct val="20000"/>
                        </a:spcBef>
                        <a:spcAft>
                          <a:spcPct val="0"/>
                        </a:spcAft>
                        <a:buClr>
                          <a:srgbClr val="009999"/>
                        </a:buClr>
                        <a:defRPr sz="2000">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
                          <a:srgbClr val="009999"/>
                        </a:buClr>
                        <a:buSzPct val="125000"/>
                        <a:buFont typeface="Arial" panose="020B0604020202020204" pitchFamily="34" charset="0"/>
                        <a:buNone/>
                        <a:tabLst/>
                      </a:pPr>
                      <a:r>
                        <a:rPr kumimoji="0" lang="en-US" altLang="en-US" sz="1800" b="0" i="0" u="none" strike="noStrike" cap="none" normalizeH="0" baseline="0" smtClean="0">
                          <a:ln>
                            <a:noFill/>
                          </a:ln>
                          <a:solidFill>
                            <a:schemeClr val="tx1"/>
                          </a:solidFill>
                          <a:effectLst/>
                          <a:latin typeface="Times New Roman" panose="02020603050405020304" pitchFamily="18" charset="0"/>
                        </a:rPr>
                        <a:t>SN</a:t>
                      </a:r>
                    </a:p>
                  </a:txBody>
                  <a:tcPr marL="73152" marR="73152" marT="36576" marB="36576" anchor="ctr" anchorCtr="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DEDDDC"/>
                    </a:solidFill>
                  </a:tcPr>
                </a:tc>
                <a:tc>
                  <a:txBody>
                    <a:bodyPr/>
                    <a:lstStyle>
                      <a:lvl1pPr>
                        <a:spcBef>
                          <a:spcPct val="20000"/>
                        </a:spcBef>
                        <a:buClr>
                          <a:srgbClr val="009999"/>
                        </a:buClr>
                        <a:buSzPct val="125000"/>
                        <a:buFont typeface="Arial" panose="020B0604020202020204" pitchFamily="34" charset="0"/>
                        <a:defRPr sz="2000">
                          <a:solidFill>
                            <a:schemeClr val="tx1"/>
                          </a:solidFill>
                          <a:latin typeface="Arial" panose="020B0604020202020204" pitchFamily="34" charset="0"/>
                        </a:defRPr>
                      </a:lvl1pPr>
                      <a:lvl2pPr marL="346075" indent="111125">
                        <a:spcBef>
                          <a:spcPct val="20000"/>
                        </a:spcBef>
                        <a:buClr>
                          <a:srgbClr val="009999"/>
                        </a:buClr>
                        <a:defRPr sz="2000">
                          <a:solidFill>
                            <a:schemeClr val="tx1"/>
                          </a:solidFill>
                          <a:latin typeface="Arial" panose="020B0604020202020204" pitchFamily="34" charset="0"/>
                        </a:defRPr>
                      </a:lvl2pPr>
                      <a:lvl3pPr marL="692150" indent="222250">
                        <a:spcBef>
                          <a:spcPct val="20000"/>
                        </a:spcBef>
                        <a:buClr>
                          <a:srgbClr val="009999"/>
                        </a:buClr>
                        <a:defRPr sz="2000">
                          <a:solidFill>
                            <a:schemeClr val="tx1"/>
                          </a:solidFill>
                          <a:latin typeface="Arial" panose="020B0604020202020204" pitchFamily="34" charset="0"/>
                        </a:defRPr>
                      </a:lvl3pPr>
                      <a:lvl4pPr marL="1030288" indent="341313">
                        <a:spcBef>
                          <a:spcPct val="20000"/>
                        </a:spcBef>
                        <a:buClr>
                          <a:srgbClr val="009999"/>
                        </a:buClr>
                        <a:defRPr sz="2000">
                          <a:solidFill>
                            <a:schemeClr val="tx1"/>
                          </a:solidFill>
                          <a:latin typeface="Arial" panose="020B0604020202020204" pitchFamily="34" charset="0"/>
                        </a:defRPr>
                      </a:lvl4pPr>
                      <a:lvl5pPr marL="1371600" indent="457200">
                        <a:spcBef>
                          <a:spcPct val="20000"/>
                        </a:spcBef>
                        <a:buClr>
                          <a:srgbClr val="009999"/>
                        </a:buClr>
                        <a:defRPr sz="2000">
                          <a:solidFill>
                            <a:schemeClr val="tx1"/>
                          </a:solidFill>
                          <a:latin typeface="Arial" panose="020B0604020202020204" pitchFamily="34" charset="0"/>
                        </a:defRPr>
                      </a:lvl5pPr>
                      <a:lvl6pPr marL="1828800" indent="457200" fontAlgn="base">
                        <a:spcBef>
                          <a:spcPct val="20000"/>
                        </a:spcBef>
                        <a:spcAft>
                          <a:spcPct val="0"/>
                        </a:spcAft>
                        <a:buClr>
                          <a:srgbClr val="009999"/>
                        </a:buClr>
                        <a:defRPr sz="2000">
                          <a:solidFill>
                            <a:schemeClr val="tx1"/>
                          </a:solidFill>
                          <a:latin typeface="Arial" panose="020B0604020202020204" pitchFamily="34" charset="0"/>
                        </a:defRPr>
                      </a:lvl6pPr>
                      <a:lvl7pPr marL="2286000" indent="457200" fontAlgn="base">
                        <a:spcBef>
                          <a:spcPct val="20000"/>
                        </a:spcBef>
                        <a:spcAft>
                          <a:spcPct val="0"/>
                        </a:spcAft>
                        <a:buClr>
                          <a:srgbClr val="009999"/>
                        </a:buClr>
                        <a:defRPr sz="2000">
                          <a:solidFill>
                            <a:schemeClr val="tx1"/>
                          </a:solidFill>
                          <a:latin typeface="Arial" panose="020B0604020202020204" pitchFamily="34" charset="0"/>
                        </a:defRPr>
                      </a:lvl7pPr>
                      <a:lvl8pPr marL="2743200" indent="457200" fontAlgn="base">
                        <a:spcBef>
                          <a:spcPct val="20000"/>
                        </a:spcBef>
                        <a:spcAft>
                          <a:spcPct val="0"/>
                        </a:spcAft>
                        <a:buClr>
                          <a:srgbClr val="009999"/>
                        </a:buClr>
                        <a:defRPr sz="2000">
                          <a:solidFill>
                            <a:schemeClr val="tx1"/>
                          </a:solidFill>
                          <a:latin typeface="Arial" panose="020B0604020202020204" pitchFamily="34" charset="0"/>
                        </a:defRPr>
                      </a:lvl8pPr>
                      <a:lvl9pPr marL="3200400" indent="457200" fontAlgn="base">
                        <a:spcBef>
                          <a:spcPct val="20000"/>
                        </a:spcBef>
                        <a:spcAft>
                          <a:spcPct val="0"/>
                        </a:spcAft>
                        <a:buClr>
                          <a:srgbClr val="009999"/>
                        </a:buClr>
                        <a:defRPr sz="20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009999"/>
                        </a:buClr>
                        <a:buSzPct val="125000"/>
                        <a:buFont typeface="Arial" panose="020B0604020202020204" pitchFamily="34" charset="0"/>
                        <a:buNone/>
                        <a:tabLst/>
                      </a:pPr>
                      <a:r>
                        <a:rPr kumimoji="0" lang="en-US" altLang="en-US" sz="1800" b="0" i="0" u="none" strike="noStrike" cap="none" normalizeH="0" baseline="0" smtClean="0">
                          <a:ln>
                            <a:noFill/>
                          </a:ln>
                          <a:solidFill>
                            <a:schemeClr val="tx1"/>
                          </a:solidFill>
                          <a:effectLst/>
                          <a:latin typeface="Times New Roman" panose="02020603050405020304" pitchFamily="18" charset="0"/>
                        </a:rPr>
                        <a:t>Host Field</a:t>
                      </a:r>
                    </a:p>
                  </a:txBody>
                  <a:tcPr marL="73152" marR="73152" marT="36576" marB="36576" anchor="ctr" anchorCtr="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DEDDDC"/>
                    </a:solidFill>
                  </a:tcPr>
                </a:tc>
                <a:extLst>
                  <a:ext uri="{0D108BD9-81ED-4DB2-BD59-A6C34878D82A}">
                    <a16:rowId xmlns:a16="http://schemas.microsoft.com/office/drawing/2014/main" val="3334902609"/>
                  </a:ext>
                </a:extLst>
              </a:tr>
            </a:tbl>
          </a:graphicData>
        </a:graphic>
      </p:graphicFrame>
      <p:sp>
        <p:nvSpPr>
          <p:cNvPr id="161815" name="Text Box 23"/>
          <p:cNvSpPr txBox="1">
            <a:spLocks noChangeArrowheads="1"/>
          </p:cNvSpPr>
          <p:nvPr/>
        </p:nvSpPr>
        <p:spPr bwMode="auto">
          <a:xfrm>
            <a:off x="2667000" y="1981201"/>
            <a:ext cx="6781800" cy="627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025" tIns="36512" rIns="73025" bIns="36512">
            <a:spAutoFit/>
          </a:bodyPr>
          <a:lstStyle/>
          <a:p>
            <a:pPr eaLnBrk="0" hangingPunct="0">
              <a:spcBef>
                <a:spcPct val="50000"/>
              </a:spcBef>
            </a:pPr>
            <a:r>
              <a:rPr lang="en-US" altLang="en-US">
                <a:latin typeface="Arial" panose="020B0604020202020204" pitchFamily="34" charset="0"/>
              </a:rPr>
              <a:t>Class C address 197.15.22.131 with a subnet mask of 255.255.255.224 (3 bits borrowed)</a:t>
            </a:r>
          </a:p>
        </p:txBody>
      </p:sp>
    </p:spTree>
    <p:extLst>
      <p:ext uri="{BB962C8B-B14F-4D97-AF65-F5344CB8AC3E}">
        <p14:creationId xmlns:p14="http://schemas.microsoft.com/office/powerpoint/2010/main" val="1885583802"/>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ChangeArrowheads="1"/>
          </p:cNvSpPr>
          <p:nvPr>
            <p:ph type="title"/>
          </p:nvPr>
        </p:nvSpPr>
        <p:spPr>
          <a:xfrm>
            <a:off x="228600" y="228600"/>
            <a:ext cx="8077200" cy="762000"/>
          </a:xfrm>
        </p:spPr>
        <p:txBody>
          <a:bodyPr>
            <a:normAutofit fontScale="90000"/>
          </a:bodyPr>
          <a:lstStyle/>
          <a:p>
            <a:r>
              <a:rPr lang="en-US" altLang="en-US" dirty="0" err="1">
                <a:solidFill>
                  <a:srgbClr val="00B0F0"/>
                </a:solidFill>
              </a:rPr>
              <a:t>Subnetting</a:t>
            </a:r>
            <a:r>
              <a:rPr lang="en-US" altLang="en-US" dirty="0">
                <a:solidFill>
                  <a:srgbClr val="00B0F0"/>
                </a:solidFill>
              </a:rPr>
              <a:t> Example with AND Operation</a:t>
            </a:r>
          </a:p>
        </p:txBody>
      </p:sp>
      <p:sp>
        <p:nvSpPr>
          <p:cNvPr id="4" name="Slide Number Placeholder 2"/>
          <p:cNvSpPr>
            <a:spLocks noGrp="1"/>
          </p:cNvSpPr>
          <p:nvPr>
            <p:ph type="sldNum" sz="quarter" idx="12"/>
          </p:nvPr>
        </p:nvSpPr>
        <p:spPr>
          <a:xfrm>
            <a:off x="9753600" y="6629400"/>
            <a:ext cx="914400" cy="228600"/>
          </a:xfrm>
        </p:spPr>
        <p:txBody>
          <a:bodyPr/>
          <a:lstStyle/>
          <a:p>
            <a:fld id="{54320505-9AB5-461D-9161-0C8B8EAC824A}" type="slidenum">
              <a:rPr lang="en-US" altLang="en-US"/>
              <a:pPr/>
              <a:t>75</a:t>
            </a:fld>
            <a:endParaRPr lang="en-US" altLang="en-US"/>
          </a:p>
        </p:txBody>
      </p:sp>
      <p:pic>
        <p:nvPicPr>
          <p:cNvPr id="16281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1676400"/>
            <a:ext cx="6096000" cy="4402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38324879"/>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4" name="Rectangle 4"/>
          <p:cNvSpPr>
            <a:spLocks noGrp="1" noChangeArrowheads="1"/>
          </p:cNvSpPr>
          <p:nvPr>
            <p:ph type="title"/>
          </p:nvPr>
        </p:nvSpPr>
        <p:spPr>
          <a:xfrm>
            <a:off x="152400" y="-18011"/>
            <a:ext cx="10515600" cy="1325563"/>
          </a:xfrm>
        </p:spPr>
        <p:txBody>
          <a:bodyPr/>
          <a:lstStyle/>
          <a:p>
            <a:r>
              <a:rPr lang="en-US" altLang="en-US" dirty="0">
                <a:solidFill>
                  <a:srgbClr val="00B0F0"/>
                </a:solidFill>
              </a:rPr>
              <a:t>IP Configuration on a Network Diagram</a:t>
            </a:r>
          </a:p>
        </p:txBody>
      </p:sp>
      <p:sp>
        <p:nvSpPr>
          <p:cNvPr id="5" name="Slide Number Placeholder 2"/>
          <p:cNvSpPr>
            <a:spLocks noGrp="1"/>
          </p:cNvSpPr>
          <p:nvPr>
            <p:ph type="sldNum" sz="quarter" idx="12"/>
          </p:nvPr>
        </p:nvSpPr>
        <p:spPr>
          <a:xfrm>
            <a:off x="9753600" y="6629400"/>
            <a:ext cx="914400" cy="228600"/>
          </a:xfrm>
        </p:spPr>
        <p:txBody>
          <a:bodyPr/>
          <a:lstStyle/>
          <a:p>
            <a:fld id="{A93EA508-75BE-48E0-A470-BE8384090571}" type="slidenum">
              <a:rPr lang="en-US" altLang="en-US"/>
              <a:pPr/>
              <a:t>76</a:t>
            </a:fld>
            <a:endParaRPr lang="en-US" altLang="en-US"/>
          </a:p>
        </p:txBody>
      </p:sp>
      <p:pic>
        <p:nvPicPr>
          <p:cNvPr id="1638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1981201"/>
            <a:ext cx="6781800" cy="286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3843" name="Text Box 3"/>
          <p:cNvSpPr txBox="1">
            <a:spLocks noChangeArrowheads="1"/>
          </p:cNvSpPr>
          <p:nvPr/>
        </p:nvSpPr>
        <p:spPr bwMode="auto">
          <a:xfrm>
            <a:off x="2286000" y="5029200"/>
            <a:ext cx="8001000" cy="3507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025" tIns="36512" rIns="73025" bIns="36512">
            <a:spAutoFit/>
          </a:bodyPr>
          <a:lstStyle/>
          <a:p>
            <a:pPr eaLnBrk="0" hangingPunct="0">
              <a:spcBef>
                <a:spcPct val="50000"/>
              </a:spcBef>
            </a:pPr>
            <a:r>
              <a:rPr lang="en-US" altLang="en-US">
                <a:latin typeface="Arial" panose="020B0604020202020204" pitchFamily="34" charset="0"/>
              </a:rPr>
              <a:t>The router connects subnetworks and networks.</a:t>
            </a:r>
          </a:p>
        </p:txBody>
      </p:sp>
    </p:spTree>
    <p:extLst>
      <p:ext uri="{BB962C8B-B14F-4D97-AF65-F5344CB8AC3E}">
        <p14:creationId xmlns:p14="http://schemas.microsoft.com/office/powerpoint/2010/main" val="4263045006"/>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61" name="Rectangle 17"/>
          <p:cNvSpPr>
            <a:spLocks noGrp="1" noChangeArrowheads="1"/>
          </p:cNvSpPr>
          <p:nvPr>
            <p:ph type="title"/>
          </p:nvPr>
        </p:nvSpPr>
        <p:spPr>
          <a:xfrm>
            <a:off x="304800" y="134659"/>
            <a:ext cx="10515600" cy="1325563"/>
          </a:xfrm>
        </p:spPr>
        <p:txBody>
          <a:bodyPr/>
          <a:lstStyle/>
          <a:p>
            <a:r>
              <a:rPr lang="en-US" altLang="en-US" dirty="0">
                <a:solidFill>
                  <a:srgbClr val="00B0F0"/>
                </a:solidFill>
              </a:rPr>
              <a:t>Subnet Example</a:t>
            </a:r>
          </a:p>
        </p:txBody>
      </p:sp>
      <p:sp>
        <p:nvSpPr>
          <p:cNvPr id="185346" name="Rectangle 2"/>
          <p:cNvSpPr>
            <a:spLocks noGrp="1" noChangeArrowheads="1"/>
          </p:cNvSpPr>
          <p:nvPr>
            <p:ph idx="1"/>
          </p:nvPr>
        </p:nvSpPr>
        <p:spPr>
          <a:xfrm>
            <a:off x="2286000" y="2971800"/>
            <a:ext cx="2209800" cy="3200400"/>
          </a:xfrm>
        </p:spPr>
        <p:txBody>
          <a:bodyPr>
            <a:normAutofit fontScale="92500" lnSpcReduction="20000"/>
          </a:bodyPr>
          <a:lstStyle/>
          <a:p>
            <a:pPr>
              <a:lnSpc>
                <a:spcPct val="90000"/>
              </a:lnSpc>
              <a:buFont typeface="Arial" panose="020B0604020202020204" pitchFamily="34" charset="0"/>
              <a:buNone/>
            </a:pPr>
            <a:r>
              <a:rPr lang="en-US" altLang="en-US" dirty="0"/>
              <a:t>Using /24 subnet...</a:t>
            </a:r>
          </a:p>
          <a:p>
            <a:pPr>
              <a:lnSpc>
                <a:spcPct val="90000"/>
              </a:lnSpc>
              <a:buFont typeface="Arial" panose="020B0604020202020204" pitchFamily="34" charset="0"/>
              <a:buNone/>
            </a:pPr>
            <a:endParaRPr lang="en-US" altLang="en-US" dirty="0"/>
          </a:p>
          <a:p>
            <a:pPr>
              <a:lnSpc>
                <a:spcPct val="90000"/>
              </a:lnSpc>
              <a:buFont typeface="Arial" panose="020B0604020202020204" pitchFamily="34" charset="0"/>
              <a:buNone/>
            </a:pPr>
            <a:endParaRPr lang="en-US" altLang="en-US" dirty="0"/>
          </a:p>
          <a:p>
            <a:pPr>
              <a:lnSpc>
                <a:spcPct val="90000"/>
              </a:lnSpc>
              <a:buFont typeface="Arial" panose="020B0604020202020204" pitchFamily="34" charset="0"/>
              <a:buNone/>
            </a:pPr>
            <a:endParaRPr lang="en-US" altLang="en-US" dirty="0"/>
          </a:p>
          <a:p>
            <a:pPr>
              <a:lnSpc>
                <a:spcPct val="90000"/>
              </a:lnSpc>
              <a:buFont typeface="Arial" panose="020B0604020202020204" pitchFamily="34" charset="0"/>
              <a:buNone/>
            </a:pPr>
            <a:r>
              <a:rPr lang="en-US" altLang="en-US" dirty="0">
                <a:solidFill>
                  <a:schemeClr val="accent2"/>
                </a:solidFill>
              </a:rPr>
              <a:t>190.52</a:t>
            </a:r>
            <a:r>
              <a:rPr lang="en-US" altLang="en-US" dirty="0"/>
              <a:t>.</a:t>
            </a:r>
            <a:r>
              <a:rPr lang="en-US" altLang="en-US" dirty="0">
                <a:solidFill>
                  <a:srgbClr val="CC0000"/>
                </a:solidFill>
              </a:rPr>
              <a:t>1</a:t>
            </a:r>
            <a:r>
              <a:rPr lang="en-US" altLang="en-US" dirty="0"/>
              <a:t>.2</a:t>
            </a:r>
          </a:p>
          <a:p>
            <a:pPr>
              <a:lnSpc>
                <a:spcPct val="90000"/>
              </a:lnSpc>
              <a:buFont typeface="Arial" panose="020B0604020202020204" pitchFamily="34" charset="0"/>
              <a:buNone/>
            </a:pPr>
            <a:r>
              <a:rPr lang="en-US" altLang="en-US" dirty="0">
                <a:solidFill>
                  <a:schemeClr val="accent2"/>
                </a:solidFill>
              </a:rPr>
              <a:t>190.52</a:t>
            </a:r>
            <a:r>
              <a:rPr lang="en-US" altLang="en-US" dirty="0"/>
              <a:t>.</a:t>
            </a:r>
            <a:r>
              <a:rPr lang="en-US" altLang="en-US" dirty="0">
                <a:solidFill>
                  <a:srgbClr val="CC0000"/>
                </a:solidFill>
              </a:rPr>
              <a:t>2</a:t>
            </a:r>
            <a:r>
              <a:rPr lang="en-US" altLang="en-US" dirty="0"/>
              <a:t>.2</a:t>
            </a:r>
          </a:p>
          <a:p>
            <a:pPr>
              <a:lnSpc>
                <a:spcPct val="90000"/>
              </a:lnSpc>
              <a:buFont typeface="Arial" panose="020B0604020202020204" pitchFamily="34" charset="0"/>
              <a:buNone/>
            </a:pPr>
            <a:r>
              <a:rPr lang="en-US" altLang="en-US" dirty="0">
                <a:solidFill>
                  <a:schemeClr val="accent2"/>
                </a:solidFill>
              </a:rPr>
              <a:t>190.52</a:t>
            </a:r>
            <a:r>
              <a:rPr lang="en-US" altLang="en-US" dirty="0"/>
              <a:t>.</a:t>
            </a:r>
            <a:r>
              <a:rPr lang="en-US" altLang="en-US" dirty="0">
                <a:solidFill>
                  <a:srgbClr val="CC0000"/>
                </a:solidFill>
              </a:rPr>
              <a:t>3</a:t>
            </a:r>
            <a:r>
              <a:rPr lang="en-US" altLang="en-US" dirty="0"/>
              <a:t>.2</a:t>
            </a:r>
          </a:p>
        </p:txBody>
      </p:sp>
      <p:sp>
        <p:nvSpPr>
          <p:cNvPr id="18" name="Slide Number Placeholder 3"/>
          <p:cNvSpPr>
            <a:spLocks noGrp="1"/>
          </p:cNvSpPr>
          <p:nvPr>
            <p:ph type="sldNum" sz="quarter" idx="12"/>
          </p:nvPr>
        </p:nvSpPr>
        <p:spPr>
          <a:xfrm>
            <a:off x="9753600" y="6629400"/>
            <a:ext cx="914400" cy="228600"/>
          </a:xfrm>
        </p:spPr>
        <p:txBody>
          <a:bodyPr/>
          <a:lstStyle/>
          <a:p>
            <a:fld id="{27DFB45F-8A61-4F19-A1BF-5D5DBCC80CDC}" type="slidenum">
              <a:rPr lang="en-US" altLang="en-US"/>
              <a:pPr/>
              <a:t>77</a:t>
            </a:fld>
            <a:endParaRPr lang="en-US" altLang="en-US"/>
          </a:p>
        </p:txBody>
      </p:sp>
      <p:grpSp>
        <p:nvGrpSpPr>
          <p:cNvPr id="185347" name="Group 3"/>
          <p:cNvGrpSpPr>
            <a:grpSpLocks/>
          </p:cNvGrpSpPr>
          <p:nvPr/>
        </p:nvGrpSpPr>
        <p:grpSpPr bwMode="auto">
          <a:xfrm>
            <a:off x="4267200" y="3276604"/>
            <a:ext cx="5791200" cy="369888"/>
            <a:chOff x="1584" y="1824"/>
            <a:chExt cx="3648" cy="233"/>
          </a:xfrm>
        </p:grpSpPr>
        <p:sp>
          <p:nvSpPr>
            <p:cNvPr id="185348" name="Text Box 4"/>
            <p:cNvSpPr txBox="1">
              <a:spLocks noChangeArrowheads="1"/>
            </p:cNvSpPr>
            <p:nvPr/>
          </p:nvSpPr>
          <p:spPr bwMode="auto">
            <a:xfrm>
              <a:off x="1584" y="1824"/>
              <a:ext cx="912" cy="233"/>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a:latin typeface="Arial" panose="020B0604020202020204" pitchFamily="34" charset="0"/>
                </a:rPr>
                <a:t>Network</a:t>
              </a:r>
            </a:p>
          </p:txBody>
        </p:sp>
        <p:sp>
          <p:nvSpPr>
            <p:cNvPr id="185349" name="Text Box 5"/>
            <p:cNvSpPr txBox="1">
              <a:spLocks noChangeArrowheads="1"/>
            </p:cNvSpPr>
            <p:nvPr/>
          </p:nvSpPr>
          <p:spPr bwMode="auto">
            <a:xfrm>
              <a:off x="2496" y="1824"/>
              <a:ext cx="912" cy="233"/>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a:latin typeface="Arial" panose="020B0604020202020204" pitchFamily="34" charset="0"/>
                </a:rPr>
                <a:t>Network</a:t>
              </a:r>
            </a:p>
          </p:txBody>
        </p:sp>
        <p:sp>
          <p:nvSpPr>
            <p:cNvPr id="185350" name="Text Box 6"/>
            <p:cNvSpPr txBox="1">
              <a:spLocks noChangeArrowheads="1"/>
            </p:cNvSpPr>
            <p:nvPr/>
          </p:nvSpPr>
          <p:spPr bwMode="auto">
            <a:xfrm>
              <a:off x="3408" y="1824"/>
              <a:ext cx="912" cy="233"/>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Subnet</a:t>
              </a:r>
            </a:p>
          </p:txBody>
        </p:sp>
        <p:sp>
          <p:nvSpPr>
            <p:cNvPr id="185351" name="Text Box 7"/>
            <p:cNvSpPr txBox="1">
              <a:spLocks noChangeArrowheads="1"/>
            </p:cNvSpPr>
            <p:nvPr/>
          </p:nvSpPr>
          <p:spPr bwMode="auto">
            <a:xfrm>
              <a:off x="4320" y="1824"/>
              <a:ext cx="912" cy="233"/>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Host</a:t>
              </a:r>
            </a:p>
          </p:txBody>
        </p:sp>
      </p:grpSp>
      <p:sp>
        <p:nvSpPr>
          <p:cNvPr id="185352" name="AutoShape 8"/>
          <p:cNvSpPr>
            <a:spLocks/>
          </p:cNvSpPr>
          <p:nvPr/>
        </p:nvSpPr>
        <p:spPr bwMode="auto">
          <a:xfrm>
            <a:off x="4618038" y="4876800"/>
            <a:ext cx="228600" cy="1447800"/>
          </a:xfrm>
          <a:prstGeom prst="rightBrace">
            <a:avLst>
              <a:gd name="adj1" fmla="val 52778"/>
              <a:gd name="adj2" fmla="val 50000"/>
            </a:avLst>
          </a:prstGeom>
          <a:noFill/>
          <a:ln w="9525">
            <a:solidFill>
              <a:schemeClr val="accent2"/>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353" name="Text Box 9"/>
          <p:cNvSpPr txBox="1">
            <a:spLocks noChangeArrowheads="1"/>
          </p:cNvSpPr>
          <p:nvPr/>
        </p:nvSpPr>
        <p:spPr bwMode="auto">
          <a:xfrm>
            <a:off x="4999038" y="4953000"/>
            <a:ext cx="5029200" cy="923330"/>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a:latin typeface="Arial" panose="020B0604020202020204" pitchFamily="34" charset="0"/>
              </a:rPr>
              <a:t>But </a:t>
            </a:r>
            <a:r>
              <a:rPr lang="en-US" altLang="en-US" b="1" i="1">
                <a:solidFill>
                  <a:schemeClr val="accent2"/>
                </a:solidFill>
                <a:latin typeface="Arial" panose="020B0604020202020204" pitchFamily="34" charset="0"/>
              </a:rPr>
              <a:t>internal</a:t>
            </a:r>
            <a:r>
              <a:rPr lang="en-US" altLang="en-US" b="1">
                <a:latin typeface="Arial" panose="020B0604020202020204" pitchFamily="34" charset="0"/>
              </a:rPr>
              <a:t> routers think all these addresses are on different networks, called subnetworks</a:t>
            </a:r>
            <a:endParaRPr lang="en-US" altLang="en-US">
              <a:latin typeface="Arial" panose="020B0604020202020204" pitchFamily="34" charset="0"/>
            </a:endParaRPr>
          </a:p>
        </p:txBody>
      </p:sp>
      <p:sp>
        <p:nvSpPr>
          <p:cNvPr id="185354" name="Text Box 10"/>
          <p:cNvSpPr txBox="1">
            <a:spLocks noChangeArrowheads="1"/>
          </p:cNvSpPr>
          <p:nvPr/>
        </p:nvSpPr>
        <p:spPr bwMode="auto">
          <a:xfrm>
            <a:off x="2560638" y="4191000"/>
            <a:ext cx="7467600" cy="369332"/>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i="1">
                <a:solidFill>
                  <a:schemeClr val="accent2"/>
                </a:solidFill>
                <a:latin typeface="Arial" panose="020B0604020202020204" pitchFamily="34" charset="0"/>
              </a:rPr>
              <a:t>Internet</a:t>
            </a:r>
            <a:r>
              <a:rPr lang="en-US" altLang="en-US" b="1">
                <a:latin typeface="Arial" panose="020B0604020202020204" pitchFamily="34" charset="0"/>
              </a:rPr>
              <a:t> routers still “see” this net as 190.52.0.0</a:t>
            </a:r>
          </a:p>
        </p:txBody>
      </p:sp>
      <p:sp>
        <p:nvSpPr>
          <p:cNvPr id="185355" name="Text Box 11"/>
          <p:cNvSpPr txBox="1">
            <a:spLocks noChangeArrowheads="1"/>
          </p:cNvSpPr>
          <p:nvPr/>
        </p:nvSpPr>
        <p:spPr bwMode="auto">
          <a:xfrm>
            <a:off x="2789238" y="2124075"/>
            <a:ext cx="1447800" cy="369332"/>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a:latin typeface="Arial" panose="020B0604020202020204" pitchFamily="34" charset="0"/>
              </a:rPr>
              <a:t>Class B</a:t>
            </a:r>
          </a:p>
        </p:txBody>
      </p:sp>
      <p:sp>
        <p:nvSpPr>
          <p:cNvPr id="185356" name="Text Box 12"/>
          <p:cNvSpPr txBox="1">
            <a:spLocks noChangeArrowheads="1"/>
          </p:cNvSpPr>
          <p:nvPr/>
        </p:nvSpPr>
        <p:spPr bwMode="auto">
          <a:xfrm>
            <a:off x="4389438" y="2124075"/>
            <a:ext cx="1447800" cy="369332"/>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a:latin typeface="Arial" panose="020B0604020202020204" pitchFamily="34" charset="0"/>
              </a:rPr>
              <a:t>Network</a:t>
            </a:r>
          </a:p>
        </p:txBody>
      </p:sp>
      <p:sp>
        <p:nvSpPr>
          <p:cNvPr id="185357" name="Text Box 13"/>
          <p:cNvSpPr txBox="1">
            <a:spLocks noChangeArrowheads="1"/>
          </p:cNvSpPr>
          <p:nvPr/>
        </p:nvSpPr>
        <p:spPr bwMode="auto">
          <a:xfrm>
            <a:off x="5837238" y="2124075"/>
            <a:ext cx="1447800" cy="369332"/>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a:latin typeface="Arial" panose="020B0604020202020204" pitchFamily="34" charset="0"/>
              </a:rPr>
              <a:t>Network</a:t>
            </a:r>
          </a:p>
        </p:txBody>
      </p:sp>
      <p:sp>
        <p:nvSpPr>
          <p:cNvPr id="185358" name="Text Box 14"/>
          <p:cNvSpPr txBox="1">
            <a:spLocks noChangeArrowheads="1"/>
          </p:cNvSpPr>
          <p:nvPr/>
        </p:nvSpPr>
        <p:spPr bwMode="auto">
          <a:xfrm>
            <a:off x="7285038" y="2124075"/>
            <a:ext cx="1447800" cy="369332"/>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Host</a:t>
            </a:r>
          </a:p>
        </p:txBody>
      </p:sp>
      <p:sp>
        <p:nvSpPr>
          <p:cNvPr id="185359" name="Text Box 15"/>
          <p:cNvSpPr txBox="1">
            <a:spLocks noChangeArrowheads="1"/>
          </p:cNvSpPr>
          <p:nvPr/>
        </p:nvSpPr>
        <p:spPr bwMode="auto">
          <a:xfrm>
            <a:off x="8732838" y="2124075"/>
            <a:ext cx="1447800" cy="369332"/>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Host</a:t>
            </a:r>
          </a:p>
        </p:txBody>
      </p:sp>
      <p:sp>
        <p:nvSpPr>
          <p:cNvPr id="185360" name="Rectangle 16"/>
          <p:cNvSpPr>
            <a:spLocks noChangeArrowheads="1"/>
          </p:cNvSpPr>
          <p:nvPr/>
        </p:nvSpPr>
        <p:spPr bwMode="auto">
          <a:xfrm>
            <a:off x="2133600" y="1143000"/>
            <a:ext cx="7772400" cy="53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fontAlgn="base">
              <a:spcBef>
                <a:spcPct val="0"/>
              </a:spcBef>
              <a:spcAft>
                <a:spcPct val="0"/>
              </a:spcAft>
              <a:defRPr sz="2400">
                <a:solidFill>
                  <a:schemeClr val="tx1"/>
                </a:solidFill>
                <a:latin typeface="Times New Roman" panose="02020603050405020304" pitchFamily="18" charset="0"/>
              </a:defRPr>
            </a:lvl6pPr>
            <a:lvl7pPr marL="2971800" indent="-228600" fontAlgn="base">
              <a:spcBef>
                <a:spcPct val="0"/>
              </a:spcBef>
              <a:spcAft>
                <a:spcPct val="0"/>
              </a:spcAft>
              <a:defRPr sz="2400">
                <a:solidFill>
                  <a:schemeClr val="tx1"/>
                </a:solidFill>
                <a:latin typeface="Times New Roman" panose="02020603050405020304" pitchFamily="18" charset="0"/>
              </a:defRPr>
            </a:lvl7pPr>
            <a:lvl8pPr marL="3429000" indent="-228600" fontAlgn="base">
              <a:spcBef>
                <a:spcPct val="0"/>
              </a:spcBef>
              <a:spcAft>
                <a:spcPct val="0"/>
              </a:spcAft>
              <a:defRPr sz="2400">
                <a:solidFill>
                  <a:schemeClr val="tx1"/>
                </a:solidFill>
                <a:latin typeface="Times New Roman" panose="02020603050405020304" pitchFamily="18" charset="0"/>
              </a:defRPr>
            </a:lvl8pPr>
            <a:lvl9pPr marL="3886200" indent="-228600" fontAlgn="base">
              <a:spcBef>
                <a:spcPct val="0"/>
              </a:spcBef>
              <a:spcAft>
                <a:spcPct val="0"/>
              </a:spcAft>
              <a:defRPr sz="2400">
                <a:solidFill>
                  <a:schemeClr val="tx1"/>
                </a:solidFill>
                <a:latin typeface="Times New Roman" panose="02020603050405020304" pitchFamily="18" charset="0"/>
              </a:defRPr>
            </a:lvl9pPr>
          </a:lstStyle>
          <a:p>
            <a:pPr eaLnBrk="0" hangingPunct="0">
              <a:lnSpc>
                <a:spcPct val="90000"/>
              </a:lnSpc>
              <a:spcBef>
                <a:spcPct val="20000"/>
              </a:spcBef>
              <a:buClr>
                <a:schemeClr val="accent1"/>
              </a:buClr>
              <a:buSzPct val="70000"/>
              <a:buFont typeface="Monotype Sorts" pitchFamily="2" charset="2"/>
              <a:buNone/>
            </a:pPr>
            <a:r>
              <a:rPr kumimoji="1" lang="en-US" altLang="en-US" sz="3200">
                <a:latin typeface="Arial" panose="020B0604020202020204" pitchFamily="34" charset="0"/>
              </a:rPr>
              <a:t>Given the Class B address 190.52.0.0</a:t>
            </a:r>
          </a:p>
        </p:txBody>
      </p:sp>
    </p:spTree>
    <p:extLst>
      <p:ext uri="{BB962C8B-B14F-4D97-AF65-F5344CB8AC3E}">
        <p14:creationId xmlns:p14="http://schemas.microsoft.com/office/powerpoint/2010/main" val="1821431666"/>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6" name="Rectangle 8"/>
          <p:cNvSpPr>
            <a:spLocks noGrp="1" noChangeArrowheads="1"/>
          </p:cNvSpPr>
          <p:nvPr>
            <p:ph type="title"/>
          </p:nvPr>
        </p:nvSpPr>
        <p:spPr>
          <a:xfrm>
            <a:off x="152400" y="193751"/>
            <a:ext cx="10515600" cy="1325563"/>
          </a:xfrm>
        </p:spPr>
        <p:txBody>
          <a:bodyPr/>
          <a:lstStyle/>
          <a:p>
            <a:r>
              <a:rPr lang="en-US" altLang="en-US" dirty="0">
                <a:solidFill>
                  <a:srgbClr val="FF0000"/>
                </a:solidFill>
              </a:rPr>
              <a:t>Subnet Example</a:t>
            </a:r>
          </a:p>
        </p:txBody>
      </p:sp>
      <p:sp>
        <p:nvSpPr>
          <p:cNvPr id="186370" name="Rectangle 2"/>
          <p:cNvSpPr>
            <a:spLocks noGrp="1" noChangeArrowheads="1"/>
          </p:cNvSpPr>
          <p:nvPr>
            <p:ph idx="1"/>
          </p:nvPr>
        </p:nvSpPr>
        <p:spPr>
          <a:xfrm>
            <a:off x="2362200" y="2209800"/>
            <a:ext cx="8839200" cy="4114800"/>
          </a:xfrm>
        </p:spPr>
        <p:txBody>
          <a:bodyPr/>
          <a:lstStyle/>
          <a:p>
            <a:pPr>
              <a:buFont typeface="Arial" panose="020B0604020202020204" pitchFamily="34" charset="0"/>
              <a:buNone/>
            </a:pPr>
            <a:r>
              <a:rPr lang="en-US" altLang="en-US" dirty="0">
                <a:solidFill>
                  <a:srgbClr val="00B0F0"/>
                </a:solidFill>
              </a:rPr>
              <a:t>Using the 3rd octet, 190.52.0.0 was divided into:</a:t>
            </a:r>
          </a:p>
          <a:p>
            <a:pPr>
              <a:buFont typeface="Arial" panose="020B0604020202020204" pitchFamily="34" charset="0"/>
              <a:buNone/>
            </a:pPr>
            <a:r>
              <a:rPr lang="en-US" altLang="en-US" sz="2000" dirty="0">
                <a:solidFill>
                  <a:srgbClr val="FF0000"/>
                </a:solidFill>
              </a:rPr>
              <a:t>190.52.1.0    190.52.2.0    190.52.3.0    190.52.4.0 </a:t>
            </a:r>
          </a:p>
          <a:p>
            <a:pPr>
              <a:buFont typeface="Arial" panose="020B0604020202020204" pitchFamily="34" charset="0"/>
              <a:buNone/>
            </a:pPr>
            <a:r>
              <a:rPr lang="en-US" altLang="en-US" sz="2000" dirty="0">
                <a:solidFill>
                  <a:srgbClr val="FF0000"/>
                </a:solidFill>
              </a:rPr>
              <a:t>190.52.5.0    190.52.6.0    190.52.7.0    190.52.8.0 </a:t>
            </a:r>
          </a:p>
          <a:p>
            <a:pPr>
              <a:buFont typeface="Arial" panose="020B0604020202020204" pitchFamily="34" charset="0"/>
              <a:buNone/>
            </a:pPr>
            <a:r>
              <a:rPr lang="en-US" altLang="en-US" sz="2000" dirty="0">
                <a:solidFill>
                  <a:srgbClr val="FF0000"/>
                </a:solidFill>
              </a:rPr>
              <a:t>190.52.9.0    190.52.10.0  190.52.11.0  190.52.12.0 </a:t>
            </a:r>
          </a:p>
          <a:p>
            <a:pPr>
              <a:buFont typeface="Arial" panose="020B0604020202020204" pitchFamily="34" charset="0"/>
              <a:buNone/>
            </a:pPr>
            <a:r>
              <a:rPr lang="en-US" altLang="en-US" sz="2000" dirty="0">
                <a:solidFill>
                  <a:srgbClr val="FF0000"/>
                </a:solidFill>
              </a:rPr>
              <a:t>190.52.13.0  190.52.14.0  190.52.15.0  190.52.16.0 </a:t>
            </a:r>
          </a:p>
          <a:p>
            <a:pPr>
              <a:buFont typeface="Arial" panose="020B0604020202020204" pitchFamily="34" charset="0"/>
              <a:buNone/>
            </a:pPr>
            <a:r>
              <a:rPr lang="en-US" altLang="en-US" sz="2000" dirty="0">
                <a:solidFill>
                  <a:srgbClr val="FF0000"/>
                </a:solidFill>
              </a:rPr>
              <a:t>190.52.17.0  190.52.18.0  190.52.19.0  and so on ...</a:t>
            </a:r>
            <a:r>
              <a:rPr lang="en-US" altLang="en-US" sz="2000" b="1" dirty="0">
                <a:solidFill>
                  <a:srgbClr val="FF0000"/>
                </a:solidFill>
              </a:rPr>
              <a:t> </a:t>
            </a:r>
          </a:p>
        </p:txBody>
      </p:sp>
      <p:sp>
        <p:nvSpPr>
          <p:cNvPr id="9" name="Slide Number Placeholder 3"/>
          <p:cNvSpPr>
            <a:spLocks noGrp="1"/>
          </p:cNvSpPr>
          <p:nvPr>
            <p:ph type="sldNum" sz="quarter" idx="12"/>
          </p:nvPr>
        </p:nvSpPr>
        <p:spPr>
          <a:xfrm>
            <a:off x="9753600" y="6629400"/>
            <a:ext cx="914400" cy="228600"/>
          </a:xfrm>
        </p:spPr>
        <p:txBody>
          <a:bodyPr/>
          <a:lstStyle/>
          <a:p>
            <a:fld id="{4B2D7822-A05A-48A6-9D52-B34C75F6B112}" type="slidenum">
              <a:rPr lang="en-US" altLang="en-US"/>
              <a:pPr/>
              <a:t>78</a:t>
            </a:fld>
            <a:endParaRPr lang="en-US" altLang="en-US"/>
          </a:p>
        </p:txBody>
      </p:sp>
      <p:grpSp>
        <p:nvGrpSpPr>
          <p:cNvPr id="186371" name="Group 3"/>
          <p:cNvGrpSpPr>
            <a:grpSpLocks/>
          </p:cNvGrpSpPr>
          <p:nvPr/>
        </p:nvGrpSpPr>
        <p:grpSpPr bwMode="auto">
          <a:xfrm>
            <a:off x="2743200" y="1362079"/>
            <a:ext cx="5791200" cy="369888"/>
            <a:chOff x="1584" y="1824"/>
            <a:chExt cx="3648" cy="233"/>
          </a:xfrm>
        </p:grpSpPr>
        <p:sp>
          <p:nvSpPr>
            <p:cNvPr id="186372" name="Text Box 4"/>
            <p:cNvSpPr txBox="1">
              <a:spLocks noChangeArrowheads="1"/>
            </p:cNvSpPr>
            <p:nvPr/>
          </p:nvSpPr>
          <p:spPr bwMode="auto">
            <a:xfrm>
              <a:off x="1584" y="1824"/>
              <a:ext cx="912" cy="233"/>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a:latin typeface="Arial" panose="020B0604020202020204" pitchFamily="34" charset="0"/>
                </a:rPr>
                <a:t>Network</a:t>
              </a:r>
            </a:p>
          </p:txBody>
        </p:sp>
        <p:sp>
          <p:nvSpPr>
            <p:cNvPr id="186373" name="Text Box 5"/>
            <p:cNvSpPr txBox="1">
              <a:spLocks noChangeArrowheads="1"/>
            </p:cNvSpPr>
            <p:nvPr/>
          </p:nvSpPr>
          <p:spPr bwMode="auto">
            <a:xfrm>
              <a:off x="2496" y="1824"/>
              <a:ext cx="912" cy="233"/>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a:latin typeface="Arial" panose="020B0604020202020204" pitchFamily="34" charset="0"/>
                </a:rPr>
                <a:t>Network</a:t>
              </a:r>
            </a:p>
          </p:txBody>
        </p:sp>
        <p:sp>
          <p:nvSpPr>
            <p:cNvPr id="186374" name="Text Box 6"/>
            <p:cNvSpPr txBox="1">
              <a:spLocks noChangeArrowheads="1"/>
            </p:cNvSpPr>
            <p:nvPr/>
          </p:nvSpPr>
          <p:spPr bwMode="auto">
            <a:xfrm>
              <a:off x="3408" y="1824"/>
              <a:ext cx="912" cy="233"/>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Subnet</a:t>
              </a:r>
            </a:p>
          </p:txBody>
        </p:sp>
        <p:sp>
          <p:nvSpPr>
            <p:cNvPr id="186375" name="Text Box 7"/>
            <p:cNvSpPr txBox="1">
              <a:spLocks noChangeArrowheads="1"/>
            </p:cNvSpPr>
            <p:nvPr/>
          </p:nvSpPr>
          <p:spPr bwMode="auto">
            <a:xfrm>
              <a:off x="4320" y="1824"/>
              <a:ext cx="912" cy="233"/>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Host</a:t>
              </a:r>
            </a:p>
          </p:txBody>
        </p:sp>
      </p:grpSp>
    </p:spTree>
    <p:extLst>
      <p:ext uri="{BB962C8B-B14F-4D97-AF65-F5344CB8AC3E}">
        <p14:creationId xmlns:p14="http://schemas.microsoft.com/office/powerpoint/2010/main" val="440513556"/>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ChangeArrowheads="1"/>
          </p:cNvSpPr>
          <p:nvPr>
            <p:ph type="title"/>
          </p:nvPr>
        </p:nvSpPr>
        <p:spPr>
          <a:xfrm>
            <a:off x="1987550" y="220664"/>
            <a:ext cx="7029450" cy="473075"/>
          </a:xfrm>
        </p:spPr>
        <p:txBody>
          <a:bodyPr>
            <a:normAutofit fontScale="90000"/>
          </a:bodyPr>
          <a:lstStyle/>
          <a:p>
            <a:r>
              <a:rPr lang="en-US" altLang="en-US" b="0"/>
              <a:t>Subnet Example</a:t>
            </a:r>
          </a:p>
        </p:txBody>
      </p:sp>
      <p:sp>
        <p:nvSpPr>
          <p:cNvPr id="49" name="Slide Number Placeholder 3"/>
          <p:cNvSpPr>
            <a:spLocks noGrp="1"/>
          </p:cNvSpPr>
          <p:nvPr>
            <p:ph type="sldNum" sz="quarter" idx="12"/>
          </p:nvPr>
        </p:nvSpPr>
        <p:spPr>
          <a:xfrm>
            <a:off x="9753600" y="6629400"/>
            <a:ext cx="914400" cy="228600"/>
          </a:xfrm>
        </p:spPr>
        <p:txBody>
          <a:bodyPr/>
          <a:lstStyle/>
          <a:p>
            <a:fld id="{780EF548-A334-43C3-A366-C1547A09C24D}" type="slidenum">
              <a:rPr lang="en-US" altLang="en-US"/>
              <a:pPr/>
              <a:t>79</a:t>
            </a:fld>
            <a:endParaRPr lang="en-US" altLang="en-US"/>
          </a:p>
        </p:txBody>
      </p:sp>
      <p:grpSp>
        <p:nvGrpSpPr>
          <p:cNvPr id="187395" name="Group 3"/>
          <p:cNvGrpSpPr>
            <a:grpSpLocks/>
          </p:cNvGrpSpPr>
          <p:nvPr/>
        </p:nvGrpSpPr>
        <p:grpSpPr bwMode="auto">
          <a:xfrm>
            <a:off x="2133600" y="2286004"/>
            <a:ext cx="5791200" cy="369888"/>
            <a:chOff x="1584" y="1824"/>
            <a:chExt cx="3648" cy="233"/>
          </a:xfrm>
        </p:grpSpPr>
        <p:sp>
          <p:nvSpPr>
            <p:cNvPr id="187396" name="Text Box 4"/>
            <p:cNvSpPr txBox="1">
              <a:spLocks noChangeArrowheads="1"/>
            </p:cNvSpPr>
            <p:nvPr/>
          </p:nvSpPr>
          <p:spPr bwMode="auto">
            <a:xfrm>
              <a:off x="1584" y="1824"/>
              <a:ext cx="912" cy="233"/>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a:latin typeface="Arial" panose="020B0604020202020204" pitchFamily="34" charset="0"/>
                </a:rPr>
                <a:t>Network</a:t>
              </a:r>
            </a:p>
          </p:txBody>
        </p:sp>
        <p:sp>
          <p:nvSpPr>
            <p:cNvPr id="187397" name="Text Box 5"/>
            <p:cNvSpPr txBox="1">
              <a:spLocks noChangeArrowheads="1"/>
            </p:cNvSpPr>
            <p:nvPr/>
          </p:nvSpPr>
          <p:spPr bwMode="auto">
            <a:xfrm>
              <a:off x="2496" y="1824"/>
              <a:ext cx="912" cy="233"/>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a:latin typeface="Arial" panose="020B0604020202020204" pitchFamily="34" charset="0"/>
                </a:rPr>
                <a:t>Network</a:t>
              </a:r>
            </a:p>
          </p:txBody>
        </p:sp>
        <p:sp>
          <p:nvSpPr>
            <p:cNvPr id="187398" name="Text Box 6"/>
            <p:cNvSpPr txBox="1">
              <a:spLocks noChangeArrowheads="1"/>
            </p:cNvSpPr>
            <p:nvPr/>
          </p:nvSpPr>
          <p:spPr bwMode="auto">
            <a:xfrm>
              <a:off x="3408" y="1824"/>
              <a:ext cx="912" cy="233"/>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Subnet</a:t>
              </a:r>
            </a:p>
          </p:txBody>
        </p:sp>
        <p:sp>
          <p:nvSpPr>
            <p:cNvPr id="187399" name="Text Box 7"/>
            <p:cNvSpPr txBox="1">
              <a:spLocks noChangeArrowheads="1"/>
            </p:cNvSpPr>
            <p:nvPr/>
          </p:nvSpPr>
          <p:spPr bwMode="auto">
            <a:xfrm>
              <a:off x="4320" y="1824"/>
              <a:ext cx="912" cy="233"/>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Host</a:t>
              </a:r>
            </a:p>
          </p:txBody>
        </p:sp>
      </p:grpSp>
      <p:sp>
        <p:nvSpPr>
          <p:cNvPr id="187400" name="Rectangle 8"/>
          <p:cNvSpPr>
            <a:spLocks noChangeArrowheads="1"/>
          </p:cNvSpPr>
          <p:nvPr/>
        </p:nvSpPr>
        <p:spPr bwMode="auto">
          <a:xfrm>
            <a:off x="1676400" y="1219200"/>
            <a:ext cx="85344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fontAlgn="base">
              <a:spcBef>
                <a:spcPct val="0"/>
              </a:spcBef>
              <a:spcAft>
                <a:spcPct val="0"/>
              </a:spcAft>
              <a:defRPr sz="2400">
                <a:solidFill>
                  <a:schemeClr val="tx1"/>
                </a:solidFill>
                <a:latin typeface="Times New Roman" panose="02020603050405020304" pitchFamily="18" charset="0"/>
              </a:defRPr>
            </a:lvl6pPr>
            <a:lvl7pPr marL="2971800" indent="-228600" fontAlgn="base">
              <a:spcBef>
                <a:spcPct val="0"/>
              </a:spcBef>
              <a:spcAft>
                <a:spcPct val="0"/>
              </a:spcAft>
              <a:defRPr sz="2400">
                <a:solidFill>
                  <a:schemeClr val="tx1"/>
                </a:solidFill>
                <a:latin typeface="Times New Roman" panose="02020603050405020304" pitchFamily="18" charset="0"/>
              </a:defRPr>
            </a:lvl7pPr>
            <a:lvl8pPr marL="3429000" indent="-228600" fontAlgn="base">
              <a:spcBef>
                <a:spcPct val="0"/>
              </a:spcBef>
              <a:spcAft>
                <a:spcPct val="0"/>
              </a:spcAft>
              <a:defRPr sz="2400">
                <a:solidFill>
                  <a:schemeClr val="tx1"/>
                </a:solidFill>
                <a:latin typeface="Times New Roman" panose="02020603050405020304" pitchFamily="18" charset="0"/>
              </a:defRPr>
            </a:lvl8pPr>
            <a:lvl9pPr marL="3886200" indent="-228600" fontAlgn="base">
              <a:spcBef>
                <a:spcPct val="0"/>
              </a:spcBef>
              <a:spcAft>
                <a:spcPct val="0"/>
              </a:spcAft>
              <a:defRPr sz="2400">
                <a:solidFill>
                  <a:schemeClr val="tx1"/>
                </a:solidFill>
                <a:latin typeface="Times New Roman" panose="02020603050405020304" pitchFamily="18" charset="0"/>
              </a:defRPr>
            </a:lvl9pPr>
          </a:lstStyle>
          <a:p>
            <a:pPr eaLnBrk="0" hangingPunct="0">
              <a:lnSpc>
                <a:spcPct val="90000"/>
              </a:lnSpc>
              <a:spcBef>
                <a:spcPct val="20000"/>
              </a:spcBef>
              <a:buClr>
                <a:schemeClr val="accent1"/>
              </a:buClr>
              <a:buSzPct val="70000"/>
              <a:buFont typeface="Monotype Sorts" pitchFamily="2" charset="2"/>
              <a:buNone/>
            </a:pPr>
            <a:r>
              <a:rPr kumimoji="1" lang="en-US" altLang="en-US">
                <a:latin typeface="Arial" panose="020B0604020202020204" pitchFamily="34" charset="0"/>
              </a:rPr>
              <a:t>Network address </a:t>
            </a:r>
            <a:r>
              <a:rPr kumimoji="1" lang="en-US" altLang="en-US" b="1">
                <a:solidFill>
                  <a:schemeClr val="accent2"/>
                </a:solidFill>
                <a:latin typeface="Arial" panose="020B0604020202020204" pitchFamily="34" charset="0"/>
              </a:rPr>
              <a:t>190.52</a:t>
            </a:r>
            <a:r>
              <a:rPr kumimoji="1" lang="en-US" altLang="en-US">
                <a:latin typeface="Arial" panose="020B0604020202020204" pitchFamily="34" charset="0"/>
              </a:rPr>
              <a:t>.</a:t>
            </a:r>
            <a:r>
              <a:rPr kumimoji="1" lang="en-US" altLang="en-US" b="1">
                <a:latin typeface="Arial" panose="020B0604020202020204" pitchFamily="34" charset="0"/>
              </a:rPr>
              <a:t>0.0 with /16 network mask</a:t>
            </a:r>
          </a:p>
          <a:p>
            <a:pPr eaLnBrk="0" hangingPunct="0">
              <a:lnSpc>
                <a:spcPct val="90000"/>
              </a:lnSpc>
              <a:spcBef>
                <a:spcPct val="20000"/>
              </a:spcBef>
              <a:buClr>
                <a:schemeClr val="accent1"/>
              </a:buClr>
              <a:buSzPct val="70000"/>
              <a:buFont typeface="Monotype Sorts" pitchFamily="2" charset="2"/>
              <a:buNone/>
            </a:pPr>
            <a:endParaRPr kumimoji="1" lang="en-US" altLang="en-US" b="1">
              <a:latin typeface="Arial" panose="020B0604020202020204" pitchFamily="34" charset="0"/>
            </a:endParaRPr>
          </a:p>
        </p:txBody>
      </p:sp>
      <p:grpSp>
        <p:nvGrpSpPr>
          <p:cNvPr id="187401" name="Group 9"/>
          <p:cNvGrpSpPr>
            <a:grpSpLocks/>
          </p:cNvGrpSpPr>
          <p:nvPr/>
        </p:nvGrpSpPr>
        <p:grpSpPr bwMode="auto">
          <a:xfrm>
            <a:off x="2133600" y="2971804"/>
            <a:ext cx="5791200" cy="369888"/>
            <a:chOff x="1584" y="1824"/>
            <a:chExt cx="3648" cy="233"/>
          </a:xfrm>
        </p:grpSpPr>
        <p:sp>
          <p:nvSpPr>
            <p:cNvPr id="187402" name="Text Box 10"/>
            <p:cNvSpPr txBox="1">
              <a:spLocks noChangeArrowheads="1"/>
            </p:cNvSpPr>
            <p:nvPr/>
          </p:nvSpPr>
          <p:spPr bwMode="auto">
            <a:xfrm>
              <a:off x="1584" y="1824"/>
              <a:ext cx="912" cy="233"/>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190</a:t>
              </a:r>
            </a:p>
          </p:txBody>
        </p:sp>
        <p:sp>
          <p:nvSpPr>
            <p:cNvPr id="187403" name="Text Box 11"/>
            <p:cNvSpPr txBox="1">
              <a:spLocks noChangeArrowheads="1"/>
            </p:cNvSpPr>
            <p:nvPr/>
          </p:nvSpPr>
          <p:spPr bwMode="auto">
            <a:xfrm>
              <a:off x="2496" y="1824"/>
              <a:ext cx="912" cy="233"/>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52</a:t>
              </a:r>
            </a:p>
          </p:txBody>
        </p:sp>
        <p:sp>
          <p:nvSpPr>
            <p:cNvPr id="187404" name="Text Box 12"/>
            <p:cNvSpPr txBox="1">
              <a:spLocks noChangeArrowheads="1"/>
            </p:cNvSpPr>
            <p:nvPr/>
          </p:nvSpPr>
          <p:spPr bwMode="auto">
            <a:xfrm>
              <a:off x="3408" y="1824"/>
              <a:ext cx="912" cy="233"/>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0</a:t>
              </a:r>
            </a:p>
          </p:txBody>
        </p:sp>
        <p:sp>
          <p:nvSpPr>
            <p:cNvPr id="187405" name="Text Box 13"/>
            <p:cNvSpPr txBox="1">
              <a:spLocks noChangeArrowheads="1"/>
            </p:cNvSpPr>
            <p:nvPr/>
          </p:nvSpPr>
          <p:spPr bwMode="auto">
            <a:xfrm>
              <a:off x="4320" y="1824"/>
              <a:ext cx="912" cy="233"/>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Host</a:t>
              </a:r>
            </a:p>
          </p:txBody>
        </p:sp>
      </p:grpSp>
      <p:grpSp>
        <p:nvGrpSpPr>
          <p:cNvPr id="187406" name="Group 14"/>
          <p:cNvGrpSpPr>
            <a:grpSpLocks/>
          </p:cNvGrpSpPr>
          <p:nvPr/>
        </p:nvGrpSpPr>
        <p:grpSpPr bwMode="auto">
          <a:xfrm>
            <a:off x="2133600" y="3429004"/>
            <a:ext cx="5791200" cy="369888"/>
            <a:chOff x="1584" y="1824"/>
            <a:chExt cx="3648" cy="233"/>
          </a:xfrm>
        </p:grpSpPr>
        <p:sp>
          <p:nvSpPr>
            <p:cNvPr id="187407" name="Text Box 15"/>
            <p:cNvSpPr txBox="1">
              <a:spLocks noChangeArrowheads="1"/>
            </p:cNvSpPr>
            <p:nvPr/>
          </p:nvSpPr>
          <p:spPr bwMode="auto">
            <a:xfrm>
              <a:off x="1584" y="1824"/>
              <a:ext cx="912" cy="233"/>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190</a:t>
              </a:r>
            </a:p>
          </p:txBody>
        </p:sp>
        <p:sp>
          <p:nvSpPr>
            <p:cNvPr id="187408" name="Text Box 16"/>
            <p:cNvSpPr txBox="1">
              <a:spLocks noChangeArrowheads="1"/>
            </p:cNvSpPr>
            <p:nvPr/>
          </p:nvSpPr>
          <p:spPr bwMode="auto">
            <a:xfrm>
              <a:off x="2496" y="1824"/>
              <a:ext cx="912" cy="233"/>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52</a:t>
              </a:r>
            </a:p>
          </p:txBody>
        </p:sp>
        <p:sp>
          <p:nvSpPr>
            <p:cNvPr id="187409" name="Text Box 17"/>
            <p:cNvSpPr txBox="1">
              <a:spLocks noChangeArrowheads="1"/>
            </p:cNvSpPr>
            <p:nvPr/>
          </p:nvSpPr>
          <p:spPr bwMode="auto">
            <a:xfrm>
              <a:off x="3408" y="1824"/>
              <a:ext cx="912" cy="233"/>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1</a:t>
              </a:r>
            </a:p>
          </p:txBody>
        </p:sp>
        <p:sp>
          <p:nvSpPr>
            <p:cNvPr id="187410" name="Text Box 18"/>
            <p:cNvSpPr txBox="1">
              <a:spLocks noChangeArrowheads="1"/>
            </p:cNvSpPr>
            <p:nvPr/>
          </p:nvSpPr>
          <p:spPr bwMode="auto">
            <a:xfrm>
              <a:off x="4320" y="1824"/>
              <a:ext cx="912" cy="233"/>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Host</a:t>
              </a:r>
            </a:p>
          </p:txBody>
        </p:sp>
      </p:grpSp>
      <p:grpSp>
        <p:nvGrpSpPr>
          <p:cNvPr id="187411" name="Group 19"/>
          <p:cNvGrpSpPr>
            <a:grpSpLocks/>
          </p:cNvGrpSpPr>
          <p:nvPr/>
        </p:nvGrpSpPr>
        <p:grpSpPr bwMode="auto">
          <a:xfrm>
            <a:off x="2133600" y="3886204"/>
            <a:ext cx="5791200" cy="369888"/>
            <a:chOff x="1584" y="1824"/>
            <a:chExt cx="3648" cy="233"/>
          </a:xfrm>
        </p:grpSpPr>
        <p:sp>
          <p:nvSpPr>
            <p:cNvPr id="187412" name="Text Box 20"/>
            <p:cNvSpPr txBox="1">
              <a:spLocks noChangeArrowheads="1"/>
            </p:cNvSpPr>
            <p:nvPr/>
          </p:nvSpPr>
          <p:spPr bwMode="auto">
            <a:xfrm>
              <a:off x="1584" y="1824"/>
              <a:ext cx="912" cy="233"/>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190</a:t>
              </a:r>
            </a:p>
          </p:txBody>
        </p:sp>
        <p:sp>
          <p:nvSpPr>
            <p:cNvPr id="187413" name="Text Box 21"/>
            <p:cNvSpPr txBox="1">
              <a:spLocks noChangeArrowheads="1"/>
            </p:cNvSpPr>
            <p:nvPr/>
          </p:nvSpPr>
          <p:spPr bwMode="auto">
            <a:xfrm>
              <a:off x="2496" y="1824"/>
              <a:ext cx="912" cy="233"/>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52</a:t>
              </a:r>
            </a:p>
          </p:txBody>
        </p:sp>
        <p:sp>
          <p:nvSpPr>
            <p:cNvPr id="187414" name="Text Box 22"/>
            <p:cNvSpPr txBox="1">
              <a:spLocks noChangeArrowheads="1"/>
            </p:cNvSpPr>
            <p:nvPr/>
          </p:nvSpPr>
          <p:spPr bwMode="auto">
            <a:xfrm>
              <a:off x="3408" y="1824"/>
              <a:ext cx="912" cy="233"/>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2</a:t>
              </a:r>
            </a:p>
          </p:txBody>
        </p:sp>
        <p:sp>
          <p:nvSpPr>
            <p:cNvPr id="187415" name="Text Box 23"/>
            <p:cNvSpPr txBox="1">
              <a:spLocks noChangeArrowheads="1"/>
            </p:cNvSpPr>
            <p:nvPr/>
          </p:nvSpPr>
          <p:spPr bwMode="auto">
            <a:xfrm>
              <a:off x="4320" y="1824"/>
              <a:ext cx="912" cy="233"/>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Host</a:t>
              </a:r>
            </a:p>
          </p:txBody>
        </p:sp>
      </p:grpSp>
      <p:sp>
        <p:nvSpPr>
          <p:cNvPr id="187416" name="Text Box 24"/>
          <p:cNvSpPr txBox="1">
            <a:spLocks noChangeArrowheads="1"/>
          </p:cNvSpPr>
          <p:nvPr/>
        </p:nvSpPr>
        <p:spPr bwMode="auto">
          <a:xfrm>
            <a:off x="1676400" y="1600200"/>
            <a:ext cx="7239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latin typeface="Tahoma" panose="020B0604030504040204" pitchFamily="34" charset="0"/>
              </a:rPr>
              <a:t>Using Subnets: subnet mask 255.255.255.0 or /24</a:t>
            </a:r>
          </a:p>
        </p:txBody>
      </p:sp>
      <p:grpSp>
        <p:nvGrpSpPr>
          <p:cNvPr id="187417" name="Group 25"/>
          <p:cNvGrpSpPr>
            <a:grpSpLocks/>
          </p:cNvGrpSpPr>
          <p:nvPr/>
        </p:nvGrpSpPr>
        <p:grpSpPr bwMode="auto">
          <a:xfrm>
            <a:off x="2133600" y="4343404"/>
            <a:ext cx="5791200" cy="369888"/>
            <a:chOff x="1584" y="1824"/>
            <a:chExt cx="3648" cy="233"/>
          </a:xfrm>
        </p:grpSpPr>
        <p:sp>
          <p:nvSpPr>
            <p:cNvPr id="187418" name="Text Box 26"/>
            <p:cNvSpPr txBox="1">
              <a:spLocks noChangeArrowheads="1"/>
            </p:cNvSpPr>
            <p:nvPr/>
          </p:nvSpPr>
          <p:spPr bwMode="auto">
            <a:xfrm>
              <a:off x="1584" y="1824"/>
              <a:ext cx="912" cy="233"/>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190</a:t>
              </a:r>
            </a:p>
          </p:txBody>
        </p:sp>
        <p:sp>
          <p:nvSpPr>
            <p:cNvPr id="187419" name="Text Box 27"/>
            <p:cNvSpPr txBox="1">
              <a:spLocks noChangeArrowheads="1"/>
            </p:cNvSpPr>
            <p:nvPr/>
          </p:nvSpPr>
          <p:spPr bwMode="auto">
            <a:xfrm>
              <a:off x="2496" y="1824"/>
              <a:ext cx="912" cy="233"/>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52</a:t>
              </a:r>
            </a:p>
          </p:txBody>
        </p:sp>
        <p:sp>
          <p:nvSpPr>
            <p:cNvPr id="187420" name="Text Box 28"/>
            <p:cNvSpPr txBox="1">
              <a:spLocks noChangeArrowheads="1"/>
            </p:cNvSpPr>
            <p:nvPr/>
          </p:nvSpPr>
          <p:spPr bwMode="auto">
            <a:xfrm>
              <a:off x="3408" y="1824"/>
              <a:ext cx="912" cy="233"/>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3</a:t>
              </a:r>
            </a:p>
          </p:txBody>
        </p:sp>
        <p:sp>
          <p:nvSpPr>
            <p:cNvPr id="187421" name="Text Box 29"/>
            <p:cNvSpPr txBox="1">
              <a:spLocks noChangeArrowheads="1"/>
            </p:cNvSpPr>
            <p:nvPr/>
          </p:nvSpPr>
          <p:spPr bwMode="auto">
            <a:xfrm>
              <a:off x="4320" y="1824"/>
              <a:ext cx="912" cy="233"/>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Host</a:t>
              </a:r>
            </a:p>
          </p:txBody>
        </p:sp>
      </p:grpSp>
      <p:grpSp>
        <p:nvGrpSpPr>
          <p:cNvPr id="187422" name="Group 30"/>
          <p:cNvGrpSpPr>
            <a:grpSpLocks/>
          </p:cNvGrpSpPr>
          <p:nvPr/>
        </p:nvGrpSpPr>
        <p:grpSpPr bwMode="auto">
          <a:xfrm>
            <a:off x="2133600" y="4791079"/>
            <a:ext cx="5791200" cy="369888"/>
            <a:chOff x="1584" y="1824"/>
            <a:chExt cx="3648" cy="233"/>
          </a:xfrm>
        </p:grpSpPr>
        <p:sp>
          <p:nvSpPr>
            <p:cNvPr id="187423" name="Text Box 31"/>
            <p:cNvSpPr txBox="1">
              <a:spLocks noChangeArrowheads="1"/>
            </p:cNvSpPr>
            <p:nvPr/>
          </p:nvSpPr>
          <p:spPr bwMode="auto">
            <a:xfrm>
              <a:off x="1584" y="1824"/>
              <a:ext cx="912" cy="233"/>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190</a:t>
              </a:r>
            </a:p>
          </p:txBody>
        </p:sp>
        <p:sp>
          <p:nvSpPr>
            <p:cNvPr id="187424" name="Text Box 32"/>
            <p:cNvSpPr txBox="1">
              <a:spLocks noChangeArrowheads="1"/>
            </p:cNvSpPr>
            <p:nvPr/>
          </p:nvSpPr>
          <p:spPr bwMode="auto">
            <a:xfrm>
              <a:off x="2496" y="1824"/>
              <a:ext cx="912" cy="233"/>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52</a:t>
              </a:r>
            </a:p>
          </p:txBody>
        </p:sp>
        <p:sp>
          <p:nvSpPr>
            <p:cNvPr id="187425" name="Text Box 33"/>
            <p:cNvSpPr txBox="1">
              <a:spLocks noChangeArrowheads="1"/>
            </p:cNvSpPr>
            <p:nvPr/>
          </p:nvSpPr>
          <p:spPr bwMode="auto">
            <a:xfrm>
              <a:off x="3408" y="1824"/>
              <a:ext cx="912" cy="233"/>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Etc.</a:t>
              </a:r>
            </a:p>
          </p:txBody>
        </p:sp>
        <p:sp>
          <p:nvSpPr>
            <p:cNvPr id="187426" name="Text Box 34"/>
            <p:cNvSpPr txBox="1">
              <a:spLocks noChangeArrowheads="1"/>
            </p:cNvSpPr>
            <p:nvPr/>
          </p:nvSpPr>
          <p:spPr bwMode="auto">
            <a:xfrm>
              <a:off x="4320" y="1824"/>
              <a:ext cx="912" cy="233"/>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Host</a:t>
              </a:r>
            </a:p>
          </p:txBody>
        </p:sp>
      </p:grpSp>
      <p:grpSp>
        <p:nvGrpSpPr>
          <p:cNvPr id="187427" name="Group 35"/>
          <p:cNvGrpSpPr>
            <a:grpSpLocks/>
          </p:cNvGrpSpPr>
          <p:nvPr/>
        </p:nvGrpSpPr>
        <p:grpSpPr bwMode="auto">
          <a:xfrm>
            <a:off x="2133600" y="5248279"/>
            <a:ext cx="5791200" cy="369888"/>
            <a:chOff x="1584" y="1824"/>
            <a:chExt cx="3648" cy="233"/>
          </a:xfrm>
        </p:grpSpPr>
        <p:sp>
          <p:nvSpPr>
            <p:cNvPr id="187428" name="Text Box 36"/>
            <p:cNvSpPr txBox="1">
              <a:spLocks noChangeArrowheads="1"/>
            </p:cNvSpPr>
            <p:nvPr/>
          </p:nvSpPr>
          <p:spPr bwMode="auto">
            <a:xfrm>
              <a:off x="1584" y="1824"/>
              <a:ext cx="912" cy="233"/>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190</a:t>
              </a:r>
            </a:p>
          </p:txBody>
        </p:sp>
        <p:sp>
          <p:nvSpPr>
            <p:cNvPr id="187429" name="Text Box 37"/>
            <p:cNvSpPr txBox="1">
              <a:spLocks noChangeArrowheads="1"/>
            </p:cNvSpPr>
            <p:nvPr/>
          </p:nvSpPr>
          <p:spPr bwMode="auto">
            <a:xfrm>
              <a:off x="2496" y="1824"/>
              <a:ext cx="912" cy="233"/>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52</a:t>
              </a:r>
            </a:p>
          </p:txBody>
        </p:sp>
        <p:sp>
          <p:nvSpPr>
            <p:cNvPr id="187430" name="Text Box 38"/>
            <p:cNvSpPr txBox="1">
              <a:spLocks noChangeArrowheads="1"/>
            </p:cNvSpPr>
            <p:nvPr/>
          </p:nvSpPr>
          <p:spPr bwMode="auto">
            <a:xfrm>
              <a:off x="3408" y="1824"/>
              <a:ext cx="912" cy="233"/>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254</a:t>
              </a:r>
            </a:p>
          </p:txBody>
        </p:sp>
        <p:sp>
          <p:nvSpPr>
            <p:cNvPr id="187431" name="Text Box 39"/>
            <p:cNvSpPr txBox="1">
              <a:spLocks noChangeArrowheads="1"/>
            </p:cNvSpPr>
            <p:nvPr/>
          </p:nvSpPr>
          <p:spPr bwMode="auto">
            <a:xfrm>
              <a:off x="4320" y="1824"/>
              <a:ext cx="912" cy="233"/>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Host</a:t>
              </a:r>
            </a:p>
          </p:txBody>
        </p:sp>
      </p:grpSp>
      <p:grpSp>
        <p:nvGrpSpPr>
          <p:cNvPr id="187432" name="Group 40"/>
          <p:cNvGrpSpPr>
            <a:grpSpLocks/>
          </p:cNvGrpSpPr>
          <p:nvPr/>
        </p:nvGrpSpPr>
        <p:grpSpPr bwMode="auto">
          <a:xfrm>
            <a:off x="2133600" y="5934079"/>
            <a:ext cx="5791200" cy="369888"/>
            <a:chOff x="1584" y="1824"/>
            <a:chExt cx="3648" cy="233"/>
          </a:xfrm>
        </p:grpSpPr>
        <p:sp>
          <p:nvSpPr>
            <p:cNvPr id="187433" name="Text Box 41"/>
            <p:cNvSpPr txBox="1">
              <a:spLocks noChangeArrowheads="1"/>
            </p:cNvSpPr>
            <p:nvPr/>
          </p:nvSpPr>
          <p:spPr bwMode="auto">
            <a:xfrm>
              <a:off x="1584" y="1824"/>
              <a:ext cx="912" cy="233"/>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190</a:t>
              </a:r>
            </a:p>
          </p:txBody>
        </p:sp>
        <p:sp>
          <p:nvSpPr>
            <p:cNvPr id="187434" name="Text Box 42"/>
            <p:cNvSpPr txBox="1">
              <a:spLocks noChangeArrowheads="1"/>
            </p:cNvSpPr>
            <p:nvPr/>
          </p:nvSpPr>
          <p:spPr bwMode="auto">
            <a:xfrm>
              <a:off x="2496" y="1824"/>
              <a:ext cx="912" cy="233"/>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52</a:t>
              </a:r>
            </a:p>
          </p:txBody>
        </p:sp>
        <p:sp>
          <p:nvSpPr>
            <p:cNvPr id="187435" name="Text Box 43"/>
            <p:cNvSpPr txBox="1">
              <a:spLocks noChangeArrowheads="1"/>
            </p:cNvSpPr>
            <p:nvPr/>
          </p:nvSpPr>
          <p:spPr bwMode="auto">
            <a:xfrm>
              <a:off x="3408" y="1824"/>
              <a:ext cx="912" cy="233"/>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255</a:t>
              </a:r>
            </a:p>
          </p:txBody>
        </p:sp>
        <p:sp>
          <p:nvSpPr>
            <p:cNvPr id="187436" name="Text Box 44"/>
            <p:cNvSpPr txBox="1">
              <a:spLocks noChangeArrowheads="1"/>
            </p:cNvSpPr>
            <p:nvPr/>
          </p:nvSpPr>
          <p:spPr bwMode="auto">
            <a:xfrm>
              <a:off x="4320" y="1824"/>
              <a:ext cx="912" cy="233"/>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Host</a:t>
              </a:r>
            </a:p>
          </p:txBody>
        </p:sp>
      </p:grpSp>
      <p:sp>
        <p:nvSpPr>
          <p:cNvPr id="187437" name="Text Box 45"/>
          <p:cNvSpPr txBox="1">
            <a:spLocks noChangeArrowheads="1"/>
          </p:cNvSpPr>
          <p:nvPr/>
        </p:nvSpPr>
        <p:spPr bwMode="auto">
          <a:xfrm>
            <a:off x="8610600" y="4114800"/>
            <a:ext cx="1447800" cy="1054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chemeClr val="tx2"/>
                </a:solidFill>
                <a:latin typeface="Tahoma" panose="020B0604030504040204" pitchFamily="34" charset="0"/>
              </a:rPr>
              <a:t>255 Subnets</a:t>
            </a:r>
          </a:p>
          <a:p>
            <a:pPr>
              <a:spcBef>
                <a:spcPct val="50000"/>
              </a:spcBef>
            </a:pPr>
            <a:r>
              <a:rPr lang="en-US" altLang="en-US" b="1">
                <a:solidFill>
                  <a:schemeClr val="tx2"/>
                </a:solidFill>
                <a:latin typeface="Tahoma" panose="020B0604030504040204" pitchFamily="34" charset="0"/>
              </a:rPr>
              <a:t>2</a:t>
            </a:r>
            <a:r>
              <a:rPr lang="en-US" altLang="en-US" b="1" baseline="30000">
                <a:solidFill>
                  <a:schemeClr val="tx2"/>
                </a:solidFill>
                <a:latin typeface="Tahoma" panose="020B0604030504040204" pitchFamily="34" charset="0"/>
              </a:rPr>
              <a:t>8</a:t>
            </a:r>
            <a:r>
              <a:rPr lang="en-US" altLang="en-US" b="1">
                <a:solidFill>
                  <a:schemeClr val="tx2"/>
                </a:solidFill>
                <a:latin typeface="Tahoma" panose="020B0604030504040204" pitchFamily="34" charset="0"/>
              </a:rPr>
              <a:t> - 1</a:t>
            </a:r>
          </a:p>
        </p:txBody>
      </p:sp>
      <p:sp>
        <p:nvSpPr>
          <p:cNvPr id="187438" name="AutoShape 46"/>
          <p:cNvSpPr>
            <a:spLocks/>
          </p:cNvSpPr>
          <p:nvPr/>
        </p:nvSpPr>
        <p:spPr bwMode="auto">
          <a:xfrm>
            <a:off x="8077200" y="2971800"/>
            <a:ext cx="304800" cy="2743200"/>
          </a:xfrm>
          <a:prstGeom prst="rightBrace">
            <a:avLst>
              <a:gd name="adj1" fmla="val 75000"/>
              <a:gd name="adj2" fmla="val 50000"/>
            </a:avLst>
          </a:prstGeom>
          <a:noFill/>
          <a:ln w="25400">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39" name="Text Box 47"/>
          <p:cNvSpPr txBox="1">
            <a:spLocks noChangeArrowheads="1"/>
          </p:cNvSpPr>
          <p:nvPr/>
        </p:nvSpPr>
        <p:spPr bwMode="auto">
          <a:xfrm>
            <a:off x="8001000" y="5667376"/>
            <a:ext cx="24384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chemeClr val="tx2"/>
                </a:solidFill>
                <a:latin typeface="Tahoma" panose="020B0604030504040204" pitchFamily="34" charset="0"/>
              </a:rPr>
              <a:t>Cannot use last subnet as it contains broadcast address</a:t>
            </a:r>
          </a:p>
        </p:txBody>
      </p:sp>
      <p:sp>
        <p:nvSpPr>
          <p:cNvPr id="187440" name="Text Box 48"/>
          <p:cNvSpPr txBox="1">
            <a:spLocks noChangeArrowheads="1"/>
          </p:cNvSpPr>
          <p:nvPr/>
        </p:nvSpPr>
        <p:spPr bwMode="auto">
          <a:xfrm>
            <a:off x="8534400" y="2895600"/>
            <a:ext cx="14478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chemeClr val="tx2"/>
                </a:solidFill>
                <a:latin typeface="Tahoma" panose="020B0604030504040204" pitchFamily="34" charset="0"/>
              </a:rPr>
              <a:t>Subnets</a:t>
            </a:r>
          </a:p>
        </p:txBody>
      </p:sp>
    </p:spTree>
    <p:extLst>
      <p:ext uri="{BB962C8B-B14F-4D97-AF65-F5344CB8AC3E}">
        <p14:creationId xmlns:p14="http://schemas.microsoft.com/office/powerpoint/2010/main" val="180299482"/>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a:xfrm>
            <a:off x="228254" y="310425"/>
            <a:ext cx="7029450" cy="473075"/>
          </a:xfrm>
        </p:spPr>
        <p:txBody>
          <a:bodyPr>
            <a:normAutofit fontScale="90000"/>
          </a:bodyPr>
          <a:lstStyle/>
          <a:p>
            <a:r>
              <a:rPr lang="en-US" altLang="en-US" b="0" dirty="0">
                <a:solidFill>
                  <a:srgbClr val="FF0000"/>
                </a:solidFill>
              </a:rPr>
              <a:t>Subnet Example</a:t>
            </a:r>
          </a:p>
        </p:txBody>
      </p:sp>
      <p:sp>
        <p:nvSpPr>
          <p:cNvPr id="40" name="Slide Number Placeholder 3"/>
          <p:cNvSpPr>
            <a:spLocks noGrp="1"/>
          </p:cNvSpPr>
          <p:nvPr>
            <p:ph type="sldNum" sz="quarter" idx="12"/>
          </p:nvPr>
        </p:nvSpPr>
        <p:spPr>
          <a:xfrm>
            <a:off x="9753600" y="6629400"/>
            <a:ext cx="914400" cy="228600"/>
          </a:xfrm>
        </p:spPr>
        <p:txBody>
          <a:bodyPr/>
          <a:lstStyle/>
          <a:p>
            <a:fld id="{B639E210-6533-4940-A823-7CC710C073DE}" type="slidenum">
              <a:rPr lang="en-US" altLang="en-US"/>
              <a:pPr/>
              <a:t>80</a:t>
            </a:fld>
            <a:endParaRPr lang="en-US" altLang="en-US"/>
          </a:p>
        </p:txBody>
      </p:sp>
      <p:grpSp>
        <p:nvGrpSpPr>
          <p:cNvPr id="188419" name="Group 3"/>
          <p:cNvGrpSpPr>
            <a:grpSpLocks/>
          </p:cNvGrpSpPr>
          <p:nvPr/>
        </p:nvGrpSpPr>
        <p:grpSpPr bwMode="auto">
          <a:xfrm>
            <a:off x="2133600" y="2286004"/>
            <a:ext cx="5791200" cy="369888"/>
            <a:chOff x="1584" y="1824"/>
            <a:chExt cx="3648" cy="233"/>
          </a:xfrm>
        </p:grpSpPr>
        <p:sp>
          <p:nvSpPr>
            <p:cNvPr id="188420" name="Text Box 4"/>
            <p:cNvSpPr txBox="1">
              <a:spLocks noChangeArrowheads="1"/>
            </p:cNvSpPr>
            <p:nvPr/>
          </p:nvSpPr>
          <p:spPr bwMode="auto">
            <a:xfrm>
              <a:off x="1584" y="1824"/>
              <a:ext cx="912" cy="233"/>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a:latin typeface="Arial" panose="020B0604020202020204" pitchFamily="34" charset="0"/>
                </a:rPr>
                <a:t>Network</a:t>
              </a:r>
            </a:p>
          </p:txBody>
        </p:sp>
        <p:sp>
          <p:nvSpPr>
            <p:cNvPr id="188421" name="Text Box 5"/>
            <p:cNvSpPr txBox="1">
              <a:spLocks noChangeArrowheads="1"/>
            </p:cNvSpPr>
            <p:nvPr/>
          </p:nvSpPr>
          <p:spPr bwMode="auto">
            <a:xfrm>
              <a:off x="2496" y="1824"/>
              <a:ext cx="912" cy="233"/>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a:latin typeface="Arial" panose="020B0604020202020204" pitchFamily="34" charset="0"/>
                </a:rPr>
                <a:t>Network</a:t>
              </a:r>
            </a:p>
          </p:txBody>
        </p:sp>
        <p:sp>
          <p:nvSpPr>
            <p:cNvPr id="188422" name="Text Box 6"/>
            <p:cNvSpPr txBox="1">
              <a:spLocks noChangeArrowheads="1"/>
            </p:cNvSpPr>
            <p:nvPr/>
          </p:nvSpPr>
          <p:spPr bwMode="auto">
            <a:xfrm>
              <a:off x="3408" y="1824"/>
              <a:ext cx="912" cy="233"/>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Subnet</a:t>
              </a:r>
            </a:p>
          </p:txBody>
        </p:sp>
        <p:sp>
          <p:nvSpPr>
            <p:cNvPr id="188423" name="Text Box 7"/>
            <p:cNvSpPr txBox="1">
              <a:spLocks noChangeArrowheads="1"/>
            </p:cNvSpPr>
            <p:nvPr/>
          </p:nvSpPr>
          <p:spPr bwMode="auto">
            <a:xfrm>
              <a:off x="4320" y="1824"/>
              <a:ext cx="912" cy="233"/>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Host</a:t>
              </a:r>
            </a:p>
          </p:txBody>
        </p:sp>
      </p:grpSp>
      <p:sp>
        <p:nvSpPr>
          <p:cNvPr id="188424" name="Rectangle 8"/>
          <p:cNvSpPr>
            <a:spLocks noChangeArrowheads="1"/>
          </p:cNvSpPr>
          <p:nvPr/>
        </p:nvSpPr>
        <p:spPr bwMode="auto">
          <a:xfrm>
            <a:off x="1676400" y="1219200"/>
            <a:ext cx="8534400" cy="990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fontAlgn="base">
              <a:spcBef>
                <a:spcPct val="0"/>
              </a:spcBef>
              <a:spcAft>
                <a:spcPct val="0"/>
              </a:spcAft>
              <a:defRPr sz="2400">
                <a:solidFill>
                  <a:schemeClr val="tx1"/>
                </a:solidFill>
                <a:latin typeface="Times New Roman" panose="02020603050405020304" pitchFamily="18" charset="0"/>
              </a:defRPr>
            </a:lvl6pPr>
            <a:lvl7pPr marL="2971800" indent="-228600" fontAlgn="base">
              <a:spcBef>
                <a:spcPct val="0"/>
              </a:spcBef>
              <a:spcAft>
                <a:spcPct val="0"/>
              </a:spcAft>
              <a:defRPr sz="2400">
                <a:solidFill>
                  <a:schemeClr val="tx1"/>
                </a:solidFill>
                <a:latin typeface="Times New Roman" panose="02020603050405020304" pitchFamily="18" charset="0"/>
              </a:defRPr>
            </a:lvl7pPr>
            <a:lvl8pPr marL="3429000" indent="-228600" fontAlgn="base">
              <a:spcBef>
                <a:spcPct val="0"/>
              </a:spcBef>
              <a:spcAft>
                <a:spcPct val="0"/>
              </a:spcAft>
              <a:defRPr sz="2400">
                <a:solidFill>
                  <a:schemeClr val="tx1"/>
                </a:solidFill>
                <a:latin typeface="Times New Roman" panose="02020603050405020304" pitchFamily="18" charset="0"/>
              </a:defRPr>
            </a:lvl8pPr>
            <a:lvl9pPr marL="3886200" indent="-228600" fontAlgn="base">
              <a:spcBef>
                <a:spcPct val="0"/>
              </a:spcBef>
              <a:spcAft>
                <a:spcPct val="0"/>
              </a:spcAft>
              <a:defRPr sz="2400">
                <a:solidFill>
                  <a:schemeClr val="tx1"/>
                </a:solidFill>
                <a:latin typeface="Times New Roman" panose="02020603050405020304" pitchFamily="18" charset="0"/>
              </a:defRPr>
            </a:lvl9pPr>
          </a:lstStyle>
          <a:p>
            <a:pPr eaLnBrk="0" hangingPunct="0">
              <a:lnSpc>
                <a:spcPct val="90000"/>
              </a:lnSpc>
              <a:spcBef>
                <a:spcPct val="20000"/>
              </a:spcBef>
              <a:buClr>
                <a:schemeClr val="accent1"/>
              </a:buClr>
              <a:buSzPct val="70000"/>
              <a:buFont typeface="Monotype Sorts" pitchFamily="2" charset="2"/>
              <a:buNone/>
            </a:pPr>
            <a:r>
              <a:rPr kumimoji="1" lang="en-US" altLang="en-US">
                <a:latin typeface="Arial" panose="020B0604020202020204" pitchFamily="34" charset="0"/>
              </a:rPr>
              <a:t>Subnet 0 (all 0’s subnet) issue:  The address of the subnet, 190.52.0.0/24 is the same address as the major network, 190.52.0.0/16.</a:t>
            </a:r>
            <a:endParaRPr kumimoji="1" lang="en-US" altLang="en-US" b="1">
              <a:latin typeface="Arial" panose="020B0604020202020204" pitchFamily="34" charset="0"/>
            </a:endParaRPr>
          </a:p>
        </p:txBody>
      </p:sp>
      <p:grpSp>
        <p:nvGrpSpPr>
          <p:cNvPr id="188425" name="Group 9"/>
          <p:cNvGrpSpPr>
            <a:grpSpLocks/>
          </p:cNvGrpSpPr>
          <p:nvPr/>
        </p:nvGrpSpPr>
        <p:grpSpPr bwMode="auto">
          <a:xfrm>
            <a:off x="2133600" y="2971804"/>
            <a:ext cx="5791200" cy="369888"/>
            <a:chOff x="1584" y="1824"/>
            <a:chExt cx="3648" cy="233"/>
          </a:xfrm>
        </p:grpSpPr>
        <p:sp>
          <p:nvSpPr>
            <p:cNvPr id="188426" name="Text Box 10"/>
            <p:cNvSpPr txBox="1">
              <a:spLocks noChangeArrowheads="1"/>
            </p:cNvSpPr>
            <p:nvPr/>
          </p:nvSpPr>
          <p:spPr bwMode="auto">
            <a:xfrm>
              <a:off x="1584" y="1824"/>
              <a:ext cx="912" cy="233"/>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190</a:t>
              </a:r>
            </a:p>
          </p:txBody>
        </p:sp>
        <p:sp>
          <p:nvSpPr>
            <p:cNvPr id="188427" name="Text Box 11"/>
            <p:cNvSpPr txBox="1">
              <a:spLocks noChangeArrowheads="1"/>
            </p:cNvSpPr>
            <p:nvPr/>
          </p:nvSpPr>
          <p:spPr bwMode="auto">
            <a:xfrm>
              <a:off x="2496" y="1824"/>
              <a:ext cx="912" cy="233"/>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52</a:t>
              </a:r>
            </a:p>
          </p:txBody>
        </p:sp>
        <p:sp>
          <p:nvSpPr>
            <p:cNvPr id="188428" name="Text Box 12"/>
            <p:cNvSpPr txBox="1">
              <a:spLocks noChangeArrowheads="1"/>
            </p:cNvSpPr>
            <p:nvPr/>
          </p:nvSpPr>
          <p:spPr bwMode="auto">
            <a:xfrm>
              <a:off x="3408" y="1824"/>
              <a:ext cx="912" cy="233"/>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0</a:t>
              </a:r>
            </a:p>
          </p:txBody>
        </p:sp>
        <p:sp>
          <p:nvSpPr>
            <p:cNvPr id="188429" name="Text Box 13"/>
            <p:cNvSpPr txBox="1">
              <a:spLocks noChangeArrowheads="1"/>
            </p:cNvSpPr>
            <p:nvPr/>
          </p:nvSpPr>
          <p:spPr bwMode="auto">
            <a:xfrm>
              <a:off x="4320" y="1824"/>
              <a:ext cx="912" cy="233"/>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Host</a:t>
              </a:r>
            </a:p>
          </p:txBody>
        </p:sp>
      </p:grpSp>
      <p:grpSp>
        <p:nvGrpSpPr>
          <p:cNvPr id="188430" name="Group 14"/>
          <p:cNvGrpSpPr>
            <a:grpSpLocks/>
          </p:cNvGrpSpPr>
          <p:nvPr/>
        </p:nvGrpSpPr>
        <p:grpSpPr bwMode="auto">
          <a:xfrm>
            <a:off x="2133600" y="3429004"/>
            <a:ext cx="5791200" cy="369888"/>
            <a:chOff x="1584" y="1824"/>
            <a:chExt cx="3648" cy="233"/>
          </a:xfrm>
        </p:grpSpPr>
        <p:sp>
          <p:nvSpPr>
            <p:cNvPr id="188431" name="Text Box 15"/>
            <p:cNvSpPr txBox="1">
              <a:spLocks noChangeArrowheads="1"/>
            </p:cNvSpPr>
            <p:nvPr/>
          </p:nvSpPr>
          <p:spPr bwMode="auto">
            <a:xfrm>
              <a:off x="1584" y="1824"/>
              <a:ext cx="912" cy="233"/>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190</a:t>
              </a:r>
            </a:p>
          </p:txBody>
        </p:sp>
        <p:sp>
          <p:nvSpPr>
            <p:cNvPr id="188432" name="Text Box 16"/>
            <p:cNvSpPr txBox="1">
              <a:spLocks noChangeArrowheads="1"/>
            </p:cNvSpPr>
            <p:nvPr/>
          </p:nvSpPr>
          <p:spPr bwMode="auto">
            <a:xfrm>
              <a:off x="2496" y="1824"/>
              <a:ext cx="912" cy="233"/>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52</a:t>
              </a:r>
            </a:p>
          </p:txBody>
        </p:sp>
        <p:sp>
          <p:nvSpPr>
            <p:cNvPr id="188433" name="Text Box 17"/>
            <p:cNvSpPr txBox="1">
              <a:spLocks noChangeArrowheads="1"/>
            </p:cNvSpPr>
            <p:nvPr/>
          </p:nvSpPr>
          <p:spPr bwMode="auto">
            <a:xfrm>
              <a:off x="3408" y="1824"/>
              <a:ext cx="912" cy="233"/>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1</a:t>
              </a:r>
            </a:p>
          </p:txBody>
        </p:sp>
        <p:sp>
          <p:nvSpPr>
            <p:cNvPr id="188434" name="Text Box 18"/>
            <p:cNvSpPr txBox="1">
              <a:spLocks noChangeArrowheads="1"/>
            </p:cNvSpPr>
            <p:nvPr/>
          </p:nvSpPr>
          <p:spPr bwMode="auto">
            <a:xfrm>
              <a:off x="4320" y="1824"/>
              <a:ext cx="912" cy="233"/>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Host</a:t>
              </a:r>
            </a:p>
          </p:txBody>
        </p:sp>
      </p:grpSp>
      <p:grpSp>
        <p:nvGrpSpPr>
          <p:cNvPr id="188435" name="Group 19"/>
          <p:cNvGrpSpPr>
            <a:grpSpLocks/>
          </p:cNvGrpSpPr>
          <p:nvPr/>
        </p:nvGrpSpPr>
        <p:grpSpPr bwMode="auto">
          <a:xfrm>
            <a:off x="2133600" y="3886204"/>
            <a:ext cx="5791200" cy="369888"/>
            <a:chOff x="1584" y="1824"/>
            <a:chExt cx="3648" cy="233"/>
          </a:xfrm>
        </p:grpSpPr>
        <p:sp>
          <p:nvSpPr>
            <p:cNvPr id="188436" name="Text Box 20"/>
            <p:cNvSpPr txBox="1">
              <a:spLocks noChangeArrowheads="1"/>
            </p:cNvSpPr>
            <p:nvPr/>
          </p:nvSpPr>
          <p:spPr bwMode="auto">
            <a:xfrm>
              <a:off x="1584" y="1824"/>
              <a:ext cx="912" cy="233"/>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190</a:t>
              </a:r>
            </a:p>
          </p:txBody>
        </p:sp>
        <p:sp>
          <p:nvSpPr>
            <p:cNvPr id="188437" name="Text Box 21"/>
            <p:cNvSpPr txBox="1">
              <a:spLocks noChangeArrowheads="1"/>
            </p:cNvSpPr>
            <p:nvPr/>
          </p:nvSpPr>
          <p:spPr bwMode="auto">
            <a:xfrm>
              <a:off x="2496" y="1824"/>
              <a:ext cx="912" cy="233"/>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52</a:t>
              </a:r>
            </a:p>
          </p:txBody>
        </p:sp>
        <p:sp>
          <p:nvSpPr>
            <p:cNvPr id="188438" name="Text Box 22"/>
            <p:cNvSpPr txBox="1">
              <a:spLocks noChangeArrowheads="1"/>
            </p:cNvSpPr>
            <p:nvPr/>
          </p:nvSpPr>
          <p:spPr bwMode="auto">
            <a:xfrm>
              <a:off x="3408" y="1824"/>
              <a:ext cx="912" cy="233"/>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Etc.</a:t>
              </a:r>
            </a:p>
          </p:txBody>
        </p:sp>
        <p:sp>
          <p:nvSpPr>
            <p:cNvPr id="188439" name="Text Box 23"/>
            <p:cNvSpPr txBox="1">
              <a:spLocks noChangeArrowheads="1"/>
            </p:cNvSpPr>
            <p:nvPr/>
          </p:nvSpPr>
          <p:spPr bwMode="auto">
            <a:xfrm>
              <a:off x="4320" y="1824"/>
              <a:ext cx="912" cy="233"/>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Host</a:t>
              </a:r>
            </a:p>
          </p:txBody>
        </p:sp>
      </p:grpSp>
      <p:grpSp>
        <p:nvGrpSpPr>
          <p:cNvPr id="188440" name="Group 24"/>
          <p:cNvGrpSpPr>
            <a:grpSpLocks/>
          </p:cNvGrpSpPr>
          <p:nvPr/>
        </p:nvGrpSpPr>
        <p:grpSpPr bwMode="auto">
          <a:xfrm>
            <a:off x="2133600" y="4343404"/>
            <a:ext cx="5791200" cy="369888"/>
            <a:chOff x="1584" y="1824"/>
            <a:chExt cx="3648" cy="233"/>
          </a:xfrm>
        </p:grpSpPr>
        <p:sp>
          <p:nvSpPr>
            <p:cNvPr id="188441" name="Text Box 25"/>
            <p:cNvSpPr txBox="1">
              <a:spLocks noChangeArrowheads="1"/>
            </p:cNvSpPr>
            <p:nvPr/>
          </p:nvSpPr>
          <p:spPr bwMode="auto">
            <a:xfrm>
              <a:off x="1584" y="1824"/>
              <a:ext cx="912" cy="233"/>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190</a:t>
              </a:r>
            </a:p>
          </p:txBody>
        </p:sp>
        <p:sp>
          <p:nvSpPr>
            <p:cNvPr id="188442" name="Text Box 26"/>
            <p:cNvSpPr txBox="1">
              <a:spLocks noChangeArrowheads="1"/>
            </p:cNvSpPr>
            <p:nvPr/>
          </p:nvSpPr>
          <p:spPr bwMode="auto">
            <a:xfrm>
              <a:off x="2496" y="1824"/>
              <a:ext cx="912" cy="233"/>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52</a:t>
              </a:r>
            </a:p>
          </p:txBody>
        </p:sp>
        <p:sp>
          <p:nvSpPr>
            <p:cNvPr id="188443" name="Text Box 27"/>
            <p:cNvSpPr txBox="1">
              <a:spLocks noChangeArrowheads="1"/>
            </p:cNvSpPr>
            <p:nvPr/>
          </p:nvSpPr>
          <p:spPr bwMode="auto">
            <a:xfrm>
              <a:off x="3408" y="1824"/>
              <a:ext cx="912" cy="233"/>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254</a:t>
              </a:r>
            </a:p>
          </p:txBody>
        </p:sp>
        <p:sp>
          <p:nvSpPr>
            <p:cNvPr id="188444" name="Text Box 28"/>
            <p:cNvSpPr txBox="1">
              <a:spLocks noChangeArrowheads="1"/>
            </p:cNvSpPr>
            <p:nvPr/>
          </p:nvSpPr>
          <p:spPr bwMode="auto">
            <a:xfrm>
              <a:off x="4320" y="1824"/>
              <a:ext cx="912" cy="233"/>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Host</a:t>
              </a:r>
            </a:p>
          </p:txBody>
        </p:sp>
      </p:grpSp>
      <p:grpSp>
        <p:nvGrpSpPr>
          <p:cNvPr id="188445" name="Group 29"/>
          <p:cNvGrpSpPr>
            <a:grpSpLocks/>
          </p:cNvGrpSpPr>
          <p:nvPr/>
        </p:nvGrpSpPr>
        <p:grpSpPr bwMode="auto">
          <a:xfrm>
            <a:off x="2133600" y="5143504"/>
            <a:ext cx="5791200" cy="369888"/>
            <a:chOff x="1584" y="1824"/>
            <a:chExt cx="3648" cy="233"/>
          </a:xfrm>
        </p:grpSpPr>
        <p:sp>
          <p:nvSpPr>
            <p:cNvPr id="188446" name="Text Box 30"/>
            <p:cNvSpPr txBox="1">
              <a:spLocks noChangeArrowheads="1"/>
            </p:cNvSpPr>
            <p:nvPr/>
          </p:nvSpPr>
          <p:spPr bwMode="auto">
            <a:xfrm>
              <a:off x="1584" y="1824"/>
              <a:ext cx="912" cy="233"/>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190</a:t>
              </a:r>
            </a:p>
          </p:txBody>
        </p:sp>
        <p:sp>
          <p:nvSpPr>
            <p:cNvPr id="188447" name="Text Box 31"/>
            <p:cNvSpPr txBox="1">
              <a:spLocks noChangeArrowheads="1"/>
            </p:cNvSpPr>
            <p:nvPr/>
          </p:nvSpPr>
          <p:spPr bwMode="auto">
            <a:xfrm>
              <a:off x="2496" y="1824"/>
              <a:ext cx="912" cy="233"/>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52</a:t>
              </a:r>
            </a:p>
          </p:txBody>
        </p:sp>
        <p:sp>
          <p:nvSpPr>
            <p:cNvPr id="188448" name="Text Box 32"/>
            <p:cNvSpPr txBox="1">
              <a:spLocks noChangeArrowheads="1"/>
            </p:cNvSpPr>
            <p:nvPr/>
          </p:nvSpPr>
          <p:spPr bwMode="auto">
            <a:xfrm>
              <a:off x="3408" y="1824"/>
              <a:ext cx="912" cy="233"/>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255</a:t>
              </a:r>
            </a:p>
          </p:txBody>
        </p:sp>
        <p:sp>
          <p:nvSpPr>
            <p:cNvPr id="188449" name="Text Box 33"/>
            <p:cNvSpPr txBox="1">
              <a:spLocks noChangeArrowheads="1"/>
            </p:cNvSpPr>
            <p:nvPr/>
          </p:nvSpPr>
          <p:spPr bwMode="auto">
            <a:xfrm>
              <a:off x="4320" y="1824"/>
              <a:ext cx="912" cy="233"/>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b="1">
                  <a:latin typeface="Arial" panose="020B0604020202020204" pitchFamily="34" charset="0"/>
                </a:rPr>
                <a:t>Host</a:t>
              </a:r>
            </a:p>
          </p:txBody>
        </p:sp>
      </p:grpSp>
      <p:sp>
        <p:nvSpPr>
          <p:cNvPr id="188450" name="Text Box 34"/>
          <p:cNvSpPr txBox="1">
            <a:spLocks noChangeArrowheads="1"/>
          </p:cNvSpPr>
          <p:nvPr/>
        </p:nvSpPr>
        <p:spPr bwMode="auto">
          <a:xfrm>
            <a:off x="8610600" y="4114800"/>
            <a:ext cx="1447800" cy="1054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chemeClr val="tx2"/>
                </a:solidFill>
                <a:latin typeface="Tahoma" panose="020B0604030504040204" pitchFamily="34" charset="0"/>
              </a:rPr>
              <a:t>255 Subnets</a:t>
            </a:r>
          </a:p>
          <a:p>
            <a:pPr>
              <a:spcBef>
                <a:spcPct val="50000"/>
              </a:spcBef>
            </a:pPr>
            <a:r>
              <a:rPr lang="en-US" altLang="en-US" b="1">
                <a:solidFill>
                  <a:schemeClr val="tx2"/>
                </a:solidFill>
                <a:latin typeface="Tahoma" panose="020B0604030504040204" pitchFamily="34" charset="0"/>
              </a:rPr>
              <a:t>2</a:t>
            </a:r>
            <a:r>
              <a:rPr lang="en-US" altLang="en-US" b="1" baseline="30000">
                <a:solidFill>
                  <a:schemeClr val="tx2"/>
                </a:solidFill>
                <a:latin typeface="Tahoma" panose="020B0604030504040204" pitchFamily="34" charset="0"/>
              </a:rPr>
              <a:t>8</a:t>
            </a:r>
            <a:r>
              <a:rPr lang="en-US" altLang="en-US" b="1">
                <a:solidFill>
                  <a:schemeClr val="tx2"/>
                </a:solidFill>
                <a:latin typeface="Tahoma" panose="020B0604030504040204" pitchFamily="34" charset="0"/>
              </a:rPr>
              <a:t> - 1</a:t>
            </a:r>
          </a:p>
        </p:txBody>
      </p:sp>
      <p:sp>
        <p:nvSpPr>
          <p:cNvPr id="188451" name="AutoShape 35"/>
          <p:cNvSpPr>
            <a:spLocks/>
          </p:cNvSpPr>
          <p:nvPr/>
        </p:nvSpPr>
        <p:spPr bwMode="auto">
          <a:xfrm>
            <a:off x="8077200" y="2971800"/>
            <a:ext cx="304800" cy="2743200"/>
          </a:xfrm>
          <a:prstGeom prst="rightBrace">
            <a:avLst>
              <a:gd name="adj1" fmla="val 75000"/>
              <a:gd name="adj2" fmla="val 50000"/>
            </a:avLst>
          </a:prstGeom>
          <a:noFill/>
          <a:ln w="25400">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452" name="Text Box 36"/>
          <p:cNvSpPr txBox="1">
            <a:spLocks noChangeArrowheads="1"/>
          </p:cNvSpPr>
          <p:nvPr/>
        </p:nvSpPr>
        <p:spPr bwMode="auto">
          <a:xfrm>
            <a:off x="8534400" y="2895600"/>
            <a:ext cx="14478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chemeClr val="tx2"/>
                </a:solidFill>
                <a:latin typeface="Tahoma" panose="020B0604030504040204" pitchFamily="34" charset="0"/>
              </a:rPr>
              <a:t>Subnets</a:t>
            </a:r>
          </a:p>
        </p:txBody>
      </p:sp>
      <p:sp>
        <p:nvSpPr>
          <p:cNvPr id="188453" name="Rectangle 37"/>
          <p:cNvSpPr>
            <a:spLocks noChangeArrowheads="1"/>
          </p:cNvSpPr>
          <p:nvPr/>
        </p:nvSpPr>
        <p:spPr bwMode="auto">
          <a:xfrm>
            <a:off x="1828800" y="5715000"/>
            <a:ext cx="8534400" cy="990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fontAlgn="base">
              <a:spcBef>
                <a:spcPct val="0"/>
              </a:spcBef>
              <a:spcAft>
                <a:spcPct val="0"/>
              </a:spcAft>
              <a:defRPr sz="2400">
                <a:solidFill>
                  <a:schemeClr val="tx1"/>
                </a:solidFill>
                <a:latin typeface="Times New Roman" panose="02020603050405020304" pitchFamily="18" charset="0"/>
              </a:defRPr>
            </a:lvl6pPr>
            <a:lvl7pPr marL="2971800" indent="-228600" fontAlgn="base">
              <a:spcBef>
                <a:spcPct val="0"/>
              </a:spcBef>
              <a:spcAft>
                <a:spcPct val="0"/>
              </a:spcAft>
              <a:defRPr sz="2400">
                <a:solidFill>
                  <a:schemeClr val="tx1"/>
                </a:solidFill>
                <a:latin typeface="Times New Roman" panose="02020603050405020304" pitchFamily="18" charset="0"/>
              </a:defRPr>
            </a:lvl7pPr>
            <a:lvl8pPr marL="3429000" indent="-228600" fontAlgn="base">
              <a:spcBef>
                <a:spcPct val="0"/>
              </a:spcBef>
              <a:spcAft>
                <a:spcPct val="0"/>
              </a:spcAft>
              <a:defRPr sz="2400">
                <a:solidFill>
                  <a:schemeClr val="tx1"/>
                </a:solidFill>
                <a:latin typeface="Times New Roman" panose="02020603050405020304" pitchFamily="18" charset="0"/>
              </a:defRPr>
            </a:lvl8pPr>
            <a:lvl9pPr marL="3886200" indent="-228600" fontAlgn="base">
              <a:spcBef>
                <a:spcPct val="0"/>
              </a:spcBef>
              <a:spcAft>
                <a:spcPct val="0"/>
              </a:spcAft>
              <a:defRPr sz="2400">
                <a:solidFill>
                  <a:schemeClr val="tx1"/>
                </a:solidFill>
                <a:latin typeface="Times New Roman" panose="02020603050405020304" pitchFamily="18" charset="0"/>
              </a:defRPr>
            </a:lvl9pPr>
          </a:lstStyle>
          <a:p>
            <a:pPr eaLnBrk="0" hangingPunct="0">
              <a:lnSpc>
                <a:spcPct val="90000"/>
              </a:lnSpc>
              <a:spcBef>
                <a:spcPct val="20000"/>
              </a:spcBef>
              <a:buClr>
                <a:schemeClr val="accent1"/>
              </a:buClr>
              <a:buSzPct val="70000"/>
              <a:buFont typeface="Monotype Sorts" pitchFamily="2" charset="2"/>
              <a:buNone/>
            </a:pPr>
            <a:r>
              <a:rPr kumimoji="1" lang="en-US" altLang="en-US">
                <a:latin typeface="Arial" panose="020B0604020202020204" pitchFamily="34" charset="0"/>
              </a:rPr>
              <a:t>Last subnet (all 1’s subnet) issue:  The broadcast address for the subnet, 190.52.255.255 is the same as the broadcast address as the major network, 190.52.255.255.</a:t>
            </a:r>
            <a:endParaRPr kumimoji="1" lang="en-US" altLang="en-US" b="1">
              <a:latin typeface="Arial" panose="020B0604020202020204" pitchFamily="34" charset="0"/>
            </a:endParaRPr>
          </a:p>
        </p:txBody>
      </p:sp>
      <p:sp>
        <p:nvSpPr>
          <p:cNvPr id="188454" name="Freeform 38"/>
          <p:cNvSpPr>
            <a:spLocks/>
          </p:cNvSpPr>
          <p:nvPr/>
        </p:nvSpPr>
        <p:spPr bwMode="auto">
          <a:xfrm>
            <a:off x="1651000" y="1752600"/>
            <a:ext cx="482600" cy="1447800"/>
          </a:xfrm>
          <a:custGeom>
            <a:avLst/>
            <a:gdLst>
              <a:gd name="T0" fmla="*/ 208 w 304"/>
              <a:gd name="T1" fmla="*/ 0 h 912"/>
              <a:gd name="T2" fmla="*/ 16 w 304"/>
              <a:gd name="T3" fmla="*/ 384 h 912"/>
              <a:gd name="T4" fmla="*/ 304 w 304"/>
              <a:gd name="T5" fmla="*/ 912 h 912"/>
            </a:gdLst>
            <a:ahLst/>
            <a:cxnLst>
              <a:cxn ang="0">
                <a:pos x="T0" y="T1"/>
              </a:cxn>
              <a:cxn ang="0">
                <a:pos x="T2" y="T3"/>
              </a:cxn>
              <a:cxn ang="0">
                <a:pos x="T4" y="T5"/>
              </a:cxn>
            </a:cxnLst>
            <a:rect l="0" t="0" r="r" b="b"/>
            <a:pathLst>
              <a:path w="304" h="912">
                <a:moveTo>
                  <a:pt x="208" y="0"/>
                </a:moveTo>
                <a:cubicBezTo>
                  <a:pt x="104" y="116"/>
                  <a:pt x="0" y="232"/>
                  <a:pt x="16" y="384"/>
                </a:cubicBezTo>
                <a:cubicBezTo>
                  <a:pt x="32" y="536"/>
                  <a:pt x="168" y="724"/>
                  <a:pt x="304" y="912"/>
                </a:cubicBezTo>
              </a:path>
            </a:pathLst>
          </a:custGeom>
          <a:noFill/>
          <a:ln w="25400">
            <a:solidFill>
              <a:srgbClr val="FF00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8455" name="Freeform 39"/>
          <p:cNvSpPr>
            <a:spLocks/>
          </p:cNvSpPr>
          <p:nvPr/>
        </p:nvSpPr>
        <p:spPr bwMode="auto">
          <a:xfrm>
            <a:off x="1641476" y="5392739"/>
            <a:ext cx="493713" cy="547687"/>
          </a:xfrm>
          <a:custGeom>
            <a:avLst/>
            <a:gdLst>
              <a:gd name="T0" fmla="*/ 168 w 312"/>
              <a:gd name="T1" fmla="*/ 344 h 344"/>
              <a:gd name="T2" fmla="*/ 24 w 312"/>
              <a:gd name="T3" fmla="*/ 56 h 344"/>
              <a:gd name="T4" fmla="*/ 312 w 312"/>
              <a:gd name="T5" fmla="*/ 8 h 344"/>
            </a:gdLst>
            <a:ahLst/>
            <a:cxnLst>
              <a:cxn ang="0">
                <a:pos x="T0" y="T1"/>
              </a:cxn>
              <a:cxn ang="0">
                <a:pos x="T2" y="T3"/>
              </a:cxn>
              <a:cxn ang="0">
                <a:pos x="T4" y="T5"/>
              </a:cxn>
            </a:cxnLst>
            <a:rect l="0" t="0" r="r" b="b"/>
            <a:pathLst>
              <a:path w="312" h="344">
                <a:moveTo>
                  <a:pt x="168" y="344"/>
                </a:moveTo>
                <a:cubicBezTo>
                  <a:pt x="84" y="228"/>
                  <a:pt x="0" y="112"/>
                  <a:pt x="24" y="56"/>
                </a:cubicBezTo>
                <a:cubicBezTo>
                  <a:pt x="48" y="0"/>
                  <a:pt x="180" y="4"/>
                  <a:pt x="312" y="8"/>
                </a:cubicBezTo>
              </a:path>
            </a:pathLst>
          </a:custGeom>
          <a:noFill/>
          <a:ln w="254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3283301379"/>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8" name="Rectangle 4"/>
          <p:cNvSpPr>
            <a:spLocks noGrp="1" noChangeArrowheads="1"/>
          </p:cNvSpPr>
          <p:nvPr>
            <p:ph type="title"/>
          </p:nvPr>
        </p:nvSpPr>
        <p:spPr>
          <a:xfrm>
            <a:off x="152400" y="52388"/>
            <a:ext cx="10515600" cy="1325563"/>
          </a:xfrm>
        </p:spPr>
        <p:txBody>
          <a:bodyPr/>
          <a:lstStyle/>
          <a:p>
            <a:r>
              <a:rPr lang="en-US" altLang="en-US" dirty="0">
                <a:solidFill>
                  <a:srgbClr val="FF0000"/>
                </a:solidFill>
              </a:rPr>
              <a:t>Host Subnet Schemes</a:t>
            </a:r>
          </a:p>
        </p:txBody>
      </p:sp>
      <p:sp>
        <p:nvSpPr>
          <p:cNvPr id="5" name="Slide Number Placeholder 2"/>
          <p:cNvSpPr>
            <a:spLocks noGrp="1"/>
          </p:cNvSpPr>
          <p:nvPr>
            <p:ph type="sldNum" sz="quarter" idx="12"/>
          </p:nvPr>
        </p:nvSpPr>
        <p:spPr>
          <a:xfrm>
            <a:off x="9753600" y="6629400"/>
            <a:ext cx="914400" cy="228600"/>
          </a:xfrm>
        </p:spPr>
        <p:txBody>
          <a:bodyPr/>
          <a:lstStyle/>
          <a:p>
            <a:fld id="{13F46957-A8BC-4BFC-A2DB-6551D98A51F0}" type="slidenum">
              <a:rPr lang="en-US" altLang="en-US"/>
              <a:pPr/>
              <a:t>81</a:t>
            </a:fld>
            <a:endParaRPr lang="en-US" altLang="en-US"/>
          </a:p>
        </p:txBody>
      </p:sp>
      <p:pic>
        <p:nvPicPr>
          <p:cNvPr id="1648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1600200"/>
            <a:ext cx="7162800" cy="3259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4867" name="Text Box 3"/>
          <p:cNvSpPr txBox="1">
            <a:spLocks noChangeArrowheads="1"/>
          </p:cNvSpPr>
          <p:nvPr/>
        </p:nvSpPr>
        <p:spPr bwMode="auto">
          <a:xfrm>
            <a:off x="2743200" y="5105400"/>
            <a:ext cx="6781800" cy="62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025" tIns="36512" rIns="73025" bIns="36512">
            <a:spAutoFit/>
          </a:bodyPr>
          <a:lstStyle/>
          <a:p>
            <a:pPr algn="ctr" eaLnBrk="0" hangingPunct="0">
              <a:spcBef>
                <a:spcPct val="50000"/>
              </a:spcBef>
            </a:pPr>
            <a:r>
              <a:rPr lang="en-US" altLang="en-US" b="1">
                <a:latin typeface="Arial" panose="020B0604020202020204" pitchFamily="34" charset="0"/>
              </a:rPr>
              <a:t>The number of lost IP addresses with a Class C network depends on the number of bits borrowed for subnetting.</a:t>
            </a:r>
          </a:p>
        </p:txBody>
      </p:sp>
    </p:spTree>
    <p:extLst>
      <p:ext uri="{BB962C8B-B14F-4D97-AF65-F5344CB8AC3E}">
        <p14:creationId xmlns:p14="http://schemas.microsoft.com/office/powerpoint/2010/main" val="2511804772"/>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a:spLocks noGrp="1" noChangeArrowheads="1"/>
          </p:cNvSpPr>
          <p:nvPr>
            <p:ph type="title"/>
          </p:nvPr>
        </p:nvSpPr>
        <p:spPr>
          <a:xfrm>
            <a:off x="216693" y="350044"/>
            <a:ext cx="8081963" cy="442913"/>
          </a:xfrm>
        </p:spPr>
        <p:txBody>
          <a:bodyPr>
            <a:normAutofit fontScale="90000"/>
          </a:bodyPr>
          <a:lstStyle/>
          <a:p>
            <a:r>
              <a:rPr lang="en-US" altLang="en-US" dirty="0">
                <a:solidFill>
                  <a:srgbClr val="FF0000"/>
                </a:solidFill>
              </a:rPr>
              <a:t>IP addressing crisis</a:t>
            </a:r>
          </a:p>
        </p:txBody>
      </p:sp>
      <p:sp>
        <p:nvSpPr>
          <p:cNvPr id="182275" name="Rectangle 3"/>
          <p:cNvSpPr>
            <a:spLocks noGrp="1" noChangeArrowheads="1"/>
          </p:cNvSpPr>
          <p:nvPr>
            <p:ph idx="1"/>
          </p:nvPr>
        </p:nvSpPr>
        <p:spPr>
          <a:xfrm>
            <a:off x="2438400" y="5791200"/>
            <a:ext cx="7772400" cy="762000"/>
          </a:xfrm>
        </p:spPr>
        <p:txBody>
          <a:bodyPr>
            <a:normAutofit lnSpcReduction="10000"/>
          </a:bodyPr>
          <a:lstStyle/>
          <a:p>
            <a:pPr marL="288925" indent="-288925" defTabSz="814388"/>
            <a:r>
              <a:rPr lang="en-US" altLang="en-US" sz="2200"/>
              <a:t>Address Depletion</a:t>
            </a:r>
          </a:p>
          <a:p>
            <a:pPr marL="288925" indent="-288925" defTabSz="814388"/>
            <a:r>
              <a:rPr lang="en-US" altLang="en-US" sz="2200"/>
              <a:t>Internet Routing Table Explosion</a:t>
            </a:r>
          </a:p>
        </p:txBody>
      </p:sp>
      <p:sp>
        <p:nvSpPr>
          <p:cNvPr id="6" name="Slide Number Placeholder 3"/>
          <p:cNvSpPr>
            <a:spLocks noGrp="1"/>
          </p:cNvSpPr>
          <p:nvPr>
            <p:ph type="sldNum" sz="quarter" idx="12"/>
          </p:nvPr>
        </p:nvSpPr>
        <p:spPr>
          <a:xfrm>
            <a:off x="9753600" y="6629400"/>
            <a:ext cx="914400" cy="228600"/>
          </a:xfrm>
        </p:spPr>
        <p:txBody>
          <a:bodyPr/>
          <a:lstStyle/>
          <a:p>
            <a:fld id="{BEDC2116-29BD-4DB6-8970-9883E54C627D}" type="slidenum">
              <a:rPr lang="en-US" altLang="en-US"/>
              <a:pPr/>
              <a:t>82</a:t>
            </a:fld>
            <a:endParaRPr lang="en-US" altLang="en-US"/>
          </a:p>
        </p:txBody>
      </p:sp>
      <p:sp>
        <p:nvSpPr>
          <p:cNvPr id="182276" name="Rectangle 4"/>
          <p:cNvSpPr>
            <a:spLocks noChangeArrowheads="1"/>
          </p:cNvSpPr>
          <p:nvPr/>
        </p:nvSpPr>
        <p:spPr bwMode="auto">
          <a:xfrm>
            <a:off x="4257675" y="2071688"/>
            <a:ext cx="9144000"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pic>
        <p:nvPicPr>
          <p:cNvPr id="18227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1" y="1219201"/>
            <a:ext cx="6334125" cy="4621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42098130"/>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type="title"/>
          </p:nvPr>
        </p:nvSpPr>
        <p:spPr>
          <a:xfrm>
            <a:off x="152400" y="-106363"/>
            <a:ext cx="10515600" cy="1325563"/>
          </a:xfrm>
        </p:spPr>
        <p:txBody>
          <a:bodyPr/>
          <a:lstStyle/>
          <a:p>
            <a:r>
              <a:rPr lang="en-US" altLang="en-US" dirty="0">
                <a:solidFill>
                  <a:srgbClr val="FF0000"/>
                </a:solidFill>
              </a:rPr>
              <a:t>IPv4 Addressing</a:t>
            </a:r>
          </a:p>
        </p:txBody>
      </p:sp>
      <p:sp>
        <p:nvSpPr>
          <p:cNvPr id="183299" name="Rectangle 3"/>
          <p:cNvSpPr>
            <a:spLocks noGrp="1" noChangeArrowheads="1"/>
          </p:cNvSpPr>
          <p:nvPr>
            <p:ph idx="1"/>
          </p:nvPr>
        </p:nvSpPr>
        <p:spPr>
          <a:xfrm>
            <a:off x="1979614" y="1371600"/>
            <a:ext cx="8459787" cy="5105400"/>
          </a:xfrm>
        </p:spPr>
        <p:txBody>
          <a:bodyPr/>
          <a:lstStyle/>
          <a:p>
            <a:pPr marL="288925" indent="-288925" defTabSz="814388">
              <a:buNone/>
            </a:pPr>
            <a:r>
              <a:rPr lang="en-US" altLang="en-US" sz="2200" b="1"/>
              <a:t>Subnet Mask</a:t>
            </a:r>
          </a:p>
          <a:p>
            <a:pPr marL="288925" indent="-288925" defTabSz="814388"/>
            <a:r>
              <a:rPr lang="en-US" altLang="en-US" sz="2200"/>
              <a:t>One solution to the IP address shortage was thought to be the subnet mask.</a:t>
            </a:r>
          </a:p>
          <a:p>
            <a:pPr marL="288925" indent="-288925" defTabSz="814388"/>
            <a:r>
              <a:rPr lang="en-US" altLang="en-US" sz="2200"/>
              <a:t>Formalized in 1985 (RFC 950), the subnet mask breaks a single class A, B or C network in to smaller pieces.</a:t>
            </a:r>
          </a:p>
        </p:txBody>
      </p:sp>
      <p:sp>
        <p:nvSpPr>
          <p:cNvPr id="4" name="Slide Number Placeholder 3"/>
          <p:cNvSpPr>
            <a:spLocks noGrp="1"/>
          </p:cNvSpPr>
          <p:nvPr>
            <p:ph type="sldNum" sz="quarter" idx="12"/>
          </p:nvPr>
        </p:nvSpPr>
        <p:spPr>
          <a:xfrm>
            <a:off x="9753600" y="6629400"/>
            <a:ext cx="914400" cy="228600"/>
          </a:xfrm>
        </p:spPr>
        <p:txBody>
          <a:bodyPr/>
          <a:lstStyle/>
          <a:p>
            <a:fld id="{2F36A957-1844-4939-9CA1-47E626C24E35}" type="slidenum">
              <a:rPr lang="en-US" altLang="en-US"/>
              <a:pPr/>
              <a:t>83</a:t>
            </a:fld>
            <a:endParaRPr lang="en-US" altLang="en-US"/>
          </a:p>
        </p:txBody>
      </p:sp>
    </p:spTree>
    <p:extLst>
      <p:ext uri="{BB962C8B-B14F-4D97-AF65-F5344CB8AC3E}">
        <p14:creationId xmlns:p14="http://schemas.microsoft.com/office/powerpoint/2010/main" val="4040147714"/>
      </p:ext>
    </p:extLst>
  </p:cSld>
  <p:clrMapOvr>
    <a:masterClrMapping/>
  </p:clrMapOvr>
  <p:transition>
    <p:randomBar dir="vert"/>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a:xfrm>
            <a:off x="160713" y="-18011"/>
            <a:ext cx="10515600" cy="1325563"/>
          </a:xfrm>
        </p:spPr>
        <p:txBody>
          <a:bodyPr/>
          <a:lstStyle/>
          <a:p>
            <a:r>
              <a:rPr lang="en-US" altLang="en-US" dirty="0">
                <a:solidFill>
                  <a:srgbClr val="FF0000"/>
                </a:solidFill>
              </a:rPr>
              <a:t>Short Term Solutions: IPv4 Enhancements</a:t>
            </a:r>
          </a:p>
        </p:txBody>
      </p:sp>
      <p:sp>
        <p:nvSpPr>
          <p:cNvPr id="191491" name="Rectangle 3"/>
          <p:cNvSpPr>
            <a:spLocks noGrp="1" noChangeArrowheads="1"/>
          </p:cNvSpPr>
          <p:nvPr>
            <p:ph idx="1"/>
          </p:nvPr>
        </p:nvSpPr>
        <p:spPr>
          <a:xfrm>
            <a:off x="1979614" y="1371600"/>
            <a:ext cx="8459787" cy="5105400"/>
          </a:xfrm>
        </p:spPr>
        <p:txBody>
          <a:bodyPr/>
          <a:lstStyle/>
          <a:p>
            <a:r>
              <a:rPr lang="en-US" altLang="en-US"/>
              <a:t>CIDR (Classless Inter-Domain Routing) – RFCs 1517, 1518, 1519, 1520</a:t>
            </a:r>
          </a:p>
          <a:p>
            <a:r>
              <a:rPr lang="en-US" altLang="en-US"/>
              <a:t>VLSM (Variable Length Subnet Mask) – RFC 1009</a:t>
            </a:r>
          </a:p>
          <a:p>
            <a:r>
              <a:rPr lang="en-US" altLang="en-US"/>
              <a:t>Private Addressing - RFC 1918</a:t>
            </a:r>
          </a:p>
          <a:p>
            <a:r>
              <a:rPr lang="en-US" altLang="en-US"/>
              <a:t>NAT/PAT (Network Address Translation / Port Address Translation) – RFC </a:t>
            </a:r>
          </a:p>
        </p:txBody>
      </p:sp>
      <p:sp>
        <p:nvSpPr>
          <p:cNvPr id="5" name="Slide Number Placeholder 3"/>
          <p:cNvSpPr>
            <a:spLocks noGrp="1"/>
          </p:cNvSpPr>
          <p:nvPr>
            <p:ph type="sldNum" sz="quarter" idx="12"/>
          </p:nvPr>
        </p:nvSpPr>
        <p:spPr>
          <a:xfrm>
            <a:off x="9753600" y="6629400"/>
            <a:ext cx="914400" cy="228600"/>
          </a:xfrm>
        </p:spPr>
        <p:txBody>
          <a:bodyPr/>
          <a:lstStyle/>
          <a:p>
            <a:fld id="{2EF2E538-3702-4492-98F7-0967AE08BD4E}" type="slidenum">
              <a:rPr lang="en-US" altLang="en-US"/>
              <a:pPr/>
              <a:t>84</a:t>
            </a:fld>
            <a:endParaRPr lang="en-US" altLang="en-US"/>
          </a:p>
        </p:txBody>
      </p:sp>
      <p:sp>
        <p:nvSpPr>
          <p:cNvPr id="191492" name="Rectangle 4"/>
          <p:cNvSpPr>
            <a:spLocks noChangeArrowheads="1"/>
          </p:cNvSpPr>
          <p:nvPr/>
        </p:nvSpPr>
        <p:spPr bwMode="auto">
          <a:xfrm>
            <a:off x="1828800" y="1295400"/>
            <a:ext cx="8001000" cy="914400"/>
          </a:xfrm>
          <a:prstGeom prst="rect">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lstStyle/>
          <a:p>
            <a:endParaRPr lang="en-US"/>
          </a:p>
        </p:txBody>
      </p:sp>
    </p:spTree>
    <p:extLst>
      <p:ext uri="{BB962C8B-B14F-4D97-AF65-F5344CB8AC3E}">
        <p14:creationId xmlns:p14="http://schemas.microsoft.com/office/powerpoint/2010/main" val="3064039871"/>
      </p:ext>
    </p:extLst>
  </p:cSld>
  <p:clrMapOvr>
    <a:masterClrMapping/>
  </p:clrMapOvr>
  <p:transition>
    <p:randomBar dir="vert"/>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Grp="1" noChangeArrowheads="1"/>
          </p:cNvSpPr>
          <p:nvPr>
            <p:ph type="title"/>
          </p:nvPr>
        </p:nvSpPr>
        <p:spPr>
          <a:xfrm>
            <a:off x="838199" y="-58108"/>
            <a:ext cx="10515600" cy="1325563"/>
          </a:xfrm>
        </p:spPr>
        <p:txBody>
          <a:bodyPr/>
          <a:lstStyle/>
          <a:p>
            <a:r>
              <a:rPr lang="en-US" altLang="en-US" dirty="0">
                <a:solidFill>
                  <a:srgbClr val="FF0000"/>
                </a:solidFill>
              </a:rPr>
              <a:t>IPv4 versus IPv6</a:t>
            </a:r>
          </a:p>
        </p:txBody>
      </p:sp>
      <p:pic>
        <p:nvPicPr>
          <p:cNvPr id="165892"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a:xfrm>
            <a:off x="4895682" y="2829555"/>
            <a:ext cx="2400635" cy="2343477"/>
          </a:xfrm>
          <a:noFill/>
          <a:ln/>
        </p:spPr>
      </p:pic>
      <p:sp>
        <p:nvSpPr>
          <p:cNvPr id="6" name="Slide Number Placeholder 3"/>
          <p:cNvSpPr>
            <a:spLocks noGrp="1"/>
          </p:cNvSpPr>
          <p:nvPr>
            <p:ph type="sldNum" sz="quarter" idx="12"/>
          </p:nvPr>
        </p:nvSpPr>
        <p:spPr>
          <a:xfrm>
            <a:off x="9753600" y="6629400"/>
            <a:ext cx="914400" cy="228600"/>
          </a:xfrm>
        </p:spPr>
        <p:txBody>
          <a:bodyPr/>
          <a:lstStyle/>
          <a:p>
            <a:fld id="{8DF4BC81-F8FB-4F4E-B433-8E5594CD1DD7}" type="slidenum">
              <a:rPr lang="en-US" altLang="en-US"/>
              <a:pPr/>
              <a:t>85</a:t>
            </a:fld>
            <a:endParaRPr lang="en-US" altLang="en-US"/>
          </a:p>
        </p:txBody>
      </p:sp>
      <p:sp>
        <p:nvSpPr>
          <p:cNvPr id="165891" name="Rectangle 3"/>
          <p:cNvSpPr>
            <a:spLocks noGrp="1" noChangeArrowheads="1"/>
          </p:cNvSpPr>
          <p:nvPr>
            <p:ph type="body" idx="4294967295"/>
          </p:nvPr>
        </p:nvSpPr>
        <p:spPr>
          <a:xfrm>
            <a:off x="3657600" y="1447800"/>
            <a:ext cx="8534400" cy="4800600"/>
          </a:xfrm>
        </p:spPr>
        <p:txBody>
          <a:bodyPr/>
          <a:lstStyle/>
          <a:p>
            <a:r>
              <a:rPr lang="en-US" altLang="en-US" sz="2000"/>
              <a:t>IP version 6 (IPv6)</a:t>
            </a:r>
            <a:r>
              <a:rPr lang="en-GB" altLang="en-US" sz="2000"/>
              <a:t> </a:t>
            </a:r>
            <a:r>
              <a:rPr lang="en-US" altLang="en-US" sz="2000"/>
              <a:t> has been defined and developed.   </a:t>
            </a:r>
          </a:p>
          <a:p>
            <a:r>
              <a:rPr lang="en-US" altLang="en-US" sz="2000"/>
              <a:t>IPv6 uses 128 bits rather than the 32 bits currently used in IPv4. </a:t>
            </a:r>
          </a:p>
          <a:p>
            <a:r>
              <a:rPr lang="en-US" altLang="en-US" sz="2000"/>
              <a:t>IPv6 uses hexadecimal numbers to represent the 128 bits.</a:t>
            </a:r>
          </a:p>
        </p:txBody>
      </p:sp>
      <p:sp>
        <p:nvSpPr>
          <p:cNvPr id="165893" name="Text Box 5"/>
          <p:cNvSpPr txBox="1">
            <a:spLocks noChangeArrowheads="1"/>
          </p:cNvSpPr>
          <p:nvPr/>
        </p:nvSpPr>
        <p:spPr bwMode="auto">
          <a:xfrm>
            <a:off x="6934200" y="4572000"/>
            <a:ext cx="914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latin typeface="Arial" panose="020B0604020202020204" pitchFamily="34" charset="0"/>
              </a:rPr>
              <a:t>IPv4</a:t>
            </a:r>
          </a:p>
        </p:txBody>
      </p:sp>
    </p:spTree>
    <p:extLst>
      <p:ext uri="{BB962C8B-B14F-4D97-AF65-F5344CB8AC3E}">
        <p14:creationId xmlns:p14="http://schemas.microsoft.com/office/powerpoint/2010/main" val="2888362024"/>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title"/>
          </p:nvPr>
        </p:nvSpPr>
        <p:spPr/>
        <p:txBody>
          <a:bodyPr/>
          <a:lstStyle/>
          <a:p>
            <a:r>
              <a:rPr lang="en-US" altLang="en-US" dirty="0">
                <a:solidFill>
                  <a:srgbClr val="FF0000"/>
                </a:solidFill>
              </a:rPr>
              <a:t>Long Term Solution: IPv6 (coming)</a:t>
            </a:r>
          </a:p>
        </p:txBody>
      </p:sp>
      <p:sp>
        <p:nvSpPr>
          <p:cNvPr id="189443" name="Rectangle 3"/>
          <p:cNvSpPr>
            <a:spLocks noGrp="1" noChangeArrowheads="1"/>
          </p:cNvSpPr>
          <p:nvPr>
            <p:ph idx="1"/>
          </p:nvPr>
        </p:nvSpPr>
        <p:spPr>
          <a:xfrm>
            <a:off x="1979614" y="1371600"/>
            <a:ext cx="8459787" cy="5105400"/>
          </a:xfrm>
        </p:spPr>
        <p:txBody>
          <a:bodyPr/>
          <a:lstStyle/>
          <a:p>
            <a:pPr marL="288925" indent="-288925" defTabSz="814388"/>
            <a:r>
              <a:rPr lang="en-US" altLang="en-US" sz="2200"/>
              <a:t>IPv6, or IPng (IP – the Next Generation) uses a 128-bit address space, yielding</a:t>
            </a:r>
          </a:p>
          <a:p>
            <a:pPr marL="288925" indent="-288925" defTabSz="814388">
              <a:buNone/>
            </a:pPr>
            <a:r>
              <a:rPr lang="en-US" altLang="en-US" sz="2200"/>
              <a:t>     340,282,366,920,938,463,463,374,607,431,768,211,456  </a:t>
            </a:r>
          </a:p>
          <a:p>
            <a:pPr marL="288925" indent="-288925" defTabSz="814388">
              <a:buNone/>
            </a:pPr>
            <a:r>
              <a:rPr lang="en-US" altLang="en-US" sz="2200"/>
              <a:t>			  possible addresses.</a:t>
            </a:r>
          </a:p>
          <a:p>
            <a:pPr marL="288925" indent="-288925" defTabSz="814388"/>
            <a:r>
              <a:rPr lang="en-US" altLang="en-US" sz="2200"/>
              <a:t>IPv6 has been slow to arrive</a:t>
            </a:r>
          </a:p>
          <a:p>
            <a:pPr marL="288925" indent="-288925" defTabSz="814388"/>
            <a:r>
              <a:rPr lang="en-US" altLang="en-US" sz="2200"/>
              <a:t>IPv4 revitalized by new features, making IPv6 a luxury, and not a desperately needed fix</a:t>
            </a:r>
          </a:p>
          <a:p>
            <a:pPr marL="288925" indent="-288925" defTabSz="814388"/>
            <a:r>
              <a:rPr lang="en-US" altLang="en-US" sz="2200"/>
              <a:t>IPv6 requires new software; IT staffs must be retrained</a:t>
            </a:r>
          </a:p>
          <a:p>
            <a:pPr marL="288925" indent="-288925" defTabSz="814388"/>
            <a:r>
              <a:rPr lang="en-US" altLang="en-US" sz="2200"/>
              <a:t>IPv6 will most likely coexist with IPv4 for years to come.</a:t>
            </a:r>
          </a:p>
          <a:p>
            <a:pPr marL="288925" indent="-288925" defTabSz="814388"/>
            <a:r>
              <a:rPr lang="en-US" altLang="en-US" sz="2200"/>
              <a:t>Some experts believe IPv4 will remain for more than 10 years.</a:t>
            </a:r>
          </a:p>
        </p:txBody>
      </p:sp>
      <p:sp>
        <p:nvSpPr>
          <p:cNvPr id="4" name="Slide Number Placeholder 3"/>
          <p:cNvSpPr>
            <a:spLocks noGrp="1"/>
          </p:cNvSpPr>
          <p:nvPr>
            <p:ph type="sldNum" sz="quarter" idx="12"/>
          </p:nvPr>
        </p:nvSpPr>
        <p:spPr>
          <a:xfrm>
            <a:off x="9753600" y="6629400"/>
            <a:ext cx="914400" cy="228600"/>
          </a:xfrm>
        </p:spPr>
        <p:txBody>
          <a:bodyPr/>
          <a:lstStyle/>
          <a:p>
            <a:fld id="{34FF536A-9222-428E-8451-109544ABC472}" type="slidenum">
              <a:rPr lang="en-US" altLang="en-US"/>
              <a:pPr/>
              <a:t>86</a:t>
            </a:fld>
            <a:endParaRPr lang="en-US" altLang="en-US"/>
          </a:p>
        </p:txBody>
      </p:sp>
    </p:spTree>
    <p:extLst>
      <p:ext uri="{BB962C8B-B14F-4D97-AF65-F5344CB8AC3E}">
        <p14:creationId xmlns:p14="http://schemas.microsoft.com/office/powerpoint/2010/main" val="2804301475"/>
      </p:ext>
    </p:extLst>
  </p:cSld>
  <p:clrMapOvr>
    <a:masterClrMapping/>
  </p:clrMapOvr>
  <p:transition>
    <p:randomBar dir="vert"/>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86200" y="1600200"/>
            <a:ext cx="5715000" cy="1325563"/>
          </a:xfrm>
        </p:spPr>
        <p:txBody>
          <a:bodyPr>
            <a:normAutofit/>
          </a:bodyPr>
          <a:lstStyle/>
          <a:p>
            <a:r>
              <a:rPr lang="en-US" dirty="0">
                <a:solidFill>
                  <a:srgbClr val="FF0000"/>
                </a:solidFill>
              </a:rPr>
              <a:t>Module </a:t>
            </a:r>
            <a:r>
              <a:rPr lang="en-US" dirty="0" smtClean="0">
                <a:solidFill>
                  <a:srgbClr val="FF0000"/>
                </a:solidFill>
              </a:rPr>
              <a:t>14-2 VLSM</a:t>
            </a:r>
            <a:endParaRPr lang="en-US" dirty="0">
              <a:solidFill>
                <a:srgbClr val="FF0000"/>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t>87</a:t>
            </a:fld>
            <a:endParaRPr lang="en-US"/>
          </a:p>
        </p:txBody>
      </p:sp>
    </p:spTree>
    <p:extLst>
      <p:ext uri="{BB962C8B-B14F-4D97-AF65-F5344CB8AC3E}">
        <p14:creationId xmlns:p14="http://schemas.microsoft.com/office/powerpoint/2010/main" val="933331139"/>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88</a:t>
            </a:fld>
            <a:endParaRPr lang="en-US"/>
          </a:p>
        </p:txBody>
      </p:sp>
    </p:spTree>
    <p:extLst>
      <p:ext uri="{BB962C8B-B14F-4D97-AF65-F5344CB8AC3E}">
        <p14:creationId xmlns:p14="http://schemas.microsoft.com/office/powerpoint/2010/main" val="2126710964"/>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533400"/>
            <a:ext cx="10515600" cy="627736"/>
          </a:xfrm>
          <a:prstGeom prst="rect">
            <a:avLst/>
          </a:prstGeom>
        </p:spPr>
        <p:txBody>
          <a:bodyPr vert="horz" wrap="square" lIns="0" tIns="12065" rIns="0" bIns="0" rtlCol="0" anchor="ctr">
            <a:spAutoFit/>
          </a:bodyPr>
          <a:lstStyle/>
          <a:p>
            <a:pPr marL="4173854" marR="5080" indent="-2349500">
              <a:lnSpc>
                <a:spcPct val="100000"/>
              </a:lnSpc>
              <a:spcBef>
                <a:spcPts val="95"/>
              </a:spcBef>
            </a:pPr>
            <a:r>
              <a:rPr sz="4000" spc="-30" dirty="0">
                <a:solidFill>
                  <a:srgbClr val="FF0000"/>
                </a:solidFill>
              </a:rPr>
              <a:t>Variable </a:t>
            </a:r>
            <a:r>
              <a:rPr sz="4000" spc="-15" dirty="0">
                <a:solidFill>
                  <a:srgbClr val="FF0000"/>
                </a:solidFill>
              </a:rPr>
              <a:t>Length </a:t>
            </a:r>
            <a:r>
              <a:rPr sz="4000" spc="-10" dirty="0">
                <a:solidFill>
                  <a:srgbClr val="FF0000"/>
                </a:solidFill>
              </a:rPr>
              <a:t>Subnet Masks  (VLSM)</a:t>
            </a:r>
            <a:endParaRPr sz="4000" dirty="0">
              <a:solidFill>
                <a:srgbClr val="FF0000"/>
              </a:solidFill>
            </a:endParaRPr>
          </a:p>
        </p:txBody>
      </p:sp>
      <p:sp>
        <p:nvSpPr>
          <p:cNvPr id="9" name="Slide Number Placeholder 8">
            <a:extLst>
              <a:ext uri="{FF2B5EF4-FFF2-40B4-BE49-F238E27FC236}">
                <a16:creationId xmlns:a16="http://schemas.microsoft.com/office/drawing/2014/main" id="{C5A6D97C-5CEB-94E6-00DF-ABE27779B291}"/>
              </a:ext>
            </a:extLst>
          </p:cNvPr>
          <p:cNvSpPr>
            <a:spLocks noGrp="1"/>
          </p:cNvSpPr>
          <p:nvPr>
            <p:ph type="sldNum" sz="quarter" idx="12"/>
          </p:nvPr>
        </p:nvSpPr>
        <p:spPr>
          <a:xfrm>
            <a:off x="8564564" y="6378575"/>
            <a:ext cx="2103437" cy="342900"/>
          </a:xfrm>
        </p:spPr>
        <p:txBody>
          <a:bodyPr/>
          <a:lstStyle/>
          <a:p>
            <a:fld id="{B6F15528-21DE-4FAA-801E-634DDDAF4B2B}" type="slidenum">
              <a:rPr lang="en-US" smtClean="0"/>
              <a:t>89</a:t>
            </a:fld>
            <a:endParaRPr lang="en-US"/>
          </a:p>
        </p:txBody>
      </p:sp>
      <p:sp>
        <p:nvSpPr>
          <p:cNvPr id="3" name="object 3"/>
          <p:cNvSpPr/>
          <p:nvPr/>
        </p:nvSpPr>
        <p:spPr>
          <a:xfrm>
            <a:off x="2667000" y="2057400"/>
            <a:ext cx="5423506" cy="2980194"/>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418303492"/>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7943" y="533400"/>
            <a:ext cx="10515600" cy="627736"/>
          </a:xfrm>
          <a:prstGeom prst="rect">
            <a:avLst/>
          </a:prstGeom>
        </p:spPr>
        <p:txBody>
          <a:bodyPr vert="horz" wrap="square" lIns="0" tIns="12065" rIns="0" bIns="0" rtlCol="0" anchor="ctr">
            <a:spAutoFit/>
          </a:bodyPr>
          <a:lstStyle/>
          <a:p>
            <a:pPr marL="4186554" marR="5080" indent="-1543050">
              <a:lnSpc>
                <a:spcPct val="100000"/>
              </a:lnSpc>
              <a:spcBef>
                <a:spcPts val="95"/>
              </a:spcBef>
            </a:pPr>
            <a:r>
              <a:rPr sz="4000" spc="-10" dirty="0"/>
              <a:t>Subnets </a:t>
            </a:r>
            <a:r>
              <a:rPr sz="4000" spc="-5" dirty="0">
                <a:solidFill>
                  <a:srgbClr val="FF0000"/>
                </a:solidFill>
              </a:rPr>
              <a:t>with</a:t>
            </a:r>
            <a:r>
              <a:rPr sz="4000" spc="-5" dirty="0"/>
              <a:t> no</a:t>
            </a:r>
            <a:r>
              <a:rPr sz="4000" spc="-55" dirty="0"/>
              <a:t> </a:t>
            </a:r>
            <a:r>
              <a:rPr sz="4000" spc="-10" dirty="0"/>
              <a:t>VLSM  </a:t>
            </a:r>
            <a:r>
              <a:rPr sz="4000" spc="-5" dirty="0">
                <a:solidFill>
                  <a:srgbClr val="FF0000"/>
                </a:solidFill>
              </a:rPr>
              <a:t>applied</a:t>
            </a:r>
            <a:endParaRPr sz="4000" dirty="0">
              <a:solidFill>
                <a:srgbClr val="FF0000"/>
              </a:solidFill>
            </a:endParaRPr>
          </a:p>
        </p:txBody>
      </p:sp>
      <p:sp>
        <p:nvSpPr>
          <p:cNvPr id="9" name="Slide Number Placeholder 8">
            <a:extLst>
              <a:ext uri="{FF2B5EF4-FFF2-40B4-BE49-F238E27FC236}">
                <a16:creationId xmlns:a16="http://schemas.microsoft.com/office/drawing/2014/main" id="{A69C735C-1E37-B43A-7AA8-6005EBB8F8CD}"/>
              </a:ext>
            </a:extLst>
          </p:cNvPr>
          <p:cNvSpPr>
            <a:spLocks noGrp="1"/>
          </p:cNvSpPr>
          <p:nvPr>
            <p:ph type="sldNum" sz="quarter" idx="12"/>
          </p:nvPr>
        </p:nvSpPr>
        <p:spPr>
          <a:xfrm>
            <a:off x="8564564" y="6378575"/>
            <a:ext cx="2103437" cy="342900"/>
          </a:xfrm>
        </p:spPr>
        <p:txBody>
          <a:bodyPr/>
          <a:lstStyle/>
          <a:p>
            <a:fld id="{B6F15528-21DE-4FAA-801E-634DDDAF4B2B}" type="slidenum">
              <a:rPr lang="en-US" smtClean="0"/>
              <a:t>90</a:t>
            </a:fld>
            <a:endParaRPr lang="en-US"/>
          </a:p>
        </p:txBody>
      </p:sp>
      <p:sp>
        <p:nvSpPr>
          <p:cNvPr id="3" name="object 3"/>
          <p:cNvSpPr/>
          <p:nvPr/>
        </p:nvSpPr>
        <p:spPr>
          <a:xfrm>
            <a:off x="3312488" y="1678945"/>
            <a:ext cx="5252076" cy="4162425"/>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835642379"/>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77792" y="263093"/>
            <a:ext cx="6205220" cy="697230"/>
          </a:xfrm>
          <a:prstGeom prst="rect">
            <a:avLst/>
          </a:prstGeom>
        </p:spPr>
        <p:txBody>
          <a:bodyPr vert="horz" wrap="square" lIns="0" tIns="13335" rIns="0" bIns="0" rtlCol="0" anchor="ctr">
            <a:spAutoFit/>
          </a:bodyPr>
          <a:lstStyle/>
          <a:p>
            <a:pPr marL="12700">
              <a:lnSpc>
                <a:spcPct val="100000"/>
              </a:lnSpc>
              <a:spcBef>
                <a:spcPts val="105"/>
              </a:spcBef>
            </a:pPr>
            <a:r>
              <a:rPr sz="4400" spc="-5" dirty="0">
                <a:solidFill>
                  <a:srgbClr val="FF0000"/>
                </a:solidFill>
              </a:rPr>
              <a:t>Subnets</a:t>
            </a:r>
            <a:r>
              <a:rPr sz="4400" spc="-5" dirty="0"/>
              <a:t> </a:t>
            </a:r>
            <a:r>
              <a:rPr sz="4400" dirty="0"/>
              <a:t>with </a:t>
            </a:r>
            <a:r>
              <a:rPr sz="4400" spc="-5" dirty="0">
                <a:solidFill>
                  <a:srgbClr val="FF0000"/>
                </a:solidFill>
              </a:rPr>
              <a:t>VLSM</a:t>
            </a:r>
            <a:r>
              <a:rPr sz="4400" spc="-60" dirty="0">
                <a:solidFill>
                  <a:srgbClr val="FF0000"/>
                </a:solidFill>
              </a:rPr>
              <a:t> </a:t>
            </a:r>
            <a:r>
              <a:rPr sz="4400" dirty="0">
                <a:solidFill>
                  <a:srgbClr val="FF0000"/>
                </a:solidFill>
              </a:rPr>
              <a:t>applied</a:t>
            </a:r>
          </a:p>
        </p:txBody>
      </p:sp>
      <p:sp>
        <p:nvSpPr>
          <p:cNvPr id="9" name="Slide Number Placeholder 8">
            <a:extLst>
              <a:ext uri="{FF2B5EF4-FFF2-40B4-BE49-F238E27FC236}">
                <a16:creationId xmlns:a16="http://schemas.microsoft.com/office/drawing/2014/main" id="{5CB4F8AB-F636-0D15-843C-30244DE8D267}"/>
              </a:ext>
            </a:extLst>
          </p:cNvPr>
          <p:cNvSpPr>
            <a:spLocks noGrp="1"/>
          </p:cNvSpPr>
          <p:nvPr>
            <p:ph type="sldNum" sz="quarter" idx="12"/>
          </p:nvPr>
        </p:nvSpPr>
        <p:spPr>
          <a:xfrm>
            <a:off x="8564564" y="6378575"/>
            <a:ext cx="2103437" cy="342900"/>
          </a:xfrm>
        </p:spPr>
        <p:txBody>
          <a:bodyPr/>
          <a:lstStyle/>
          <a:p>
            <a:fld id="{B6F15528-21DE-4FAA-801E-634DDDAF4B2B}" type="slidenum">
              <a:rPr lang="en-US" smtClean="0"/>
              <a:t>91</a:t>
            </a:fld>
            <a:endParaRPr lang="en-US"/>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635500" y="168212"/>
            <a:ext cx="4737100" cy="6523101"/>
          </a:xfrm>
          <a:prstGeom prst="rect">
            <a:avLst/>
          </a:prstGeom>
          <a:blipFill>
            <a:blip r:embed="rId2" cstate="print"/>
            <a:stretch>
              <a:fillRect/>
            </a:stretch>
          </a:blipFill>
        </p:spPr>
        <p:txBody>
          <a:bodyPr wrap="square" lIns="0" tIns="0" rIns="0" bIns="0" rtlCol="0"/>
          <a:lstStyle/>
          <a:p>
            <a:endParaRPr/>
          </a:p>
        </p:txBody>
      </p:sp>
      <p:sp>
        <p:nvSpPr>
          <p:cNvPr id="8" name="Slide Number Placeholder 7">
            <a:extLst>
              <a:ext uri="{FF2B5EF4-FFF2-40B4-BE49-F238E27FC236}">
                <a16:creationId xmlns:a16="http://schemas.microsoft.com/office/drawing/2014/main" id="{4287CB48-6A8F-836C-AC02-9C3D76BFFF5B}"/>
              </a:ext>
            </a:extLst>
          </p:cNvPr>
          <p:cNvSpPr>
            <a:spLocks noGrp="1"/>
          </p:cNvSpPr>
          <p:nvPr>
            <p:ph type="sldNum" sz="quarter" idx="12"/>
          </p:nvPr>
        </p:nvSpPr>
        <p:spPr>
          <a:xfrm>
            <a:off x="8564564" y="6378575"/>
            <a:ext cx="2103437" cy="342900"/>
          </a:xfrm>
        </p:spPr>
        <p:txBody>
          <a:bodyPr/>
          <a:lstStyle/>
          <a:p>
            <a:fld id="{B6F15528-21DE-4FAA-801E-634DDDAF4B2B}" type="slidenum">
              <a:rPr lang="en-US" smtClean="0"/>
              <a:t>92</a:t>
            </a:fld>
            <a:endParaRPr lang="en-US"/>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01717" y="339293"/>
            <a:ext cx="3905250" cy="697230"/>
          </a:xfrm>
          <a:prstGeom prst="rect">
            <a:avLst/>
          </a:prstGeom>
        </p:spPr>
        <p:txBody>
          <a:bodyPr vert="horz" wrap="square" lIns="0" tIns="13335" rIns="0" bIns="0" rtlCol="0" anchor="ctr">
            <a:spAutoFit/>
          </a:bodyPr>
          <a:lstStyle/>
          <a:p>
            <a:pPr marL="12700">
              <a:lnSpc>
                <a:spcPct val="100000"/>
              </a:lnSpc>
              <a:spcBef>
                <a:spcPts val="105"/>
              </a:spcBef>
            </a:pPr>
            <a:r>
              <a:rPr sz="4400" spc="-10" dirty="0"/>
              <a:t>VSLM, </a:t>
            </a:r>
            <a:r>
              <a:rPr sz="4400" spc="-15" dirty="0">
                <a:solidFill>
                  <a:srgbClr val="FF0000"/>
                </a:solidFill>
              </a:rPr>
              <a:t>Example</a:t>
            </a:r>
            <a:r>
              <a:rPr sz="4400" spc="-40" dirty="0"/>
              <a:t> </a:t>
            </a:r>
            <a:r>
              <a:rPr sz="4400" dirty="0"/>
              <a:t>1</a:t>
            </a:r>
          </a:p>
        </p:txBody>
      </p:sp>
      <p:sp>
        <p:nvSpPr>
          <p:cNvPr id="9" name="Slide Number Placeholder 8">
            <a:extLst>
              <a:ext uri="{FF2B5EF4-FFF2-40B4-BE49-F238E27FC236}">
                <a16:creationId xmlns:a16="http://schemas.microsoft.com/office/drawing/2014/main" id="{726D52A6-59C4-AEA6-0526-DDD35EF4C0EC}"/>
              </a:ext>
            </a:extLst>
          </p:cNvPr>
          <p:cNvSpPr>
            <a:spLocks noGrp="1"/>
          </p:cNvSpPr>
          <p:nvPr>
            <p:ph type="sldNum" sz="quarter" idx="12"/>
          </p:nvPr>
        </p:nvSpPr>
        <p:spPr>
          <a:xfrm>
            <a:off x="8564564" y="6378575"/>
            <a:ext cx="2103437" cy="342900"/>
          </a:xfrm>
        </p:spPr>
        <p:txBody>
          <a:bodyPr/>
          <a:lstStyle/>
          <a:p>
            <a:fld id="{B6F15528-21DE-4FAA-801E-634DDDAF4B2B}" type="slidenum">
              <a:rPr lang="en-US" smtClean="0"/>
              <a:t>93</a:t>
            </a:fld>
            <a:endParaRPr lang="en-US"/>
          </a:p>
        </p:txBody>
      </p:sp>
      <p:sp>
        <p:nvSpPr>
          <p:cNvPr id="3" name="object 3"/>
          <p:cNvSpPr/>
          <p:nvPr/>
        </p:nvSpPr>
        <p:spPr>
          <a:xfrm>
            <a:off x="4191000" y="1600201"/>
            <a:ext cx="5105400" cy="4448175"/>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340226" y="163577"/>
            <a:ext cx="4727575" cy="6532499"/>
          </a:xfrm>
          <a:prstGeom prst="rect">
            <a:avLst/>
          </a:prstGeom>
          <a:blipFill>
            <a:blip r:embed="rId2" cstate="print"/>
            <a:stretch>
              <a:fillRect/>
            </a:stretch>
          </a:blipFill>
        </p:spPr>
        <p:txBody>
          <a:bodyPr wrap="square" lIns="0" tIns="0" rIns="0" bIns="0" rtlCol="0"/>
          <a:lstStyle/>
          <a:p>
            <a:endParaRPr/>
          </a:p>
        </p:txBody>
      </p:sp>
      <p:sp>
        <p:nvSpPr>
          <p:cNvPr id="8" name="Slide Number Placeholder 7">
            <a:extLst>
              <a:ext uri="{FF2B5EF4-FFF2-40B4-BE49-F238E27FC236}">
                <a16:creationId xmlns:a16="http://schemas.microsoft.com/office/drawing/2014/main" id="{85B6D1F2-5EF9-AFD6-3C33-21A3480F2EA9}"/>
              </a:ext>
            </a:extLst>
          </p:cNvPr>
          <p:cNvSpPr>
            <a:spLocks noGrp="1"/>
          </p:cNvSpPr>
          <p:nvPr>
            <p:ph type="sldNum" sz="quarter" idx="12"/>
          </p:nvPr>
        </p:nvSpPr>
        <p:spPr>
          <a:xfrm>
            <a:off x="8564564" y="6378575"/>
            <a:ext cx="2103437" cy="342900"/>
          </a:xfrm>
        </p:spPr>
        <p:txBody>
          <a:bodyPr/>
          <a:lstStyle/>
          <a:p>
            <a:fld id="{B6F15528-21DE-4FAA-801E-634DDDAF4B2B}" type="slidenum">
              <a:rPr lang="en-US" smtClean="0"/>
              <a:t>94</a:t>
            </a:fld>
            <a:endParaRPr lang="en-US"/>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7795" y="461594"/>
            <a:ext cx="3904615" cy="697230"/>
          </a:xfrm>
          <a:prstGeom prst="rect">
            <a:avLst/>
          </a:prstGeom>
        </p:spPr>
        <p:txBody>
          <a:bodyPr vert="horz" wrap="square" lIns="0" tIns="13335" rIns="0" bIns="0" rtlCol="0" anchor="ctr">
            <a:spAutoFit/>
          </a:bodyPr>
          <a:lstStyle/>
          <a:p>
            <a:pPr marL="12700">
              <a:lnSpc>
                <a:spcPct val="100000"/>
              </a:lnSpc>
              <a:spcBef>
                <a:spcPts val="105"/>
              </a:spcBef>
            </a:pPr>
            <a:r>
              <a:rPr sz="4400" spc="-5" dirty="0"/>
              <a:t>VLSM, </a:t>
            </a:r>
            <a:r>
              <a:rPr sz="4400" spc="-15" dirty="0">
                <a:solidFill>
                  <a:srgbClr val="FF0000"/>
                </a:solidFill>
              </a:rPr>
              <a:t>Example</a:t>
            </a:r>
            <a:r>
              <a:rPr sz="4400" spc="-75" dirty="0">
                <a:solidFill>
                  <a:srgbClr val="FF0000"/>
                </a:solidFill>
              </a:rPr>
              <a:t> </a:t>
            </a:r>
            <a:r>
              <a:rPr sz="4400" dirty="0">
                <a:solidFill>
                  <a:srgbClr val="FF0000"/>
                </a:solidFill>
              </a:rPr>
              <a:t>2</a:t>
            </a:r>
          </a:p>
        </p:txBody>
      </p:sp>
      <p:sp>
        <p:nvSpPr>
          <p:cNvPr id="9" name="Slide Number Placeholder 8">
            <a:extLst>
              <a:ext uri="{FF2B5EF4-FFF2-40B4-BE49-F238E27FC236}">
                <a16:creationId xmlns:a16="http://schemas.microsoft.com/office/drawing/2014/main" id="{D84EC19F-1C9F-9CE2-CA47-83700A4163B7}"/>
              </a:ext>
            </a:extLst>
          </p:cNvPr>
          <p:cNvSpPr>
            <a:spLocks noGrp="1"/>
          </p:cNvSpPr>
          <p:nvPr>
            <p:ph type="sldNum" sz="quarter" idx="12"/>
          </p:nvPr>
        </p:nvSpPr>
        <p:spPr>
          <a:xfrm>
            <a:off x="8564564" y="6378575"/>
            <a:ext cx="2103437" cy="342900"/>
          </a:xfrm>
        </p:spPr>
        <p:txBody>
          <a:bodyPr/>
          <a:lstStyle/>
          <a:p>
            <a:fld id="{B6F15528-21DE-4FAA-801E-634DDDAF4B2B}" type="slidenum">
              <a:rPr lang="en-US" smtClean="0"/>
              <a:t>95</a:t>
            </a:fld>
            <a:endParaRPr lang="en-US"/>
          </a:p>
        </p:txBody>
      </p:sp>
      <p:sp>
        <p:nvSpPr>
          <p:cNvPr id="3" name="object 3"/>
          <p:cNvSpPr/>
          <p:nvPr/>
        </p:nvSpPr>
        <p:spPr>
          <a:xfrm>
            <a:off x="4343400" y="1676336"/>
            <a:ext cx="5410200" cy="4278376"/>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584700" y="133413"/>
            <a:ext cx="4711700" cy="6592824"/>
          </a:xfrm>
          <a:prstGeom prst="rect">
            <a:avLst/>
          </a:prstGeom>
          <a:blipFill>
            <a:blip r:embed="rId2" cstate="print"/>
            <a:stretch>
              <a:fillRect/>
            </a:stretch>
          </a:blipFill>
        </p:spPr>
        <p:txBody>
          <a:bodyPr wrap="square" lIns="0" tIns="0" rIns="0" bIns="0" rtlCol="0"/>
          <a:lstStyle/>
          <a:p>
            <a:endParaRPr/>
          </a:p>
        </p:txBody>
      </p:sp>
      <p:sp>
        <p:nvSpPr>
          <p:cNvPr id="8" name="Slide Number Placeholder 7">
            <a:extLst>
              <a:ext uri="{FF2B5EF4-FFF2-40B4-BE49-F238E27FC236}">
                <a16:creationId xmlns:a16="http://schemas.microsoft.com/office/drawing/2014/main" id="{80A3F2AD-5132-8AAC-A098-8A3042241C36}"/>
              </a:ext>
            </a:extLst>
          </p:cNvPr>
          <p:cNvSpPr>
            <a:spLocks noGrp="1"/>
          </p:cNvSpPr>
          <p:nvPr>
            <p:ph type="sldNum" sz="quarter" idx="12"/>
          </p:nvPr>
        </p:nvSpPr>
        <p:spPr>
          <a:xfrm>
            <a:off x="8564564" y="6378575"/>
            <a:ext cx="2103437" cy="342900"/>
          </a:xfrm>
        </p:spPr>
        <p:txBody>
          <a:bodyPr/>
          <a:lstStyle/>
          <a:p>
            <a:fld id="{B6F15528-21DE-4FAA-801E-634DDDAF4B2B}" type="slidenum">
              <a:rPr lang="en-US" smtClean="0"/>
              <a:t>96</a:t>
            </a:fld>
            <a:endParaRPr lang="en-US"/>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t>97</a:t>
            </a:fld>
            <a:endParaRPr lang="en-US"/>
          </a:p>
        </p:txBody>
      </p:sp>
      <p:sp>
        <p:nvSpPr>
          <p:cNvPr id="9" name="Rectangle 8"/>
          <p:cNvSpPr/>
          <p:nvPr/>
        </p:nvSpPr>
        <p:spPr>
          <a:xfrm>
            <a:off x="8153400" y="5210980"/>
            <a:ext cx="3775310" cy="1569660"/>
          </a:xfrm>
          <a:prstGeom prst="rect">
            <a:avLst/>
          </a:prstGeom>
        </p:spPr>
        <p:txBody>
          <a:bodyPr wrap="square">
            <a:spAutoFit/>
          </a:bodyPr>
          <a:lstStyle/>
          <a:p>
            <a:r>
              <a:rPr lang="en-US" sz="800" dirty="0"/>
              <a:t>https://github.com/siagianp</a:t>
            </a:r>
          </a:p>
          <a:p>
            <a:r>
              <a:rPr lang="en-US" sz="800" dirty="0" smtClean="0"/>
              <a:t>https</a:t>
            </a:r>
            <a:r>
              <a:rPr lang="en-US" sz="800" dirty="0"/>
              <a:t>://www.youtube.com/@AmelOline/videos</a:t>
            </a:r>
          </a:p>
          <a:p>
            <a:r>
              <a:rPr lang="en-US" sz="800" dirty="0" smtClean="0"/>
              <a:t>https</a:t>
            </a:r>
            <a:r>
              <a:rPr lang="en-US" sz="800" dirty="0"/>
              <a:t>://github.com/amelcharolinesgn2/IoT_simulator-mqtt-NodeRed</a:t>
            </a:r>
          </a:p>
          <a:p>
            <a:r>
              <a:rPr lang="en-US" sz="800" dirty="0" smtClean="0"/>
              <a:t>https</a:t>
            </a:r>
            <a:r>
              <a:rPr lang="en-US" sz="800" dirty="0"/>
              <a:t>://github.com/amelcharolinesgn2/Cloud-Infrastructures</a:t>
            </a:r>
          </a:p>
          <a:p>
            <a:r>
              <a:rPr lang="en-US" sz="800" dirty="0" smtClean="0"/>
              <a:t>https</a:t>
            </a:r>
            <a:r>
              <a:rPr lang="en-US" sz="800" dirty="0"/>
              <a:t>://github.com/amelcharolinesgn2/ClouD-Infrastructure-SISKA-2025</a:t>
            </a:r>
          </a:p>
          <a:p>
            <a:r>
              <a:rPr lang="en-US" sz="800" dirty="0" smtClean="0"/>
              <a:t>https</a:t>
            </a:r>
            <a:r>
              <a:rPr lang="en-US" sz="800" dirty="0"/>
              <a:t>://</a:t>
            </a:r>
            <a:r>
              <a:rPr lang="en-US" sz="800" dirty="0" smtClean="0"/>
              <a:t>github.com/amelcharolinesgn2/Gyroscope-Sensor-Data-Accelerometer</a:t>
            </a:r>
            <a:endParaRPr lang="en-US" sz="800" dirty="0"/>
          </a:p>
          <a:p>
            <a:r>
              <a:rPr lang="en-US" sz="800" dirty="0"/>
              <a:t>https://github.com/amelcharolinesgn2/Anjar_T</a:t>
            </a:r>
          </a:p>
          <a:p>
            <a:r>
              <a:rPr lang="en-US" sz="800" dirty="0"/>
              <a:t>https://github.com/amelcharolinesgn2/Anjar_Lab</a:t>
            </a:r>
          </a:p>
          <a:p>
            <a:r>
              <a:rPr lang="en-US" sz="800" dirty="0"/>
              <a:t>https://github.com/amelcharolinesgn2/ANJAR</a:t>
            </a:r>
          </a:p>
          <a:p>
            <a:r>
              <a:rPr lang="en-US" sz="800" dirty="0"/>
              <a:t>https://drive.google.com/drive/folders/1YLs2wBBL3gWKKkh2g9nfVtOajQ7x6Mud</a:t>
            </a:r>
          </a:p>
          <a:p>
            <a:pPr algn="r"/>
            <a:endParaRPr lang="en-US" sz="800" dirty="0"/>
          </a:p>
          <a:p>
            <a:pPr algn="r"/>
            <a:endParaRPr lang="en-US" sz="800" dirty="0"/>
          </a:p>
        </p:txBody>
      </p:sp>
    </p:spTree>
    <p:extLst>
      <p:ext uri="{BB962C8B-B14F-4D97-AF65-F5344CB8AC3E}">
        <p14:creationId xmlns:p14="http://schemas.microsoft.com/office/powerpoint/2010/main" val="119977559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426</TotalTime>
  <Words>4088</Words>
  <Application>Microsoft Office PowerPoint</Application>
  <PresentationFormat>Widescreen</PresentationFormat>
  <Paragraphs>1399</Paragraphs>
  <Slides>97</Slides>
  <Notes>39</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97</vt:i4>
      </vt:variant>
    </vt:vector>
  </HeadingPairs>
  <TitlesOfParts>
    <vt:vector size="110" baseType="lpstr">
      <vt:lpstr>新細明體</vt:lpstr>
      <vt:lpstr>Arial</vt:lpstr>
      <vt:lpstr>Calibri</vt:lpstr>
      <vt:lpstr>Calibri Light</vt:lpstr>
      <vt:lpstr>Carlito</vt:lpstr>
      <vt:lpstr>Chiller</vt:lpstr>
      <vt:lpstr>Helvetica</vt:lpstr>
      <vt:lpstr>Monotype Sorts</vt:lpstr>
      <vt:lpstr>Tahoma</vt:lpstr>
      <vt:lpstr>Times New Roman</vt:lpstr>
      <vt:lpstr>Wingdings</vt:lpstr>
      <vt:lpstr>Office Theme</vt:lpstr>
      <vt:lpstr>Clip</vt:lpstr>
      <vt:lpstr>Module 14 Network Simulation</vt:lpstr>
      <vt:lpstr>Overview</vt:lpstr>
      <vt:lpstr>Background</vt:lpstr>
      <vt:lpstr>What is subnetting?</vt:lpstr>
      <vt:lpstr>How to do subnetting? (1)</vt:lpstr>
      <vt:lpstr>How to do subnetting? (2)</vt:lpstr>
      <vt:lpstr>How to do subnetting? (3)</vt:lpstr>
      <vt:lpstr>What is VLSM?</vt:lpstr>
      <vt:lpstr>How to do VLSM? (1)</vt:lpstr>
      <vt:lpstr>How to do VLSM? (2)</vt:lpstr>
      <vt:lpstr>How to do VLSM? (3)</vt:lpstr>
      <vt:lpstr>Subnetting Vs VLSM</vt:lpstr>
      <vt:lpstr>IP Addressing</vt:lpstr>
      <vt:lpstr>IP Addressing</vt:lpstr>
      <vt:lpstr>IP Addressing</vt:lpstr>
      <vt:lpstr>IP Address Classes</vt:lpstr>
      <vt:lpstr>IP Address Classes</vt:lpstr>
      <vt:lpstr>Host Addresses</vt:lpstr>
      <vt:lpstr>Determining Available Host Addresses</vt:lpstr>
      <vt:lpstr>IP Address Classes Exercise</vt:lpstr>
      <vt:lpstr>IP Address Classes Exercise Answers</vt:lpstr>
      <vt:lpstr>Addressing without Subnets</vt:lpstr>
      <vt:lpstr>Addressing with Subnets</vt:lpstr>
      <vt:lpstr>Subnet Addressing</vt:lpstr>
      <vt:lpstr>Subnet Addressing</vt:lpstr>
      <vt:lpstr>Subnet Mask</vt:lpstr>
      <vt:lpstr>Decimal Equivalents of Bit Patterns</vt:lpstr>
      <vt:lpstr>Subnet Mask without Subnets</vt:lpstr>
      <vt:lpstr>Subnet Mask with Subnets</vt:lpstr>
      <vt:lpstr>Subnet Mask with Subnets (cont.)</vt:lpstr>
      <vt:lpstr>Subnet Mask Exercise</vt:lpstr>
      <vt:lpstr>Subnet Mask Exercise Answers</vt:lpstr>
      <vt:lpstr>Broadcast Addresses</vt:lpstr>
      <vt:lpstr>Addressing Summary Example</vt:lpstr>
      <vt:lpstr>Addressing Summary Example</vt:lpstr>
      <vt:lpstr>Addressing Summary Example</vt:lpstr>
      <vt:lpstr>Addressing Summary Example</vt:lpstr>
      <vt:lpstr>Addressing Summary Example</vt:lpstr>
      <vt:lpstr>Addressing Summary Example</vt:lpstr>
      <vt:lpstr>Addressing Summary Example</vt:lpstr>
      <vt:lpstr>Addressing Summary Example</vt:lpstr>
      <vt:lpstr>Addressing Summary Example</vt:lpstr>
      <vt:lpstr>Class B Subnet Example</vt:lpstr>
      <vt:lpstr>Subnet Planning</vt:lpstr>
      <vt:lpstr>Class C Subnet Planning Example</vt:lpstr>
      <vt:lpstr>Broadcast Addresses Exercise</vt:lpstr>
      <vt:lpstr>Broadcast Addresses Exercise Answers</vt:lpstr>
      <vt:lpstr>Module 14-1 Subnetting</vt:lpstr>
      <vt:lpstr>Objectives: </vt:lpstr>
      <vt:lpstr>Internet Architecture</vt:lpstr>
      <vt:lpstr>IP Address as a 32-Bit Binary Number</vt:lpstr>
      <vt:lpstr>Decimal Equivalents of 8-Bit Patterns</vt:lpstr>
      <vt:lpstr>Binary and Decimal Conversion</vt:lpstr>
      <vt:lpstr>IP Address Classes</vt:lpstr>
      <vt:lpstr>IP Address Classes</vt:lpstr>
      <vt:lpstr>IP Addresses as Decimal Numbers</vt:lpstr>
      <vt:lpstr>Hosts for Classes of  IP Addresses</vt:lpstr>
      <vt:lpstr>IPv4 Address Classes</vt:lpstr>
      <vt:lpstr>IP Addresses as Decimal Numbers</vt:lpstr>
      <vt:lpstr>Network IDs and Broadcast Addresses</vt:lpstr>
      <vt:lpstr>Private Addresses</vt:lpstr>
      <vt:lpstr>Reserved Address Space </vt:lpstr>
      <vt:lpstr>Basics of Subnetting </vt:lpstr>
      <vt:lpstr>Subnetworks</vt:lpstr>
      <vt:lpstr>Subnetworks</vt:lpstr>
      <vt:lpstr>Subnet Mask</vt:lpstr>
      <vt:lpstr>Subnet Mask</vt:lpstr>
      <vt:lpstr>Boolean Operations: AND, OR, and NOT</vt:lpstr>
      <vt:lpstr>Performing the AND Function</vt:lpstr>
      <vt:lpstr>Range of Bits Needed to Create Subnets</vt:lpstr>
      <vt:lpstr>Subnet Addresses</vt:lpstr>
      <vt:lpstr>Creating a Subnet </vt:lpstr>
      <vt:lpstr>Determining Subnet Mask Size</vt:lpstr>
      <vt:lpstr>Determining Subnet Mask Size</vt:lpstr>
      <vt:lpstr>Subnetting Example with AND Operation</vt:lpstr>
      <vt:lpstr>IP Configuration on a Network Diagram</vt:lpstr>
      <vt:lpstr>Subnet Example</vt:lpstr>
      <vt:lpstr>Subnet Example</vt:lpstr>
      <vt:lpstr>Subnet Example</vt:lpstr>
      <vt:lpstr>Subnet Example</vt:lpstr>
      <vt:lpstr>Host Subnet Schemes</vt:lpstr>
      <vt:lpstr>IP addressing crisis</vt:lpstr>
      <vt:lpstr>IPv4 Addressing</vt:lpstr>
      <vt:lpstr>Short Term Solutions: IPv4 Enhancements</vt:lpstr>
      <vt:lpstr>IPv4 versus IPv6</vt:lpstr>
      <vt:lpstr>Long Term Solution: IPv6 (coming)</vt:lpstr>
      <vt:lpstr>Module 14-2 VLSM</vt:lpstr>
      <vt:lpstr>PowerPoint Presentation</vt:lpstr>
      <vt:lpstr>Variable Length Subnet Masks  (VLSM)</vt:lpstr>
      <vt:lpstr>Subnets with no VLSM  applied</vt:lpstr>
      <vt:lpstr>Subnets with VLSM applied</vt:lpstr>
      <vt:lpstr>PowerPoint Presentation</vt:lpstr>
      <vt:lpstr>VSLM, Example 1</vt:lpstr>
      <vt:lpstr>PowerPoint Presentation</vt:lpstr>
      <vt:lpstr>VLSM, Example 2</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VLSM</dc:title>
  <dc:creator>pds</dc:creator>
  <cp:lastModifiedBy>Gde</cp:lastModifiedBy>
  <cp:revision>17</cp:revision>
  <dcterms:created xsi:type="dcterms:W3CDTF">2023-09-26T08:20:38Z</dcterms:created>
  <dcterms:modified xsi:type="dcterms:W3CDTF">2026-01-27T06:58:05Z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2019-05-24T00:00:00Z</vt:filetime>
  </property>
  <property fmtid="{D5CDD505-2E9C-101B-9397-08002B2CF9AE}" pid="3" name="Creator">
    <vt:lpwstr>Microsoft® Office PowerPoint® 2007</vt:lpwstr>
  </property>
  <property fmtid="{D5CDD505-2E9C-101B-9397-08002B2CF9AE}" pid="4" name="LastSaved">
    <vt:filetime>2023-09-26T00:00:00Z</vt:filetime>
  </property>
</Properties>
</file>