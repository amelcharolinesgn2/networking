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82" r:id="rId3"/>
    <p:sldId id="285" r:id="rId4"/>
    <p:sldId id="283" r:id="rId5"/>
    <p:sldId id="279" r:id="rId6"/>
    <p:sldId id="280" r:id="rId7"/>
    <p:sldId id="281" r:id="rId8"/>
    <p:sldId id="284" r:id="rId9"/>
    <p:sldId id="278" r:id="rId10"/>
    <p:sldId id="286" r:id="rId11"/>
    <p:sldId id="28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042" autoAdjust="0"/>
  </p:normalViewPr>
  <p:slideViewPr>
    <p:cSldViewPr snapToGrid="0">
      <p:cViewPr>
        <p:scale>
          <a:sx n="120" d="100"/>
          <a:sy n="120" d="100"/>
        </p:scale>
        <p:origin x="282" y="-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algn="l" rtl="0"/>
          <a:r>
            <a:rPr lang="en-US" b="1" dirty="0" err="1" smtClean="0"/>
            <a:t>Konfigurasi</a:t>
          </a:r>
          <a:r>
            <a:rPr lang="en-US" b="1" dirty="0" smtClean="0"/>
            <a:t> NAT on Ubuntu Server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l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err="1" smtClean="0"/>
            <a:t>Konfigurasi</a:t>
          </a:r>
          <a:r>
            <a:rPr lang="en-US" sz="4200" b="1" kern="1200" dirty="0" smtClean="0"/>
            <a:t> NAT on Ubuntu Server</a:t>
          </a:r>
          <a:endParaRPr lang="en-US" sz="4200" kern="1200" dirty="0"/>
        </a:p>
      </dsp:txBody>
      <dsp:txXfrm>
        <a:off x="457199" y="0"/>
        <a:ext cx="8255379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https://www.pintar-network.com/2018/05/konfigurasi-nat-router-mikrotik.html</a:t>
            </a:r>
          </a:p>
          <a:p>
            <a:endParaRPr lang="en-US" dirty="0" smtClean="0"/>
          </a:p>
          <a:p>
            <a:r>
              <a:rPr lang="en-US" dirty="0" smtClean="0"/>
              <a:t>https://gerakanopensource.wordpress.com/2016/01/03/konfigurasi-router-mikrotik-interface-ip-address-ip-route-ip-dns-ip-dhcp-server-ip-firewall-nat-ip-firewall-mangle-hotspot-server-radius-server-manajemen-bandwidth-queue-tree/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https://www.idn.id/network-address-translation-nat/#:~:text=Jadi%2C%20secara%20singkat%20NAT%20(Network,Menghemat%20IP%20public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4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167072" y="4456540"/>
            <a:ext cx="1211113" cy="516834"/>
            <a:chOff x="2583409" y="5680788"/>
            <a:chExt cx="1211113" cy="516834"/>
          </a:xfrm>
        </p:grpSpPr>
        <p:sp>
          <p:nvSpPr>
            <p:cNvPr id="4" name="Pie 3"/>
            <p:cNvSpPr/>
            <p:nvPr/>
          </p:nvSpPr>
          <p:spPr>
            <a:xfrm>
              <a:off x="2583409" y="5680788"/>
              <a:ext cx="755878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Pie 29"/>
            <p:cNvSpPr/>
            <p:nvPr/>
          </p:nvSpPr>
          <p:spPr>
            <a:xfrm rot="10800000">
              <a:off x="3088581" y="5680788"/>
              <a:ext cx="705941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3" name="Subtitle 2"/>
          <p:cNvSpPr txBox="1">
            <a:spLocks/>
          </p:cNvSpPr>
          <p:nvPr/>
        </p:nvSpPr>
        <p:spPr>
          <a:xfrm>
            <a:off x="2893786" y="3309896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1616587457"/>
              </p:ext>
            </p:extLst>
          </p:nvPr>
        </p:nvGraphicFramePr>
        <p:xfrm>
          <a:off x="2063477" y="3512270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7" y="349354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2" name="Rectangle 1"/>
          <p:cNvSpPr/>
          <p:nvPr/>
        </p:nvSpPr>
        <p:spPr>
          <a:xfrm>
            <a:off x="2456677" y="4471172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Lab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NAT (Network Address Translation)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internet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IP. </a:t>
            </a:r>
            <a:r>
              <a:rPr lang="en-US" dirty="0" err="1"/>
              <a:t>Konfigurasi</a:t>
            </a:r>
            <a:r>
              <a:rPr lang="en-US" dirty="0"/>
              <a:t> NAT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disini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yang </a:t>
            </a:r>
            <a:r>
              <a:rPr lang="en-US" dirty="0" err="1"/>
              <a:t>bernama</a:t>
            </a:r>
            <a:r>
              <a:rPr lang="en-US" dirty="0"/>
              <a:t> </a:t>
            </a:r>
            <a:r>
              <a:rPr lang="en-US" b="1" i="1" dirty="0" err="1"/>
              <a:t>iptables</a:t>
            </a:r>
            <a:r>
              <a:rPr lang="en-US" dirty="0"/>
              <a:t>.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menginstal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diharuskan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menginstal</a:t>
            </a:r>
            <a:r>
              <a:rPr lang="en-US" dirty="0"/>
              <a:t>. </a:t>
            </a:r>
            <a:r>
              <a:rPr lang="en-US" dirty="0" err="1"/>
              <a:t>Caranya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super user </a:t>
            </a:r>
            <a:r>
              <a:rPr lang="en-US" dirty="0" err="1"/>
              <a:t>atau</a:t>
            </a:r>
            <a:r>
              <a:rPr lang="en-US" dirty="0"/>
              <a:t> root</a:t>
            </a:r>
          </a:p>
        </p:txBody>
      </p:sp>
    </p:spTree>
    <p:extLst>
      <p:ext uri="{BB962C8B-B14F-4D97-AF65-F5344CB8AC3E}">
        <p14:creationId xmlns:p14="http://schemas.microsoft.com/office/powerpoint/2010/main" val="92444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NIC</a:t>
            </a:r>
            <a:endParaRPr lang="en-US" dirty="0"/>
          </a:p>
        </p:txBody>
      </p:sp>
      <p:pic>
        <p:nvPicPr>
          <p:cNvPr id="1026" name="Picture 2" descr="NIC Network Ethernet PCI-X Card 4 Port - Fresh Mango BVI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64681">
            <a:off x="568738" y="2230473"/>
            <a:ext cx="2219326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310605" y="57820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Xampp</a:t>
            </a:r>
            <a:r>
              <a:rPr lang="en-US" dirty="0" smtClean="0"/>
              <a:t>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34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root@ferdy-Ubuntu</a:t>
            </a:r>
            <a:r>
              <a:rPr lang="en-US" dirty="0" smtClean="0"/>
              <a:t>:~#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:~# apt install </a:t>
            </a:r>
            <a:r>
              <a:rPr lang="en-US" dirty="0" err="1" smtClean="0"/>
              <a:t>iptables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:~# vim 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sysctl.conf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3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Konfigurasi</a:t>
            </a:r>
            <a:r>
              <a:rPr lang="en-US" dirty="0"/>
              <a:t> IP Address, DNS Client </a:t>
            </a:r>
            <a:r>
              <a:rPr lang="en-US" dirty="0" err="1"/>
              <a:t>dan</a:t>
            </a:r>
            <a:r>
              <a:rPr lang="en-US" dirty="0"/>
              <a:t> NAT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1130" y="2289824"/>
            <a:ext cx="8165777" cy="344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7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309" y="261217"/>
            <a:ext cx="10515600" cy="63240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1. Setting </a:t>
            </a:r>
            <a:r>
              <a:rPr lang="en-US" sz="2400" dirty="0" err="1"/>
              <a:t>ip</a:t>
            </a:r>
            <a:r>
              <a:rPr lang="en-US" sz="2400" dirty="0"/>
              <a:t>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8905" y="893619"/>
            <a:ext cx="3477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/network/interfaces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309" y="1526021"/>
            <a:ext cx="4962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2. Default </a:t>
            </a:r>
            <a:r>
              <a:rPr lang="en-US" dirty="0" err="1"/>
              <a:t>konfigurasi</a:t>
            </a:r>
            <a:r>
              <a:rPr lang="en-US" dirty="0"/>
              <a:t> eth0 </a:t>
            </a:r>
            <a:r>
              <a:rPr lang="en-US" dirty="0" err="1"/>
              <a:t>menggunakan</a:t>
            </a:r>
            <a:r>
              <a:rPr lang="en-US" dirty="0"/>
              <a:t> IP DHCP :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905" y="18814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auto eth0</a:t>
            </a:r>
          </a:p>
          <a:p>
            <a:r>
              <a:rPr lang="en-US" dirty="0" err="1"/>
              <a:t>iface</a:t>
            </a:r>
            <a:r>
              <a:rPr lang="en-US" dirty="0"/>
              <a:t> eth0 </a:t>
            </a:r>
            <a:r>
              <a:rPr lang="en-US" dirty="0" err="1"/>
              <a:t>inet</a:t>
            </a:r>
            <a:r>
              <a:rPr lang="en-US" dirty="0"/>
              <a:t> </a:t>
            </a:r>
            <a:r>
              <a:rPr lang="en-US" dirty="0" err="1"/>
              <a:t>dhcp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56309" y="2698492"/>
            <a:ext cx="1702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3. Edit </a:t>
            </a:r>
            <a:r>
              <a:rPr lang="en-US" dirty="0" err="1"/>
              <a:t>menjadi</a:t>
            </a:r>
            <a:r>
              <a:rPr lang="en-US" dirty="0"/>
              <a:t> :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905" y="3140972"/>
            <a:ext cx="50984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auto eth0</a:t>
            </a:r>
          </a:p>
          <a:p>
            <a:r>
              <a:rPr lang="en-US" dirty="0" err="1"/>
              <a:t>iface</a:t>
            </a:r>
            <a:r>
              <a:rPr lang="en-US" dirty="0"/>
              <a:t> eth0 </a:t>
            </a:r>
            <a:r>
              <a:rPr lang="en-US" dirty="0" err="1"/>
              <a:t>inet</a:t>
            </a:r>
            <a:r>
              <a:rPr lang="en-US" dirty="0"/>
              <a:t> static</a:t>
            </a:r>
          </a:p>
          <a:p>
            <a:r>
              <a:rPr lang="en-US" dirty="0"/>
              <a:t>address 192.168.1.10</a:t>
            </a:r>
          </a:p>
          <a:p>
            <a:r>
              <a:rPr lang="en-US" dirty="0" err="1"/>
              <a:t>netmask</a:t>
            </a:r>
            <a:r>
              <a:rPr lang="en-US" dirty="0"/>
              <a:t> 255.255.255.0</a:t>
            </a:r>
          </a:p>
          <a:p>
            <a:r>
              <a:rPr lang="en-US" dirty="0"/>
              <a:t>gateway 192.168.1.1</a:t>
            </a:r>
          </a:p>
          <a:p>
            <a:r>
              <a:rPr lang="en-US" dirty="0" err="1"/>
              <a:t>dns-nameservers</a:t>
            </a:r>
            <a:r>
              <a:rPr lang="en-US" dirty="0"/>
              <a:t> 8.8.8.8 8.8.4.4 #Setting DNS Client Ubuntu 12.04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0909" y="30650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auto eth1</a:t>
            </a:r>
          </a:p>
          <a:p>
            <a:r>
              <a:rPr lang="en-US" dirty="0" err="1"/>
              <a:t>iface</a:t>
            </a:r>
            <a:r>
              <a:rPr lang="en-US" dirty="0"/>
              <a:t> eth1 </a:t>
            </a:r>
            <a:r>
              <a:rPr lang="en-US" dirty="0" err="1"/>
              <a:t>inet</a:t>
            </a:r>
            <a:r>
              <a:rPr lang="en-US" dirty="0"/>
              <a:t> static</a:t>
            </a:r>
          </a:p>
          <a:p>
            <a:r>
              <a:rPr lang="en-US" dirty="0"/>
              <a:t>address 10.10.10.1</a:t>
            </a:r>
          </a:p>
          <a:p>
            <a:r>
              <a:rPr lang="en-US" dirty="0" err="1"/>
              <a:t>netmask</a:t>
            </a:r>
            <a:r>
              <a:rPr lang="en-US" dirty="0"/>
              <a:t> 255.255.255.0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0909" y="147372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 smtClean="0"/>
              <a:t>4. </a:t>
            </a:r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/>
              <a:t>DNS Client Ubuntu 11.10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2505" y="2290790"/>
            <a:ext cx="26920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622505" y="2896811"/>
            <a:ext cx="1533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5.Tambahkan </a:t>
            </a:r>
            <a:r>
              <a:rPr lang="en-US" dirty="0"/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9673" y="325825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nameserver</a:t>
            </a:r>
            <a:r>
              <a:rPr lang="en-US" dirty="0"/>
              <a:t> 8.8.8.8</a:t>
            </a:r>
          </a:p>
          <a:p>
            <a:r>
              <a:rPr lang="en-US" dirty="0" err="1"/>
              <a:t>nameserver</a:t>
            </a:r>
            <a:r>
              <a:rPr lang="en-US" dirty="0"/>
              <a:t> 8.8.4.4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9487" y="4045953"/>
            <a:ext cx="2241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6. </a:t>
            </a:r>
            <a:r>
              <a:rPr lang="en-US" dirty="0" err="1" smtClean="0"/>
              <a:t>Aktfikan</a:t>
            </a:r>
            <a:r>
              <a:rPr lang="en-US" dirty="0" smtClean="0"/>
              <a:t> </a:t>
            </a:r>
            <a:r>
              <a:rPr lang="en-US" dirty="0"/>
              <a:t>IP Forward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78568" y="4448620"/>
            <a:ext cx="2650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sysctl.conf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9320" y="189407"/>
            <a:ext cx="2703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7. </a:t>
            </a:r>
            <a:r>
              <a:rPr lang="en-US" dirty="0" err="1" smtClean="0"/>
              <a:t>Hapus</a:t>
            </a:r>
            <a:r>
              <a:rPr lang="en-US" dirty="0" smtClean="0"/>
              <a:t> </a:t>
            </a:r>
            <a:r>
              <a:rPr lang="en-US" dirty="0"/>
              <a:t>#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kode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01298" y="558739"/>
            <a:ext cx="22712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net.ipv4.ip_forward=1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320" y="9742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8. Set </a:t>
            </a:r>
            <a:r>
              <a:rPr lang="en-US" dirty="0"/>
              <a:t>IP TABLE, agar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iptables</a:t>
            </a:r>
            <a:r>
              <a:rPr lang="en-US" dirty="0"/>
              <a:t> </a:t>
            </a:r>
            <a:r>
              <a:rPr lang="en-US" dirty="0" err="1"/>
              <a:t>dijalankan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booting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298" y="1666734"/>
            <a:ext cx="2519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$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rc.local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19805" y="2350716"/>
            <a:ext cx="332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9. </a:t>
            </a:r>
            <a:r>
              <a:rPr lang="en-US" dirty="0" err="1" smtClean="0"/>
              <a:t>Tambahkan</a:t>
            </a:r>
            <a:r>
              <a:rPr lang="en-US" dirty="0" smtClean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bari</a:t>
            </a:r>
            <a:r>
              <a:rPr lang="en-US" dirty="0"/>
              <a:t> exit 0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778" y="2720048"/>
            <a:ext cx="5670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iptables</a:t>
            </a:r>
            <a:r>
              <a:rPr lang="fr-FR" dirty="0"/>
              <a:t> –t </a:t>
            </a:r>
            <a:r>
              <a:rPr lang="fr-FR" dirty="0" err="1"/>
              <a:t>nat</a:t>
            </a:r>
            <a:r>
              <a:rPr lang="fr-FR" dirty="0"/>
              <a:t> –A POSTROUTING –o eth0 –j MASQUERADE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21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b="1" dirty="0" err="1"/>
              <a:t>Asumsi</a:t>
            </a:r>
            <a:r>
              <a:rPr lang="en-US" b="1" dirty="0"/>
              <a:t> </a:t>
            </a:r>
            <a:r>
              <a:rPr lang="en-US" b="1" dirty="0" err="1"/>
              <a:t>Topologi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endParaRPr lang="en-US" dirty="0"/>
          </a:p>
          <a:p>
            <a:r>
              <a:rPr lang="en-US" dirty="0"/>
              <a:t>IP Modem : 192.168.1.1</a:t>
            </a:r>
            <a:br>
              <a:rPr lang="en-US" dirty="0"/>
            </a:br>
            <a:r>
              <a:rPr lang="en-US" dirty="0"/>
              <a:t>IP ETH-0    : 192.168.1.2</a:t>
            </a:r>
            <a:br>
              <a:rPr lang="en-US" dirty="0"/>
            </a:br>
            <a:r>
              <a:rPr lang="en-US" dirty="0"/>
              <a:t>IP ETH-1    : 192.168.10.1/24</a:t>
            </a:r>
            <a:br>
              <a:rPr lang="en-US" dirty="0"/>
            </a:br>
            <a:r>
              <a:rPr lang="en-US" dirty="0"/>
              <a:t>IP Client    : 192.168.10.2 – 192.168.10.254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Ringkasan</a:t>
            </a:r>
            <a:r>
              <a:rPr lang="en-US" dirty="0"/>
              <a:t> Setting NAT Routing di Ubuntu Server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1. Edit File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sysctl.conf</a:t>
            </a:r>
            <a:r>
              <a:rPr lang="en-US" dirty="0"/>
              <a:t> ------------&gt; </a:t>
            </a:r>
            <a:r>
              <a:rPr lang="en-US" b="1" dirty="0" err="1"/>
              <a:t>nano</a:t>
            </a:r>
            <a:r>
              <a:rPr lang="en-US" b="1" dirty="0"/>
              <a:t>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sysctl.conf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     - </a:t>
            </a:r>
            <a:r>
              <a:rPr lang="en-US" dirty="0" err="1"/>
              <a:t>Cari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Aktifkan</a:t>
            </a:r>
            <a:r>
              <a:rPr lang="en-US" dirty="0"/>
              <a:t> </a:t>
            </a:r>
            <a:r>
              <a:rPr lang="en-US" b="1" dirty="0"/>
              <a:t>inet.ipv4.ip_forward=1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         </a:t>
            </a:r>
            <a:r>
              <a:rPr lang="en-US" dirty="0" err="1"/>
              <a:t>fungsi</a:t>
            </a:r>
            <a:r>
              <a:rPr lang="en-US" dirty="0"/>
              <a:t> script </a:t>
            </a:r>
            <a:r>
              <a:rPr lang="en-US" dirty="0" err="1"/>
              <a:t>diatas</a:t>
            </a:r>
            <a:r>
              <a:rPr lang="en-US" dirty="0"/>
              <a:t>  </a:t>
            </a:r>
            <a:r>
              <a:rPr lang="en-US" dirty="0" err="1"/>
              <a:t>mengaktifkan</a:t>
            </a:r>
            <a:r>
              <a:rPr lang="en-US" dirty="0"/>
              <a:t> </a:t>
            </a:r>
            <a:r>
              <a:rPr lang="en-US" dirty="0" err="1"/>
              <a:t>Paket-Paket</a:t>
            </a:r>
            <a:r>
              <a:rPr lang="en-US" dirty="0"/>
              <a:t> Forwarding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Aktifkan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#</a:t>
            </a:r>
            <a:r>
              <a:rPr lang="en-US" b="1" dirty="0"/>
              <a:t> </a:t>
            </a:r>
            <a:r>
              <a:rPr lang="en-US" b="1" dirty="0" err="1"/>
              <a:t>sysctl</a:t>
            </a:r>
            <a:r>
              <a:rPr lang="en-US" b="1" dirty="0"/>
              <a:t> -p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NAT Routing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     # </a:t>
            </a:r>
            <a:r>
              <a:rPr lang="en-US" b="1" dirty="0" err="1"/>
              <a:t>iptables</a:t>
            </a:r>
            <a:r>
              <a:rPr lang="en-US" b="1" dirty="0"/>
              <a:t> -t </a:t>
            </a:r>
            <a:r>
              <a:rPr lang="en-US" b="1" dirty="0" err="1"/>
              <a:t>nat</a:t>
            </a:r>
            <a:r>
              <a:rPr lang="en-US" b="1" dirty="0"/>
              <a:t> -A POSTROUTING -o eth0 -j MASQUERADE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Perintah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     # </a:t>
            </a:r>
            <a:r>
              <a:rPr lang="en-US" b="1" dirty="0" err="1"/>
              <a:t>iptables</a:t>
            </a:r>
            <a:r>
              <a:rPr lang="en-US" b="1" dirty="0"/>
              <a:t>-save &gt; /</a:t>
            </a:r>
            <a:r>
              <a:rPr lang="en-US" b="1" dirty="0" err="1"/>
              <a:t>etc</a:t>
            </a:r>
            <a:r>
              <a:rPr lang="en-US" b="1" dirty="0"/>
              <a:t>/network/</a:t>
            </a:r>
            <a:r>
              <a:rPr lang="en-US" b="1" dirty="0" err="1"/>
              <a:t>iptables.conf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5. Edit file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rc.local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       -  </a:t>
            </a:r>
            <a:r>
              <a:rPr lang="en-US" b="1" dirty="0" err="1"/>
              <a:t>nano</a:t>
            </a:r>
            <a:r>
              <a:rPr lang="en-US" b="1" dirty="0"/>
              <a:t>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rc.local</a:t>
            </a:r>
            <a:endParaRPr lang="en-US" dirty="0"/>
          </a:p>
          <a:p>
            <a:r>
              <a:rPr lang="en-US" b="1" dirty="0"/>
              <a:t>       -  </a:t>
            </a:r>
            <a:r>
              <a:rPr lang="en-US" b="1" dirty="0" err="1"/>
              <a:t>iptables</a:t>
            </a:r>
            <a:r>
              <a:rPr lang="en-US" b="1" dirty="0"/>
              <a:t>-restore &lt; /</a:t>
            </a:r>
            <a:r>
              <a:rPr lang="en-US" b="1" dirty="0" err="1"/>
              <a:t>etc</a:t>
            </a:r>
            <a:r>
              <a:rPr lang="en-US" b="1" dirty="0"/>
              <a:t>/network/</a:t>
            </a:r>
            <a:r>
              <a:rPr lang="en-US" b="1" dirty="0" err="1"/>
              <a:t>iptables.conf</a:t>
            </a:r>
            <a:endParaRPr lang="en-US" dirty="0"/>
          </a:p>
          <a:p>
            <a:r>
              <a:rPr lang="en-US" dirty="0"/>
              <a:t>          exit 0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       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merestore</a:t>
            </a:r>
            <a:r>
              <a:rPr lang="en-US" dirty="0"/>
              <a:t> NAT </a:t>
            </a:r>
            <a:r>
              <a:rPr lang="en-US" dirty="0" err="1"/>
              <a:t>setiap</a:t>
            </a:r>
            <a:r>
              <a:rPr lang="en-US" dirty="0"/>
              <a:t> kali </a:t>
            </a:r>
            <a:r>
              <a:rPr lang="en-US" dirty="0" err="1"/>
              <a:t>komputer</a:t>
            </a:r>
            <a:r>
              <a:rPr lang="en-US" dirty="0"/>
              <a:t> restart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6. Setting IP Client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Mengarahkan</a:t>
            </a:r>
            <a:r>
              <a:rPr lang="en-US" dirty="0"/>
              <a:t> Gateway </a:t>
            </a:r>
            <a:r>
              <a:rPr lang="en-US" dirty="0" err="1"/>
              <a:t>ke</a:t>
            </a:r>
            <a:r>
              <a:rPr lang="en-US" dirty="0"/>
              <a:t> eth-1 Server 192.168.10.1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7. </a:t>
            </a:r>
            <a:r>
              <a:rPr lang="en-US" dirty="0" err="1"/>
              <a:t>Ujicoba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Browsing di Client.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4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0007" y="418007"/>
            <a:ext cx="56443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/>
              <a:t>Konfigurasi NAT di Ubuntu Server (VMware</a:t>
            </a:r>
            <a:r>
              <a:rPr lang="it-IT" sz="2400" dirty="0" smtClean="0"/>
              <a:t>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80007" y="879672"/>
            <a:ext cx="497363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Konfigurasi</a:t>
            </a:r>
            <a:r>
              <a:rPr lang="en-US" dirty="0"/>
              <a:t> NAT </a:t>
            </a:r>
            <a:r>
              <a:rPr lang="en-US" dirty="0" err="1"/>
              <a:t>pada</a:t>
            </a:r>
            <a:r>
              <a:rPr lang="en-US" dirty="0"/>
              <a:t> Ubuntu Server di VMware </a:t>
            </a:r>
            <a:r>
              <a:rPr lang="en-US" dirty="0" err="1"/>
              <a:t>melibatkan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network adapter (NAT </a:t>
            </a:r>
            <a:r>
              <a:rPr lang="en-US" dirty="0" err="1"/>
              <a:t>untuk</a:t>
            </a:r>
            <a:r>
              <a:rPr lang="en-US" dirty="0"/>
              <a:t> internet, Host-Only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klien</a:t>
            </a:r>
            <a:r>
              <a:rPr lang="en-US" dirty="0"/>
              <a:t>), </a:t>
            </a:r>
            <a:r>
              <a:rPr lang="en-US" dirty="0" err="1"/>
              <a:t>mengaktifkan</a:t>
            </a:r>
            <a:r>
              <a:rPr lang="en-US" dirty="0"/>
              <a:t> IP forwarding,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mengonfigurasi</a:t>
            </a:r>
            <a:r>
              <a:rPr lang="en-US" dirty="0"/>
              <a:t> </a:t>
            </a:r>
            <a:r>
              <a:rPr lang="en-US" dirty="0" err="1"/>
              <a:t>iptables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masquerading.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VM </a:t>
            </a:r>
            <a:r>
              <a:rPr lang="en-US" dirty="0" err="1"/>
              <a:t>klien</a:t>
            </a:r>
            <a:r>
              <a:rPr lang="en-US" dirty="0"/>
              <a:t> di </a:t>
            </a:r>
            <a:r>
              <a:rPr lang="en-US" dirty="0" err="1"/>
              <a:t>jaringan</a:t>
            </a:r>
            <a:r>
              <a:rPr lang="en-US" dirty="0"/>
              <a:t> internal </a:t>
            </a:r>
            <a:r>
              <a:rPr lang="en-US" dirty="0" err="1"/>
              <a:t>mengakses</a:t>
            </a:r>
            <a:r>
              <a:rPr lang="en-US" dirty="0"/>
              <a:t> internet </a:t>
            </a:r>
            <a:r>
              <a:rPr lang="en-US" dirty="0" err="1"/>
              <a:t>melalui</a:t>
            </a:r>
            <a:r>
              <a:rPr lang="en-US" dirty="0"/>
              <a:t> Ubuntu Server yang </a:t>
            </a:r>
            <a:r>
              <a:rPr lang="en-US" dirty="0" err="1"/>
              <a:t>bertindak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router/gateway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/>
              <a:t>Tujuan</a:t>
            </a:r>
            <a:r>
              <a:rPr lang="en-US" dirty="0"/>
              <a:t> NAT: </a:t>
            </a:r>
            <a:r>
              <a:rPr lang="en-US" dirty="0" err="1"/>
              <a:t>Menghemat</a:t>
            </a:r>
            <a:r>
              <a:rPr lang="en-US" dirty="0"/>
              <a:t> IP </a:t>
            </a:r>
            <a:r>
              <a:rPr lang="en-US" dirty="0" err="1"/>
              <a:t>publik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privat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internet ID-Networkers (IDN.ID).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Prinsip</a:t>
            </a:r>
            <a:r>
              <a:rPr lang="en-US" dirty="0" smtClean="0"/>
              <a:t> </a:t>
            </a:r>
            <a:r>
              <a:rPr lang="en-US" dirty="0" err="1"/>
              <a:t>Kerja</a:t>
            </a:r>
            <a:r>
              <a:rPr lang="en-US" dirty="0"/>
              <a:t>: </a:t>
            </a:r>
            <a:r>
              <a:rPr lang="en-US" dirty="0" err="1"/>
              <a:t>Mengubah</a:t>
            </a:r>
            <a:r>
              <a:rPr lang="en-US" dirty="0"/>
              <a:t> IP </a:t>
            </a:r>
            <a:r>
              <a:rPr lang="en-US" dirty="0" err="1"/>
              <a:t>privat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IP </a:t>
            </a:r>
            <a:r>
              <a:rPr lang="en-US" dirty="0" err="1"/>
              <a:t>publik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yang </a:t>
            </a:r>
            <a:r>
              <a:rPr lang="en-US" dirty="0" err="1"/>
              <a:t>keluar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469774" y="630736"/>
            <a:ext cx="65173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 err="1"/>
              <a:t>Konfigurasi</a:t>
            </a:r>
            <a:r>
              <a:rPr lang="en-US" dirty="0"/>
              <a:t> NAT di Ubuntu Server: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/>
              <a:t>Pengaturan</a:t>
            </a:r>
            <a:r>
              <a:rPr lang="en-US" dirty="0"/>
              <a:t> VMware: </a:t>
            </a: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Network Adapter: Adapter 1 (NAT -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internet) </a:t>
            </a:r>
            <a:r>
              <a:rPr lang="en-US" dirty="0" err="1"/>
              <a:t>dan</a:t>
            </a:r>
            <a:r>
              <a:rPr lang="en-US" dirty="0"/>
              <a:t> Adapter 2 (Host-Only/LAN Segment -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klien</a:t>
            </a:r>
            <a:r>
              <a:rPr lang="en-US" dirty="0"/>
              <a:t>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/>
              <a:t>Konfigurasi</a:t>
            </a:r>
            <a:r>
              <a:rPr lang="en-US" dirty="0"/>
              <a:t> IP Address: </a:t>
            </a:r>
            <a:r>
              <a:rPr lang="en-US" dirty="0" err="1"/>
              <a:t>Atur</a:t>
            </a:r>
            <a:r>
              <a:rPr lang="en-US" dirty="0"/>
              <a:t> IP </a:t>
            </a:r>
            <a:r>
              <a:rPr lang="en-US" dirty="0" err="1"/>
              <a:t>statis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antarmuka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internal (</a:t>
            </a:r>
            <a:r>
              <a:rPr lang="en-US" dirty="0" err="1"/>
              <a:t>contoh</a:t>
            </a:r>
            <a:r>
              <a:rPr lang="en-US" dirty="0"/>
              <a:t>: eth1 </a:t>
            </a:r>
            <a:r>
              <a:rPr lang="en-US" dirty="0" err="1"/>
              <a:t>atau</a:t>
            </a:r>
            <a:r>
              <a:rPr lang="en-US" dirty="0"/>
              <a:t> ens37) </a:t>
            </a:r>
            <a:r>
              <a:rPr lang="en-US" dirty="0" err="1"/>
              <a:t>melalui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netplan</a:t>
            </a:r>
            <a:r>
              <a:rPr lang="en-US" dirty="0"/>
              <a:t>/.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/>
              <a:t>Aktifkan</a:t>
            </a:r>
            <a:r>
              <a:rPr lang="en-US" dirty="0"/>
              <a:t> IP Forwarding: Edit file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sysctl.conf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ubah</a:t>
            </a:r>
            <a:r>
              <a:rPr lang="en-US" dirty="0"/>
              <a:t> #net.ipv4.ip_forward=1 </a:t>
            </a:r>
            <a:r>
              <a:rPr lang="en-US" dirty="0" err="1"/>
              <a:t>menjadi</a:t>
            </a:r>
            <a:r>
              <a:rPr lang="en-US" dirty="0"/>
              <a:t> net.ipv4.ip_forward=1. </a:t>
            </a:r>
            <a:r>
              <a:rPr lang="en-US" dirty="0" err="1"/>
              <a:t>Terapkan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sysctl</a:t>
            </a:r>
            <a:r>
              <a:rPr lang="en-US" dirty="0"/>
              <a:t> -p.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/>
              <a:t>NAT (</a:t>
            </a:r>
            <a:r>
              <a:rPr lang="en-US" dirty="0" err="1"/>
              <a:t>iptables</a:t>
            </a:r>
            <a:r>
              <a:rPr lang="en-US" dirty="0"/>
              <a:t>): </a:t>
            </a:r>
            <a:r>
              <a:rPr lang="en-US" dirty="0" err="1"/>
              <a:t>Jalankan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iptables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NAT:</a:t>
            </a:r>
          </a:p>
          <a:p>
            <a:pPr algn="just"/>
            <a:r>
              <a:rPr lang="en-US" dirty="0" smtClean="0"/>
              <a:t>       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/>
              <a:t>iptables</a:t>
            </a:r>
            <a:r>
              <a:rPr lang="en-US" dirty="0"/>
              <a:t> -t </a:t>
            </a:r>
            <a:r>
              <a:rPr lang="en-US" dirty="0" err="1"/>
              <a:t>nat</a:t>
            </a:r>
            <a:r>
              <a:rPr lang="en-US" dirty="0"/>
              <a:t> -A POSTROUTING -o eth0 -j MASQUERADE</a:t>
            </a:r>
          </a:p>
          <a:p>
            <a:pPr algn="just"/>
            <a:r>
              <a:rPr lang="en-US" dirty="0" smtClean="0"/>
              <a:t>       (</a:t>
            </a:r>
            <a:r>
              <a:rPr lang="en-US" dirty="0" err="1"/>
              <a:t>Asumsi</a:t>
            </a:r>
            <a:r>
              <a:rPr lang="en-US" dirty="0"/>
              <a:t> eth0 </a:t>
            </a:r>
            <a:r>
              <a:rPr lang="en-US" dirty="0" err="1"/>
              <a:t>adalah</a:t>
            </a:r>
            <a:r>
              <a:rPr lang="en-US" dirty="0"/>
              <a:t> adapter internet/NAT).</a:t>
            </a:r>
          </a:p>
          <a:p>
            <a:pPr marL="342900" indent="-342900" algn="just">
              <a:buFont typeface="+mj-lt"/>
              <a:buAutoNum type="arabicPeriod" startAt="5"/>
            </a:pP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: </a:t>
            </a:r>
            <a:r>
              <a:rPr lang="en-US" dirty="0" err="1"/>
              <a:t>Instal</a:t>
            </a:r>
            <a:r>
              <a:rPr lang="en-US" dirty="0"/>
              <a:t> </a:t>
            </a:r>
            <a:r>
              <a:rPr lang="en-US" dirty="0" err="1"/>
              <a:t>iptables</a:t>
            </a:r>
            <a:r>
              <a:rPr lang="en-US" dirty="0"/>
              <a:t>-persistent agar </a:t>
            </a:r>
            <a:r>
              <a:rPr lang="en-US" dirty="0" err="1"/>
              <a:t>aturan</a:t>
            </a:r>
            <a:r>
              <a:rPr lang="en-US" dirty="0"/>
              <a:t> NAT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reboot:</a:t>
            </a:r>
          </a:p>
          <a:p>
            <a:pPr algn="just"/>
            <a:r>
              <a:rPr lang="en-US" dirty="0" smtClean="0"/>
              <a:t>	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/>
              <a:t>apt-get install </a:t>
            </a:r>
            <a:r>
              <a:rPr lang="en-US" dirty="0" err="1"/>
              <a:t>iptables</a:t>
            </a:r>
            <a:r>
              <a:rPr lang="en-US" dirty="0"/>
              <a:t>-persistent</a:t>
            </a:r>
          </a:p>
          <a:p>
            <a:pPr algn="just"/>
            <a:r>
              <a:rPr lang="en-US" dirty="0" smtClean="0"/>
              <a:t>	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/>
              <a:t>netfilter</a:t>
            </a:r>
            <a:r>
              <a:rPr lang="en-US" dirty="0"/>
              <a:t>-persistent </a:t>
            </a:r>
            <a:r>
              <a:rPr lang="en-US" dirty="0" smtClean="0"/>
              <a:t>save</a:t>
            </a:r>
          </a:p>
          <a:p>
            <a:pPr marL="342900" indent="-342900" algn="just">
              <a:buFont typeface="+mj-lt"/>
              <a:buAutoNum type="arabicPeriod" startAt="6"/>
            </a:pPr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 err="1"/>
              <a:t>Klien</a:t>
            </a:r>
            <a:r>
              <a:rPr lang="en-US" dirty="0"/>
              <a:t>: </a:t>
            </a:r>
            <a:r>
              <a:rPr lang="en-US" dirty="0" err="1"/>
              <a:t>Atur</a:t>
            </a:r>
            <a:r>
              <a:rPr lang="en-US" dirty="0"/>
              <a:t> IP </a:t>
            </a:r>
            <a:r>
              <a:rPr lang="en-US" dirty="0" err="1"/>
              <a:t>klien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subnet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eth1 Ubuntu Server </a:t>
            </a:r>
            <a:r>
              <a:rPr lang="en-US" dirty="0" err="1"/>
              <a:t>dan</a:t>
            </a:r>
            <a:r>
              <a:rPr lang="en-US" dirty="0"/>
              <a:t> set Gateway </a:t>
            </a:r>
            <a:r>
              <a:rPr lang="en-US" dirty="0" err="1"/>
              <a:t>ke</a:t>
            </a:r>
            <a:r>
              <a:rPr lang="en-US" dirty="0"/>
              <a:t> IP eth1 Ubuntu Server. </a:t>
            </a:r>
          </a:p>
        </p:txBody>
      </p:sp>
    </p:spTree>
    <p:extLst>
      <p:ext uri="{BB962C8B-B14F-4D97-AF65-F5344CB8AC3E}">
        <p14:creationId xmlns:p14="http://schemas.microsoft.com/office/powerpoint/2010/main" val="121797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27" y="279428"/>
            <a:ext cx="9553575" cy="2009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9157" y="1691587"/>
            <a:ext cx="105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vias.com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458" y="2806412"/>
            <a:ext cx="3028950" cy="207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4113" y="3007347"/>
            <a:ext cx="7008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smtClean="0">
                <a:solidFill>
                  <a:schemeClr val="bg1">
                    <a:lumMod val="85000"/>
                  </a:schemeClr>
                </a:solidFill>
              </a:rPr>
              <a:t>192.168.68.10</a:t>
            </a:r>
            <a:endParaRPr lang="en-US" sz="7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7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34874</TotalTime>
  <Words>515</Words>
  <Application>Microsoft Office PowerPoint</Application>
  <PresentationFormat>Widescreen</PresentationFormat>
  <Paragraphs>119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Edwardian Script ITC</vt:lpstr>
      <vt:lpstr>Times New Roman</vt:lpstr>
      <vt:lpstr>Office Theme</vt:lpstr>
      <vt:lpstr>PowerPoint Presentation</vt:lpstr>
      <vt:lpstr>NAT</vt:lpstr>
      <vt:lpstr>NIC</vt:lpstr>
      <vt:lpstr>root@ferdy-Ubuntu:~#</vt:lpstr>
      <vt:lpstr>Konfigurasi IP Address, DNS Client dan NAT</vt:lpstr>
      <vt:lpstr>1. Setting ip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111</cp:revision>
  <dcterms:created xsi:type="dcterms:W3CDTF">2024-10-22T07:52:57Z</dcterms:created>
  <dcterms:modified xsi:type="dcterms:W3CDTF">2026-03-31T02:14:38Z</dcterms:modified>
</cp:coreProperties>
</file>