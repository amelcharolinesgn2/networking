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64" r:id="rId2"/>
    <p:sldId id="282" r:id="rId3"/>
    <p:sldId id="285" r:id="rId4"/>
    <p:sldId id="283" r:id="rId5"/>
    <p:sldId id="279" r:id="rId6"/>
    <p:sldId id="280" r:id="rId7"/>
    <p:sldId id="281" r:id="rId8"/>
    <p:sldId id="284" r:id="rId9"/>
    <p:sldId id="278" r:id="rId10"/>
    <p:sldId id="286" r:id="rId11"/>
    <p:sldId id="28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2111" autoAdjust="0"/>
  </p:normalViewPr>
  <p:slideViewPr>
    <p:cSldViewPr snapToGrid="0">
      <p:cViewPr>
        <p:scale>
          <a:sx n="120" d="100"/>
          <a:sy n="120" d="100"/>
        </p:scale>
        <p:origin x="288" y="-3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75E80C-3B53-450A-868F-CD36AA0AB034}" type="doc">
      <dgm:prSet loTypeId="urn:microsoft.com/office/officeart/2005/8/layout/target3" loCatId="relationship" qsTypeId="urn:microsoft.com/office/officeart/2005/8/quickstyle/3d1" qsCatId="3D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D8FDBA16-E463-462A-B396-7080D4852B10}">
      <dgm:prSet/>
      <dgm:spPr/>
      <dgm:t>
        <a:bodyPr/>
        <a:lstStyle/>
        <a:p>
          <a:pPr algn="l" rtl="0"/>
          <a:r>
            <a:rPr lang="en-US" b="1" dirty="0" err="1" smtClean="0"/>
            <a:t>Konfigurasi</a:t>
          </a:r>
          <a:r>
            <a:rPr lang="en-US" b="1" dirty="0" smtClean="0"/>
            <a:t> NAT on Ubuntu Server</a:t>
          </a:r>
          <a:endParaRPr lang="en-US" dirty="0"/>
        </a:p>
      </dgm:t>
    </dgm:pt>
    <dgm:pt modelId="{CB0A1544-BCC3-498B-A1CB-3A83F46C4FEA}" type="parTrans" cxnId="{D2CA0264-F12F-4F95-A54F-23E59145D055}">
      <dgm:prSet/>
      <dgm:spPr/>
      <dgm:t>
        <a:bodyPr/>
        <a:lstStyle/>
        <a:p>
          <a:endParaRPr lang="en-US"/>
        </a:p>
      </dgm:t>
    </dgm:pt>
    <dgm:pt modelId="{ECAAE9D0-60C2-4B06-AAA6-E3E3F3BC91BD}" type="sibTrans" cxnId="{D2CA0264-F12F-4F95-A54F-23E59145D055}">
      <dgm:prSet/>
      <dgm:spPr/>
      <dgm:t>
        <a:bodyPr/>
        <a:lstStyle/>
        <a:p>
          <a:endParaRPr lang="en-US"/>
        </a:p>
      </dgm:t>
    </dgm:pt>
    <dgm:pt modelId="{30CCE222-7FD2-4854-87A2-4A9A310BBB7A}" type="pres">
      <dgm:prSet presAssocID="{2275E80C-3B53-450A-868F-CD36AA0AB034}" presName="Name0" presStyleCnt="0">
        <dgm:presLayoutVars>
          <dgm:chMax val="7"/>
          <dgm:dir/>
          <dgm:animLvl val="lvl"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2C47B31C-951C-425E-A4D2-593F9963D3E6}" type="pres">
      <dgm:prSet presAssocID="{D8FDBA16-E463-462A-B396-7080D4852B10}" presName="circle1" presStyleLbl="node1" presStyleIdx="0" presStyleCnt="1"/>
      <dgm:spPr/>
      <dgm:t>
        <a:bodyPr/>
        <a:lstStyle/>
        <a:p>
          <a:endParaRPr lang="en-US"/>
        </a:p>
      </dgm:t>
    </dgm:pt>
    <dgm:pt modelId="{3ED554F4-7685-4CC8-8DB5-90AC62C5D699}" type="pres">
      <dgm:prSet presAssocID="{D8FDBA16-E463-462A-B396-7080D4852B10}" presName="space" presStyleCnt="0"/>
      <dgm:spPr/>
      <dgm:t>
        <a:bodyPr/>
        <a:lstStyle/>
        <a:p>
          <a:endParaRPr lang="en-US"/>
        </a:p>
      </dgm:t>
    </dgm:pt>
    <dgm:pt modelId="{10DAA3CF-D6D9-4A12-B5E8-9D3BDC3303B6}" type="pres">
      <dgm:prSet presAssocID="{D8FDBA16-E463-462A-B396-7080D4852B10}" presName="rect1" presStyleLbl="alignAcc1" presStyleIdx="0" presStyleCnt="1"/>
      <dgm:spPr/>
      <dgm:t>
        <a:bodyPr/>
        <a:lstStyle/>
        <a:p>
          <a:endParaRPr lang="en-US"/>
        </a:p>
      </dgm:t>
    </dgm:pt>
    <dgm:pt modelId="{AF10313C-3C27-4E63-B292-64E86E0D7026}" type="pres">
      <dgm:prSet presAssocID="{D8FDBA16-E463-462A-B396-7080D4852B10}" presName="rect1ParTxNoCh" presStyleLbl="alignAcc1" presStyleIdx="0" presStyleCnt="1">
        <dgm:presLayoutVars>
          <dgm:chMax val="1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3A0822C4-AD35-4CD4-8371-1FDD78E220F6}" type="presOf" srcId="{2275E80C-3B53-450A-868F-CD36AA0AB034}" destId="{30CCE222-7FD2-4854-87A2-4A9A310BBB7A}" srcOrd="0" destOrd="0" presId="urn:microsoft.com/office/officeart/2005/8/layout/target3"/>
    <dgm:cxn modelId="{D2CA0264-F12F-4F95-A54F-23E59145D055}" srcId="{2275E80C-3B53-450A-868F-CD36AA0AB034}" destId="{D8FDBA16-E463-462A-B396-7080D4852B10}" srcOrd="0" destOrd="0" parTransId="{CB0A1544-BCC3-498B-A1CB-3A83F46C4FEA}" sibTransId="{ECAAE9D0-60C2-4B06-AAA6-E3E3F3BC91BD}"/>
    <dgm:cxn modelId="{D1D1E284-33B1-4B28-ADF3-E3233F134477}" type="presOf" srcId="{D8FDBA16-E463-462A-B396-7080D4852B10}" destId="{10DAA3CF-D6D9-4A12-B5E8-9D3BDC3303B6}" srcOrd="0" destOrd="0" presId="urn:microsoft.com/office/officeart/2005/8/layout/target3"/>
    <dgm:cxn modelId="{BAA7B625-929A-4239-9D2C-391664917524}" type="presOf" srcId="{D8FDBA16-E463-462A-B396-7080D4852B10}" destId="{AF10313C-3C27-4E63-B292-64E86E0D7026}" srcOrd="1" destOrd="0" presId="urn:microsoft.com/office/officeart/2005/8/layout/target3"/>
    <dgm:cxn modelId="{9849BA3A-F583-41D5-AB22-508EA3420B96}" type="presParOf" srcId="{30CCE222-7FD2-4854-87A2-4A9A310BBB7A}" destId="{2C47B31C-951C-425E-A4D2-593F9963D3E6}" srcOrd="0" destOrd="0" presId="urn:microsoft.com/office/officeart/2005/8/layout/target3"/>
    <dgm:cxn modelId="{B9C41106-E541-4783-9592-0321A5277098}" type="presParOf" srcId="{30CCE222-7FD2-4854-87A2-4A9A310BBB7A}" destId="{3ED554F4-7685-4CC8-8DB5-90AC62C5D699}" srcOrd="1" destOrd="0" presId="urn:microsoft.com/office/officeart/2005/8/layout/target3"/>
    <dgm:cxn modelId="{947D0443-88B7-433F-AB8D-FC4B10D6F79A}" type="presParOf" srcId="{30CCE222-7FD2-4854-87A2-4A9A310BBB7A}" destId="{10DAA3CF-D6D9-4A12-B5E8-9D3BDC3303B6}" srcOrd="2" destOrd="0" presId="urn:microsoft.com/office/officeart/2005/8/layout/target3"/>
    <dgm:cxn modelId="{E6BFF8DE-8F07-4B46-8A10-D72F23999A50}" type="presParOf" srcId="{30CCE222-7FD2-4854-87A2-4A9A310BBB7A}" destId="{AF10313C-3C27-4E63-B292-64E86E0D7026}" srcOrd="3" destOrd="0" presId="urn:microsoft.com/office/officeart/2005/8/layout/target3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C47B31C-951C-425E-A4D2-593F9963D3E6}">
      <dsp:nvSpPr>
        <dsp:cNvPr id="0" name=""/>
        <dsp:cNvSpPr/>
      </dsp:nvSpPr>
      <dsp:spPr>
        <a:xfrm>
          <a:off x="0" y="0"/>
          <a:ext cx="914399" cy="914399"/>
        </a:xfrm>
        <a:prstGeom prst="pie">
          <a:avLst>
            <a:gd name="adj1" fmla="val 5400000"/>
            <a:gd name="adj2" fmla="val 1620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0DAA3CF-D6D9-4A12-B5E8-9D3BDC3303B6}">
      <dsp:nvSpPr>
        <dsp:cNvPr id="0" name=""/>
        <dsp:cNvSpPr/>
      </dsp:nvSpPr>
      <dsp:spPr>
        <a:xfrm>
          <a:off x="457199" y="0"/>
          <a:ext cx="8255379" cy="9143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lvl="0" algn="l" defTabSz="18669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200" b="1" kern="1200" dirty="0" err="1" smtClean="0"/>
            <a:t>Konfigurasi</a:t>
          </a:r>
          <a:r>
            <a:rPr lang="en-US" sz="4200" b="1" kern="1200" dirty="0" smtClean="0"/>
            <a:t> NAT on Ubuntu Server</a:t>
          </a:r>
          <a:endParaRPr lang="en-US" sz="4200" kern="1200" dirty="0"/>
        </a:p>
      </dsp:txBody>
      <dsp:txXfrm>
        <a:off x="457199" y="0"/>
        <a:ext cx="8255379" cy="91439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target3">
  <dgm:title val=""/>
  <dgm:desc val=""/>
  <dgm:catLst>
    <dgm:cat type="relationship" pri="11000"/>
    <dgm:cat type="list" pri="22000"/>
    <dgm:cat type="convert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2"/>
        <dgm:pt modelId="21"/>
        <dgm:pt modelId="22"/>
        <dgm:pt modelId="3"/>
        <dgm:pt modelId="31"/>
        <dgm:pt modelId="32"/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clrData>
  <dgm:layoutNode name="Name0">
    <dgm:varLst>
      <dgm:chMax val="7"/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hoose name="Name3">
          <dgm:if name="Name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1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l" for="ch" forName="circle1"/>
              <dgm:constr type="ctrY" for="ch" forName="circle1" refType="h" fact="0.5"/>
              <dgm:constr type="l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l" for="ch" forName="rect1" refType="r" refFor="ch" refForName="space"/>
              <dgm:constr type="r" for="ch" forName="rect1" refType="w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l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l" for="ch" forName="rect2" refType="r" refFor="ch" refForName="space"/>
              <dgm:constr type="r" for="ch" forName="rect2" refType="w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l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l" for="ch" forName="rect3" refType="r" refFor="ch" refForName="space"/>
              <dgm:constr type="r" for="ch" forName="rect3" refType="w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l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l" for="ch" forName="rect4" refType="r" refFor="ch" refForName="space"/>
              <dgm:constr type="r" for="ch" forName="rect4" refType="w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l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l" for="ch" forName="rect5" refType="r" refFor="ch" refForName="space"/>
              <dgm:constr type="r" for="ch" forName="rect5" refType="w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l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l" for="ch" forName="rect6" refType="r" refFor="ch" refForName="space"/>
              <dgm:constr type="r" for="ch" forName="rect6" refType="w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l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l" for="ch" forName="rect7" refType="r" refFor="ch" refForName="space"/>
              <dgm:constr type="r" for="ch" forName="rect7" refType="w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l" for="ch" forName="rect7ParTx" refType="r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l" for="ch" forName="rect7ChTx" refType="r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l" for="ch" forName="rect7ParTxNoCh" refType="r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l" for="ch" forName="rect1ParTx" refType="r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l" for="ch" forName="rect1ChTx" refType="r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l" for="ch" forName="rect1ParTxNoCh" refType="r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l" for="ch" forName="rect2ParTx" refType="r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l" for="ch" forName="rect2ChTx" refType="r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l" for="ch" forName="rect2ParTxNoCh" refType="r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l" for="ch" forName="rect3ParTx" refType="r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l" for="ch" forName="rect3ChTx" refType="r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l" for="ch" forName="rect3ParTxNoCh" refType="r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l" for="ch" forName="rect4ParTx" refType="r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l" for="ch" forName="rect4ChTx" refType="r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l" for="ch" forName="rect4ParTxNoCh" refType="r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l" for="ch" forName="rect5ParTx" refType="r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l" for="ch" forName="rect5ChTx" refType="r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l" for="ch" forName="rect5ParTxNoCh" refType="r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l" for="ch" forName="rect6ParTx" refType="r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l" for="ch" forName="rect6ChTx" refType="r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l" for="ch" forName="rect6ParTxNoCh" refType="r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11">
            <dgm:constrLst/>
          </dgm:else>
        </dgm:choose>
      </dgm:if>
      <dgm:else name="Name12">
        <dgm:choose name="Name13">
          <dgm:if name="Name14" axis="ch" ptType="node" func="cnt" op="equ" val="1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b" refFor="ch" refForName="rect1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b" refFor="ch" refForName="rect1"/>
              <dgm:constr type="primFontSz" for="ch" op="equ" val="65"/>
              <dgm:constr type="secFontSz" for="ch" op="equ" val="65"/>
            </dgm:constrLst>
          </dgm:if>
          <dgm:if name="Name15" axis="ch" ptType="node" func="cnt" op="equ" val="2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5"/>
              <dgm:constr type="hOff" for="ch" forName="circle2" refType="h" refFor="ch" refForName="vertSpace2" fact="-0.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b" refFor="ch" refForName="rect2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b" refFor="ch" refForName="rect2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primFontSz" for="ch" op="equ" val="65"/>
              <dgm:constr type="secFontSz" for="ch" op="equ" val="65"/>
            </dgm:constrLst>
          </dgm:if>
          <dgm:if name="Name16" axis="ch" ptType="node" func="cnt" op="equ" val="3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66667"/>
              <dgm:constr type="hOff" for="ch" forName="circle2" refType="h" refFor="ch" refForName="vertSpace2" fact="-0.33333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33333"/>
              <dgm:constr type="hOff" for="ch" forName="circle3" refType="h" refFor="ch" refForName="vertSpace2" fact="-0.66667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b" refFor="ch" refForName="rect3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b" refFor="ch" refForName="rect3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primFontSz" for="ch" op="equ" val="65"/>
              <dgm:constr type="secFontSz" for="ch" op="equ" val="65"/>
            </dgm:constrLst>
          </dgm:if>
          <dgm:if name="Name17" axis="ch" ptType="node" func="cnt" op="equ" val="4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75"/>
              <dgm:constr type="hOff" for="ch" forName="circle2" refType="h" refFor="ch" refForName="vertSpace2" fact="-0.25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5"/>
              <dgm:constr type="hOff" for="ch" forName="circle3" refType="h" refFor="ch" refForName="vertSpace2" fact="-0.5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25"/>
              <dgm:constr type="hOff" for="ch" forName="circle4" refType="h" refFor="ch" refForName="vertSpace2" fact="-0.7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b" refFor="ch" refForName="rect4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b" refFor="ch" refForName="rect4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primFontSz" for="ch" op="equ" val="65"/>
              <dgm:constr type="secFontSz" for="ch" op="equ" val="65"/>
            </dgm:constrLst>
          </dgm:if>
          <dgm:if name="Name18" axis="ch" ptType="node" func="cnt" op="equ" val="5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"/>
              <dgm:constr type="hOff" for="ch" forName="circle2" refType="h" refFor="ch" refForName="vertSpace2" fact="-0.2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"/>
              <dgm:constr type="hOff" for="ch" forName="circle3" refType="h" refFor="ch" refForName="vertSpace2" fact="-0.4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4"/>
              <dgm:constr type="hOff" for="ch" forName="circle4" refType="h" refFor="ch" refForName="vertSpace2" fact="-0.6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2"/>
              <dgm:constr type="hOff" for="ch" forName="circle5" refType="h" refFor="ch" refForName="vertSpace2" fact="-0.8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b" refFor="ch" refForName="rect5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b" refFor="ch" refForName="rect5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primFontSz" for="ch" op="equ" val="65"/>
              <dgm:constr type="secFontSz" for="ch" op="equ" val="65"/>
            </dgm:constrLst>
          </dgm:if>
          <dgm:if name="Name19" axis="ch" ptType="node" func="cnt" op="equ" val="6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3333"/>
              <dgm:constr type="hOff" for="ch" forName="circle2" refType="h" refFor="ch" refForName="vertSpace2" fact="-0.16667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66667"/>
              <dgm:constr type="hOff" for="ch" forName="circle3" refType="h" refFor="ch" refForName="vertSpace2" fact="-0.33333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"/>
              <dgm:constr type="hOff" for="ch" forName="circle4" refType="h" refFor="ch" refForName="vertSpace2" fact="-0.5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33333"/>
              <dgm:constr type="hOff" for="ch" forName="circle5" refType="h" refFor="ch" refForName="vertSpace2" fact="-0.66667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16667"/>
              <dgm:constr type="hOff" for="ch" forName="circle6" refType="h" refFor="ch" refForName="vertSpace2" fact="-0.83333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b" refFor="ch" refForName="rect6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b" refFor="ch" refForName="rect6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primFontSz" for="ch" op="equ" val="65"/>
              <dgm:constr type="secFontSz" for="ch" op="equ" val="65"/>
            </dgm:constrLst>
          </dgm:if>
          <dgm:if name="Name20" axis="ch" ptType="node" func="cnt" op="gte" val="7">
            <dgm:constrLst>
              <dgm:constr type="userA" refType="w" fact="0.3"/>
              <dgm:constr type="w" for="ch" forName="circle1" refType="userA" fact="2"/>
              <dgm:constr type="h" for="ch" forName="circle1" refType="w" refFor="ch" refForName="circle1" op="equ"/>
              <dgm:constr type="r" for="ch" forName="circle1" refType="w"/>
              <dgm:constr type="ctrY" for="ch" forName="circle1" refType="h" fact="0.5"/>
              <dgm:constr type="r" for="ch" forName="space" refType="ctrX" refFor="ch" refForName="circle1"/>
              <dgm:constr type="w" for="ch" forName="space"/>
              <dgm:constr type="h" for="ch" forName="space" refType="h" refFor="ch" refForName="circle1"/>
              <dgm:constr type="b" for="ch" forName="space" refType="b" refFor="ch" refForName="circle1"/>
              <dgm:constr type="r" for="ch" forName="rect1" refType="l" refFor="ch" refForName="space"/>
              <dgm:constr type="l" for="ch" forName="rect1"/>
              <dgm:constr type="h" for="ch" forName="rect1" refType="h" refFor="ch" refForName="circle1"/>
              <dgm:constr type="b" for="ch" forName="rect1" refType="b" refFor="ch" refForName="circle1"/>
              <dgm:constr type="l" for="ch" forName="vertSpace2"/>
              <dgm:constr type="w" for="ch" forName="vertSpace2" refType="w"/>
              <dgm:constr type="h" for="ch" forName="vertSpace2" refType="h" refFor="ch" refForName="circle1" fact="0.05"/>
              <dgm:constr type="b" for="ch" forName="vertSpace2" refType="b" refFor="ch" refForName="circle1"/>
              <dgm:constr type="ctrX" for="ch" forName="circle2" refType="r" refFor="ch" refForName="space"/>
              <dgm:constr type="h" for="ch" forName="circle2" refType="h" refFor="ch" refForName="circle1" fact="0.85714"/>
              <dgm:constr type="hOff" for="ch" forName="circle2" refType="h" refFor="ch" refForName="vertSpace2" fact="-0.14286"/>
              <dgm:constr type="w" for="ch" forName="circle2" refType="h" refFor="ch" refForName="circle2" op="equ"/>
              <dgm:constr type="wOff" for="ch" forName="circle2" refType="hOff" refFor="ch" refForName="circle2" op="equ"/>
              <dgm:constr type="b" for="ch" forName="circle2" refType="t" refFor="ch" refForName="vertSpace2"/>
              <dgm:constr type="r" for="ch" forName="rect2" refType="l" refFor="ch" refForName="space"/>
              <dgm:constr type="l" for="ch" forName="rect2"/>
              <dgm:constr type="h" for="ch" forName="rect2" refType="h" refFor="ch" refForName="circle2"/>
              <dgm:constr type="hOff" for="ch" forName="rect2" refType="hOff" refFor="ch" refForName="circle2"/>
              <dgm:constr type="b" for="ch" forName="rect2" refType="b" refFor="ch" refForName="circle2"/>
              <dgm:constr type="l" for="ch" forName="vertSpace3"/>
              <dgm:constr type="w" for="ch" forName="vertSpace3" refType="w"/>
              <dgm:constr type="h" for="ch" forName="vertSpace3" refType="h" refFor="ch" refForName="vertSpace2"/>
              <dgm:constr type="b" for="ch" forName="vertSpace3" refType="t" refFor="ch" refForName="vertSpace2"/>
              <dgm:constr type="ctrX" for="ch" forName="circle3" refType="r" refFor="ch" refForName="space"/>
              <dgm:constr type="h" for="ch" forName="circle3" refType="h" refFor="ch" refForName="circle1" fact="0.71429"/>
              <dgm:constr type="hOff" for="ch" forName="circle3" refType="h" refFor="ch" refForName="vertSpace2" fact="-0.28571"/>
              <dgm:constr type="w" for="ch" forName="circle3" refType="h" refFor="ch" refForName="circle3" op="equ"/>
              <dgm:constr type="wOff" for="ch" forName="circle3" refType="hOff" refFor="ch" refForName="circle3" op="equ"/>
              <dgm:constr type="b" for="ch" forName="circle3" refType="t" refFor="ch" refForName="vertSpace3"/>
              <dgm:constr type="r" for="ch" forName="rect3" refType="l" refFor="ch" refForName="space"/>
              <dgm:constr type="l" for="ch" forName="rect3"/>
              <dgm:constr type="h" for="ch" forName="rect3" refType="h" refFor="ch" refForName="circle3"/>
              <dgm:constr type="hOff" for="ch" forName="rect3" refType="hOff" refFor="ch" refForName="circle3"/>
              <dgm:constr type="b" for="ch" forName="rect3" refType="b" refFor="ch" refForName="circle3"/>
              <dgm:constr type="l" for="ch" forName="vertSpace4"/>
              <dgm:constr type="w" for="ch" forName="vertSpace4" refType="w"/>
              <dgm:constr type="h" for="ch" forName="vertSpace4" refType="h" refFor="ch" refForName="vertSpace3"/>
              <dgm:constr type="b" for="ch" forName="vertSpace4" refType="t" refFor="ch" refForName="vertSpace3"/>
              <dgm:constr type="ctrX" for="ch" forName="circle4" refType="r" refFor="ch" refForName="space"/>
              <dgm:constr type="h" for="ch" forName="circle4" refType="h" refFor="ch" refForName="circle1" fact="0.57143"/>
              <dgm:constr type="hOff" for="ch" forName="circle4" refType="h" refFor="ch" refForName="vertSpace2" fact="-0.42857"/>
              <dgm:constr type="w" for="ch" forName="circle4" refType="h" refFor="ch" refForName="circle4" op="equ"/>
              <dgm:constr type="wOff" for="ch" forName="circle4" refType="hOff" refFor="ch" refForName="circle4" op="equ"/>
              <dgm:constr type="b" for="ch" forName="circle4" refType="t" refFor="ch" refForName="vertSpace4"/>
              <dgm:constr type="r" for="ch" forName="rect4" refType="l" refFor="ch" refForName="space"/>
              <dgm:constr type="l" for="ch" forName="rect4"/>
              <dgm:constr type="h" for="ch" forName="rect4" refType="h" refFor="ch" refForName="circle4"/>
              <dgm:constr type="hOff" for="ch" forName="rect4" refType="hOff" refFor="ch" refForName="circle4"/>
              <dgm:constr type="b" for="ch" forName="rect4" refType="b" refFor="ch" refForName="circle4"/>
              <dgm:constr type="l" for="ch" forName="vertSpace5"/>
              <dgm:constr type="w" for="ch" forName="vertSpace5" refType="w"/>
              <dgm:constr type="h" for="ch" forName="vertSpace5" refType="h" refFor="ch" refForName="vertSpace4"/>
              <dgm:constr type="b" for="ch" forName="vertSpace5" refType="t" refFor="ch" refForName="vertSpace4"/>
              <dgm:constr type="ctrX" for="ch" forName="circle5" refType="r" refFor="ch" refForName="space"/>
              <dgm:constr type="h" for="ch" forName="circle5" refType="h" refFor="ch" refForName="circle1" fact="0.42857"/>
              <dgm:constr type="hOff" for="ch" forName="circle5" refType="h" refFor="ch" refForName="vertSpace2" fact="-0.57143"/>
              <dgm:constr type="w" for="ch" forName="circle5" refType="h" refFor="ch" refForName="circle5" op="equ"/>
              <dgm:constr type="wOff" for="ch" forName="circle5" refType="hOff" refFor="ch" refForName="circle5" op="equ"/>
              <dgm:constr type="b" for="ch" forName="circle5" refType="t" refFor="ch" refForName="vertSpace5"/>
              <dgm:constr type="r" for="ch" forName="rect5" refType="l" refFor="ch" refForName="space"/>
              <dgm:constr type="l" for="ch" forName="rect5"/>
              <dgm:constr type="h" for="ch" forName="rect5" refType="h" refFor="ch" refForName="circle5"/>
              <dgm:constr type="hOff" for="ch" forName="rect5" refType="hOff" refFor="ch" refForName="circle5"/>
              <dgm:constr type="b" for="ch" forName="rect5" refType="b" refFor="ch" refForName="circle5"/>
              <dgm:constr type="l" for="ch" forName="vertSpace6"/>
              <dgm:constr type="w" for="ch" forName="vertSpace6" refType="w"/>
              <dgm:constr type="h" for="ch" forName="vertSpace6" refType="h" refFor="ch" refForName="vertSpace5"/>
              <dgm:constr type="b" for="ch" forName="vertSpace6" refType="t" refFor="ch" refForName="vertSpace5"/>
              <dgm:constr type="ctrX" for="ch" forName="circle6" refType="r" refFor="ch" refForName="space"/>
              <dgm:constr type="h" for="ch" forName="circle6" refType="h" refFor="ch" refForName="circle1" fact="0.28571"/>
              <dgm:constr type="hOff" for="ch" forName="circle6" refType="h" refFor="ch" refForName="vertSpace2" fact="-0.71429"/>
              <dgm:constr type="w" for="ch" forName="circle6" refType="h" refFor="ch" refForName="circle6" op="equ"/>
              <dgm:constr type="wOff" for="ch" forName="circle6" refType="hOff" refFor="ch" refForName="circle6" op="equ"/>
              <dgm:constr type="b" for="ch" forName="circle6" refType="t" refFor="ch" refForName="vertSpace6"/>
              <dgm:constr type="r" for="ch" forName="rect6" refType="l" refFor="ch" refForName="space"/>
              <dgm:constr type="l" for="ch" forName="rect6"/>
              <dgm:constr type="h" for="ch" forName="rect6" refType="h" refFor="ch" refForName="circle6"/>
              <dgm:constr type="hOff" for="ch" forName="rect6" refType="hOff" refFor="ch" refForName="circle6"/>
              <dgm:constr type="b" for="ch" forName="rect6" refType="b" refFor="ch" refForName="circle6"/>
              <dgm:constr type="l" for="ch" forName="vertSpace7"/>
              <dgm:constr type="w" for="ch" forName="vertSpace7" refType="w"/>
              <dgm:constr type="h" for="ch" forName="vertSpace7" refType="h" refFor="ch" refForName="vertSpace6"/>
              <dgm:constr type="b" for="ch" forName="vertSpace7" refType="t" refFor="ch" refForName="vertSpace6"/>
              <dgm:constr type="ctrX" for="ch" forName="circle7" refType="r" refFor="ch" refForName="space"/>
              <dgm:constr type="h" for="ch" forName="circle7" refType="h" refFor="ch" refForName="circle1" fact="0.14286"/>
              <dgm:constr type="hOff" for="ch" forName="circle7" refType="h" refFor="ch" refForName="vertSpace2" fact="-0.85714"/>
              <dgm:constr type="w" for="ch" forName="circle7" refType="h" refFor="ch" refForName="circle7" op="equ"/>
              <dgm:constr type="wOff" for="ch" forName="circle7" refType="hOff" refFor="ch" refForName="circle7" op="equ"/>
              <dgm:constr type="b" for="ch" forName="circle7" refType="t" refFor="ch" refForName="vertSpace7"/>
              <dgm:constr type="r" for="ch" forName="rect7" refType="l" refFor="ch" refForName="space"/>
              <dgm:constr type="l" for="ch" forName="rect7"/>
              <dgm:constr type="h" for="ch" forName="rect7" refType="h" refFor="ch" refForName="circle7"/>
              <dgm:constr type="hOff" for="ch" forName="rect7" refType="hOff" refFor="ch" refForName="circle7"/>
              <dgm:constr type="b" for="ch" forName="rect7" refType="b" refFor="ch" refForName="circle7"/>
              <dgm:constr type="r" for="ch" forName="rect7ParTx" refType="l" refFor="ch" refForName="space"/>
              <dgm:constr type="w" for="ch" forName="rect7ParTx" refType="w" refFor="ch" refForName="rect7" fact="0.5"/>
              <dgm:constr type="t" for="ch" forName="rect7ParTx" refType="t" refFor="ch" refForName="rect7"/>
              <dgm:constr type="b" for="ch" forName="rect7ParTx" refType="b" refFor="ch" refForName="rect7"/>
              <dgm:constr type="r" for="ch" forName="rect7ChTx" refType="l" refFor="ch" refForName="rect7ParTx"/>
              <dgm:constr type="w" for="ch" forName="rect7ChTx" refType="w" refFor="ch" refForName="rect7ParTx"/>
              <dgm:constr type="t" for="ch" forName="rect7ChTx" refType="t" refFor="ch" refForName="rect7ParTx"/>
              <dgm:constr type="b" for="ch" forName="rect7ChTx" refType="b" refFor="ch" refForName="rect7ParTx"/>
              <dgm:constr type="r" for="ch" forName="rect7ParTxNoCh" refType="l" refFor="ch" refForName="space"/>
              <dgm:constr type="w" for="ch" forName="rect7ParTxNoCh" refType="w" refFor="ch" refForName="rect7"/>
              <dgm:constr type="t" for="ch" forName="rect7ParTxNoCh" refType="t" refFor="ch" refForName="rect7"/>
              <dgm:constr type="b" for="ch" forName="rect7ParTxNoCh" refType="b" refFor="ch" refForName="rect7"/>
              <dgm:constr type="r" for="ch" forName="rect1ParTx" refType="l" refFor="ch" refForName="space"/>
              <dgm:constr type="w" for="ch" forName="rect1ParTx" refType="w" refFor="ch" refForName="rect1" fact="0.5"/>
              <dgm:constr type="t" for="ch" forName="rect1ParTx" refType="t" refFor="ch" refForName="rect1"/>
              <dgm:constr type="b" for="ch" forName="rect1ParTx" refType="t" refFor="ch" refForName="rect2"/>
              <dgm:constr type="r" for="ch" forName="rect1ChTx" refType="l" refFor="ch" refForName="rect1ParTx"/>
              <dgm:constr type="w" for="ch" forName="rect1ChTx" refType="w" refFor="ch" refForName="rect1ParTx"/>
              <dgm:constr type="t" for="ch" forName="rect1ChTx" refType="t" refFor="ch" refForName="rect1ParTx"/>
              <dgm:constr type="b" for="ch" forName="rect1ChTx" refType="b" refFor="ch" refForName="rect1ParTx"/>
              <dgm:constr type="r" for="ch" forName="rect1ParTxNoCh" refType="l" refFor="ch" refForName="space"/>
              <dgm:constr type="w" for="ch" forName="rect1ParTxNoCh" refType="w" refFor="ch" refForName="rect1"/>
              <dgm:constr type="t" for="ch" forName="rect1ParTxNoCh" refType="t" refFor="ch" refForName="rect1"/>
              <dgm:constr type="b" for="ch" forName="rect1ParTxNoCh" refType="t" refFor="ch" refForName="rect2"/>
              <dgm:constr type="r" for="ch" forName="rect2ParTx" refType="l" refFor="ch" refForName="space"/>
              <dgm:constr type="w" for="ch" forName="rect2ParTx" refType="w" refFor="ch" refForName="rect2" fact="0.5"/>
              <dgm:constr type="t" for="ch" forName="rect2ParTx" refType="t" refFor="ch" refForName="rect2"/>
              <dgm:constr type="b" for="ch" forName="rect2ParTx" refType="t" refFor="ch" refForName="rect3"/>
              <dgm:constr type="r" for="ch" forName="rect2ChTx" refType="l" refFor="ch" refForName="rect2ParTx"/>
              <dgm:constr type="w" for="ch" forName="rect2ChTx" refType="w" refFor="ch" refForName="rect2ParTx"/>
              <dgm:constr type="t" for="ch" forName="rect2ChTx" refType="t" refFor="ch" refForName="rect2ParTx"/>
              <dgm:constr type="b" for="ch" forName="rect2ChTx" refType="b" refFor="ch" refForName="rect2ParTx"/>
              <dgm:constr type="r" for="ch" forName="rect2ParTxNoCh" refType="l" refFor="ch" refForName="space"/>
              <dgm:constr type="w" for="ch" forName="rect2ParTxNoCh" refType="w" refFor="ch" refForName="rect2"/>
              <dgm:constr type="t" for="ch" forName="rect2ParTxNoCh" refType="t" refFor="ch" refForName="rect2"/>
              <dgm:constr type="b" for="ch" forName="rect2ParTxNoCh" refType="t" refFor="ch" refForName="rect3"/>
              <dgm:constr type="r" for="ch" forName="rect3ParTx" refType="l" refFor="ch" refForName="space"/>
              <dgm:constr type="w" for="ch" forName="rect3ParTx" refType="w" refFor="ch" refForName="rect3" fact="0.5"/>
              <dgm:constr type="t" for="ch" forName="rect3ParTx" refType="t" refFor="ch" refForName="rect3"/>
              <dgm:constr type="b" for="ch" forName="rect3ParTx" refType="t" refFor="ch" refForName="rect4"/>
              <dgm:constr type="r" for="ch" forName="rect3ChTx" refType="l" refFor="ch" refForName="rect3ParTx"/>
              <dgm:constr type="w" for="ch" forName="rect3ChTx" refType="w" refFor="ch" refForName="rect3ParTx"/>
              <dgm:constr type="t" for="ch" forName="rect3ChTx" refType="t" refFor="ch" refForName="rect3ParTx"/>
              <dgm:constr type="b" for="ch" forName="rect3ChTx" refType="b" refFor="ch" refForName="rect3ParTx"/>
              <dgm:constr type="r" for="ch" forName="rect3ParTxNoCh" refType="l" refFor="ch" refForName="space"/>
              <dgm:constr type="w" for="ch" forName="rect3ParTxNoCh" refType="w" refFor="ch" refForName="rect3"/>
              <dgm:constr type="t" for="ch" forName="rect3ParTxNoCh" refType="t" refFor="ch" refForName="rect3"/>
              <dgm:constr type="b" for="ch" forName="rect3ParTxNoCh" refType="t" refFor="ch" refForName="rect4"/>
              <dgm:constr type="r" for="ch" forName="rect4ParTx" refType="l" refFor="ch" refForName="space"/>
              <dgm:constr type="w" for="ch" forName="rect4ParTx" refType="w" refFor="ch" refForName="rect4" fact="0.5"/>
              <dgm:constr type="t" for="ch" forName="rect4ParTx" refType="t" refFor="ch" refForName="rect4"/>
              <dgm:constr type="b" for="ch" forName="rect4ParTx" refType="t" refFor="ch" refForName="rect5"/>
              <dgm:constr type="r" for="ch" forName="rect4ChTx" refType="l" refFor="ch" refForName="rect4ParTx"/>
              <dgm:constr type="w" for="ch" forName="rect4ChTx" refType="w" refFor="ch" refForName="rect4ParTx"/>
              <dgm:constr type="t" for="ch" forName="rect4ChTx" refType="t" refFor="ch" refForName="rect4ParTx"/>
              <dgm:constr type="b" for="ch" forName="rect4ChTx" refType="b" refFor="ch" refForName="rect4ParTx"/>
              <dgm:constr type="r" for="ch" forName="rect4ParTxNoCh" refType="l" refFor="ch" refForName="space"/>
              <dgm:constr type="w" for="ch" forName="rect4ParTxNoCh" refType="w" refFor="ch" refForName="rect4"/>
              <dgm:constr type="t" for="ch" forName="rect4ParTxNoCh" refType="t" refFor="ch" refForName="rect4"/>
              <dgm:constr type="b" for="ch" forName="rect4ParTxNoCh" refType="t" refFor="ch" refForName="rect5"/>
              <dgm:constr type="r" for="ch" forName="rect5ParTx" refType="l" refFor="ch" refForName="space"/>
              <dgm:constr type="w" for="ch" forName="rect5ParTx" refType="w" refFor="ch" refForName="rect5" fact="0.5"/>
              <dgm:constr type="t" for="ch" forName="rect5ParTx" refType="t" refFor="ch" refForName="rect5"/>
              <dgm:constr type="b" for="ch" forName="rect5ParTx" refType="t" refFor="ch" refForName="rect6"/>
              <dgm:constr type="r" for="ch" forName="rect5ChTx" refType="l" refFor="ch" refForName="rect5ParTx"/>
              <dgm:constr type="w" for="ch" forName="rect5ChTx" refType="w" refFor="ch" refForName="rect5ParTx"/>
              <dgm:constr type="t" for="ch" forName="rect5ChTx" refType="t" refFor="ch" refForName="rect5ParTx"/>
              <dgm:constr type="b" for="ch" forName="rect5ChTx" refType="b" refFor="ch" refForName="rect5ParTx"/>
              <dgm:constr type="r" for="ch" forName="rect5ParTxNoCh" refType="l" refFor="ch" refForName="space"/>
              <dgm:constr type="w" for="ch" forName="rect5ParTxNoCh" refType="w" refFor="ch" refForName="rect5"/>
              <dgm:constr type="t" for="ch" forName="rect5ParTxNoCh" refType="t" refFor="ch" refForName="rect5"/>
              <dgm:constr type="b" for="ch" forName="rect5ParTxNoCh" refType="t" refFor="ch" refForName="rect6"/>
              <dgm:constr type="r" for="ch" forName="rect6ParTx" refType="l" refFor="ch" refForName="space"/>
              <dgm:constr type="w" for="ch" forName="rect6ParTx" refType="w" refFor="ch" refForName="rect6" fact="0.5"/>
              <dgm:constr type="t" for="ch" forName="rect6ParTx" refType="t" refFor="ch" refForName="rect6"/>
              <dgm:constr type="b" for="ch" forName="rect6ParTx" refType="t" refFor="ch" refForName="rect7"/>
              <dgm:constr type="r" for="ch" forName="rect6ChTx" refType="l" refFor="ch" refForName="rect6ParTx"/>
              <dgm:constr type="w" for="ch" forName="rect6ChTx" refType="w" refFor="ch" refForName="rect6ParTx"/>
              <dgm:constr type="t" for="ch" forName="rect6ChTx" refType="t" refFor="ch" refForName="rect6ParTx"/>
              <dgm:constr type="b" for="ch" forName="rect6ChTx" refType="b" refFor="ch" refForName="rect6ParTx"/>
              <dgm:constr type="r" for="ch" forName="rect6ParTxNoCh" refType="l" refFor="ch" refForName="space"/>
              <dgm:constr type="w" for="ch" forName="rect6ParTxNoCh" refType="w" refFor="ch" refForName="rect6"/>
              <dgm:constr type="t" for="ch" forName="rect6ParTxNoCh" refType="t" refFor="ch" refForName="rect6"/>
              <dgm:constr type="b" for="ch" forName="rect6ParTxNoCh" refType="t" refFor="ch" refForName="rect7"/>
              <dgm:constr type="primFontSz" for="ch" op="equ" val="65"/>
              <dgm:constr type="secFontSz" for="ch" op="equ" val="65"/>
            </dgm:constrLst>
          </dgm:if>
          <dgm:else name="Name21">
            <dgm:constrLst/>
          </dgm:else>
        </dgm:choose>
      </dgm:else>
    </dgm:choose>
    <dgm:ruleLst/>
    <dgm:forEach name="Name22" axis="ch" ptType="node" cnt="1">
      <dgm:layoutNode name="circle1" styleLbl="node1">
        <dgm:alg type="sp"/>
        <dgm:choose name="Name23">
          <dgm:if name="Name2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rect1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26" axis="ch" ptType="node" st="2" cnt="1">
      <dgm:layoutNode name="vertSpace2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2" styleLbl="node1">
        <dgm:alg type="sp"/>
        <dgm:choose name="Name27">
          <dgm:if name="Name2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2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2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0" axis="ch" ptType="node" st="3" cnt="1">
      <dgm:layoutNode name="vertSpace3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3" styleLbl="node1">
        <dgm:alg type="sp"/>
        <dgm:choose name="Name31">
          <dgm:if name="Name32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3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3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4" axis="ch" ptType="node" st="4" cnt="1">
      <dgm:layoutNode name="vertSpace4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4" styleLbl="node1">
        <dgm:alg type="sp"/>
        <dgm:choose name="Name35">
          <dgm:if name="Name36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37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4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38" axis="ch" ptType="node" st="5" cnt="1">
      <dgm:layoutNode name="vertSpace5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5" styleLbl="node1">
        <dgm:alg type="sp"/>
        <dgm:choose name="Name39">
          <dgm:if name="Name40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1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5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2" axis="ch" ptType="node" st="6" cnt="1">
      <dgm:layoutNode name="vertSpace6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6" styleLbl="node1">
        <dgm:alg type="sp"/>
        <dgm:choose name="Name43">
          <dgm:if name="Name44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5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6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46" axis="ch" ptType="node" st="7" cnt="1">
      <dgm:layoutNode name="vertSpace7">
        <dgm:alg type="sp"/>
        <dgm:shape xmlns:r="http://schemas.openxmlformats.org/officeDocument/2006/relationships" type="rect" r:blip="" hideGeom="1">
          <dgm:adjLst/>
        </dgm:shape>
        <dgm:presOf/>
        <dgm:constrLst/>
        <dgm:ruleLst/>
      </dgm:layoutNode>
      <dgm:layoutNode name="circle7" styleLbl="node1">
        <dgm:alg type="sp"/>
        <dgm:choose name="Name47">
          <dgm:if name="Name48" func="var" arg="dir" op="equ" val="norm">
            <dgm:shape xmlns:r="http://schemas.openxmlformats.org/officeDocument/2006/relationships" type="pie" r:blip="">
              <dgm:adjLst>
                <dgm:adj idx="1" val="90"/>
                <dgm:adj idx="2" val="270"/>
              </dgm:adjLst>
            </dgm:shape>
          </dgm:if>
          <dgm:else name="Name49">
            <dgm:shape xmlns:r="http://schemas.openxmlformats.org/officeDocument/2006/relationships" type="pie" r:blip="">
              <dgm:adjLst>
                <dgm:adj idx="1" val="270"/>
                <dgm:adj idx="2" val="90"/>
              </dgm:adjLst>
            </dgm:shape>
          </dgm:else>
        </dgm:choose>
        <dgm:presOf/>
        <dgm:constrLst/>
        <dgm:ruleLst/>
      </dgm:layoutNode>
      <dgm:layoutNode name="rect7" styleLbl="alignAcc1">
        <dgm:alg type="sp"/>
        <dgm:shape xmlns:r="http://schemas.openxmlformats.org/officeDocument/2006/relationships" type="rect" r:blip="">
          <dgm:adjLst/>
        </dgm:shape>
        <dgm:presOf axis="self"/>
        <dgm:constrLst/>
        <dgm:ruleLst/>
      </dgm:layoutNode>
    </dgm:forEach>
    <dgm:forEach name="Name50" axis="ch" ptType="node" cnt="1">
      <dgm:choose name="Name51">
        <dgm:if name="Name52" axis="root des" ptType="all node" func="maxDepth" op="gte" val="2">
          <dgm:layoutNode name="rect1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1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3">
          <dgm:layoutNode name="rect1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4" axis="ch" ptType="node" st="2" cnt="1">
      <dgm:choose name="Name55">
        <dgm:if name="Name56" axis="root des" ptType="all node" func="maxDepth" op="gte" val="2">
          <dgm:layoutNode name="rect2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2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57">
          <dgm:layoutNode name="rect2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58" axis="ch" ptType="node" st="3" cnt="1">
      <dgm:choose name="Name59">
        <dgm:if name="Name60" axis="root des" ptType="all node" func="maxDepth" op="gte" val="2">
          <dgm:layoutNode name="rect3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3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1">
          <dgm:layoutNode name="rect3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2" axis="ch" ptType="node" st="4" cnt="1">
      <dgm:choose name="Name63">
        <dgm:if name="Name64" axis="root des" ptType="all node" func="maxDepth" op="gte" val="2">
          <dgm:layoutNode name="rect4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4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5">
          <dgm:layoutNode name="rect4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66" axis="ch" ptType="node" st="5" cnt="1">
      <dgm:choose name="Name67">
        <dgm:if name="Name68" axis="root des" ptType="all node" func="maxDepth" op="gte" val="2">
          <dgm:layoutNode name="rect5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5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69">
          <dgm:layoutNode name="rect5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0" axis="ch" ptType="node" st="6" cnt="1">
      <dgm:choose name="Name71">
        <dgm:if name="Name72" axis="root des" ptType="all node" func="maxDepth" op="gte" val="2">
          <dgm:layoutNode name="rect6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6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3">
          <dgm:layoutNode name="rect6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  <dgm:forEach name="Name74" axis="ch" ptType="node" st="7" cnt="1">
      <dgm:choose name="Name75">
        <dgm:if name="Name76" axis="root des" ptType="all node" func="maxDepth" op="gte" val="2">
          <dgm:layoutNode name="rect7ParTx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rect7ChTx" styleLbl="alignAcc1">
            <dgm:varLst>
              <dgm:bulletEnabled val="1"/>
            </dgm:varLst>
            <dgm:alg type="tx">
              <dgm:param type="stBulletLvl" val="1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presOf axis="des" ptType="node"/>
            <dgm:constrLst>
              <dgm:constr type="lMarg" refType="secFontSz" fact="0.3"/>
              <dgm:constr type="rMarg" refType="secFontSz" fact="0.3"/>
              <dgm:constr type="tMarg" refType="secFontSz" fact="0.3"/>
              <dgm:constr type="bMarg" refType="secFontSz" fact="0.3"/>
            </dgm:constrLst>
            <dgm:ruleLst>
              <dgm:rule type="secFontSz" val="5" fact="NaN" max="NaN"/>
            </dgm:ruleLst>
          </dgm:layoutNode>
        </dgm:if>
        <dgm:else name="Name77">
          <dgm:layoutNode name="rect7ParTxNoCh" styleLbl="alignAcc1">
            <dgm:varLst>
              <dgm:chMax val="1"/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5D0C7D-798A-44DC-AC41-FEC01C38F0EB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1A1DE6-A801-4746-9FC0-8352D20A3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593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https://www.pintar-network.com/2018/05/konfigurasi-nat-router-mikrotik.html</a:t>
            </a:r>
          </a:p>
          <a:p>
            <a:endParaRPr lang="en-US" dirty="0" smtClean="0"/>
          </a:p>
          <a:p>
            <a:r>
              <a:rPr lang="en-US" dirty="0" smtClean="0"/>
              <a:t>https://gerakanopensource.wordpress.com/2016/01/03/konfigurasi-router-mikrotik-interface-ip-address-ip-route-ip-dns-ip-dhcp-server-ip-firewall-nat-ip-firewall-mangle-hotspot-server-radius-server-manajemen-bandwidth-queue-tree/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DC773BF-E5C9-44BF-B19B-39EF1F90376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784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7EA2CC-FABD-466D-82E8-AC953C7EC0C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3288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https://www.idn.id/network-address-translation-nat/#:~:text=Jadi%2C%20secara%20singkat%20NAT%20(Network,Menghemat%20IP%20public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1A1DE6-A801-4746-9FC0-8352D20A310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2407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1A1DE6-A801-4746-9FC0-8352D20A310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393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9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0346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88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4396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42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084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924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8417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192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669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566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BBB5D1-B60B-4B38-B17E-7765EA145201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F42857-403A-4A86-BF79-9A4C4603A1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898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2167072" y="4456540"/>
            <a:ext cx="1211113" cy="516834"/>
            <a:chOff x="2583409" y="5680788"/>
            <a:chExt cx="1211113" cy="516834"/>
          </a:xfrm>
        </p:grpSpPr>
        <p:sp>
          <p:nvSpPr>
            <p:cNvPr id="4" name="Pie 3"/>
            <p:cNvSpPr/>
            <p:nvPr/>
          </p:nvSpPr>
          <p:spPr>
            <a:xfrm>
              <a:off x="2583409" y="5680788"/>
              <a:ext cx="755878" cy="516834"/>
            </a:xfrm>
            <a:prstGeom prst="pie">
              <a:avLst>
                <a:gd name="adj1" fmla="val 5400000"/>
                <a:gd name="adj2" fmla="val 16200000"/>
              </a:avLst>
            </a:prstGeom>
            <a:scene3d>
              <a:camera prst="orthographicFront"/>
              <a:lightRig rig="flat" dir="t"/>
            </a:scene3d>
            <a:sp3d prstMaterial="plastic">
              <a:bevelT w="120900" h="88900"/>
              <a:bevelB w="88900" h="31750" prst="angle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2">
                <a:hueOff val="0"/>
                <a:satOff val="0"/>
                <a:lumOff val="0"/>
                <a:alphaOff val="0"/>
              </a:schemeClr>
            </a:fillRef>
            <a:effectRef idx="2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0" name="Pie 29"/>
            <p:cNvSpPr/>
            <p:nvPr/>
          </p:nvSpPr>
          <p:spPr>
            <a:xfrm rot="10800000">
              <a:off x="3088581" y="5680788"/>
              <a:ext cx="705941" cy="516834"/>
            </a:xfrm>
            <a:prstGeom prst="pie">
              <a:avLst>
                <a:gd name="adj1" fmla="val 5400000"/>
                <a:gd name="adj2" fmla="val 16200000"/>
              </a:avLst>
            </a:prstGeom>
            <a:scene3d>
              <a:camera prst="orthographicFront"/>
              <a:lightRig rig="flat" dir="t"/>
            </a:scene3d>
            <a:sp3d prstMaterial="plastic">
              <a:bevelT w="120900" h="88900"/>
              <a:bevelB w="88900" h="31750" prst="angle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hemeClr val="accent2">
                <a:hueOff val="0"/>
                <a:satOff val="0"/>
                <a:lumOff val="0"/>
                <a:alphaOff val="0"/>
              </a:schemeClr>
            </a:fillRef>
            <a:effectRef idx="2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</p:grpSp>
      <p:sp>
        <p:nvSpPr>
          <p:cNvPr id="13" name="Subtitle 2"/>
          <p:cNvSpPr txBox="1">
            <a:spLocks/>
          </p:cNvSpPr>
          <p:nvPr/>
        </p:nvSpPr>
        <p:spPr>
          <a:xfrm>
            <a:off x="2893786" y="3309896"/>
            <a:ext cx="5287688" cy="5210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dirty="0">
              <a:solidFill>
                <a:srgbClr val="00B0F0"/>
              </a:solidFill>
            </a:endParaRPr>
          </a:p>
        </p:txBody>
      </p:sp>
      <p:grpSp>
        <p:nvGrpSpPr>
          <p:cNvPr id="20" name="Group 19"/>
          <p:cNvGrpSpPr/>
          <p:nvPr/>
        </p:nvGrpSpPr>
        <p:grpSpPr>
          <a:xfrm>
            <a:off x="54496" y="359621"/>
            <a:ext cx="4804363" cy="2463094"/>
            <a:chOff x="54496" y="359621"/>
            <a:chExt cx="4804363" cy="2463094"/>
          </a:xfrm>
        </p:grpSpPr>
        <p:pic>
          <p:nvPicPr>
            <p:cNvPr id="19" name="Picture 1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5105" y="1901987"/>
              <a:ext cx="3104181" cy="263526"/>
            </a:xfrm>
            <a:prstGeom prst="rect">
              <a:avLst/>
            </a:prstGeom>
          </p:spPr>
        </p:pic>
        <p:sp>
          <p:nvSpPr>
            <p:cNvPr id="6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54496" y="1922610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00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dirty="0" smtClean="0">
                  <a:solidFill>
                    <a:srgbClr val="00B0F0"/>
                  </a:solidFill>
                </a:rPr>
                <a:t>Vision</a:t>
              </a:r>
              <a:endParaRPr lang="en-US" dirty="0">
                <a:solidFill>
                  <a:srgbClr val="00B0F0"/>
                </a:solidFill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356703" y="883096"/>
              <a:ext cx="1334145" cy="620384"/>
              <a:chOff x="7729280" y="2195997"/>
              <a:chExt cx="2143740" cy="996849"/>
            </a:xfrm>
            <a:solidFill>
              <a:schemeClr val="accent6"/>
            </a:solidFill>
          </p:grpSpPr>
          <p:sp>
            <p:nvSpPr>
              <p:cNvPr id="11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729280" y="2195997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12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421007" y="2543552"/>
                <a:ext cx="443936" cy="326800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14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727403" y="1099395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  <p:sp>
          <p:nvSpPr>
            <p:cNvPr id="17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788714" y="1452073"/>
              <a:ext cx="938689" cy="470538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2800" dirty="0" smtClean="0">
                  <a:solidFill>
                    <a:schemeClr val="accent5">
                      <a:lumMod val="50000"/>
                    </a:schemeClr>
                  </a:solidFill>
                </a:rPr>
                <a:t>SDN</a:t>
              </a:r>
              <a:endParaRPr lang="en-US" sz="28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18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1449719" y="1352665"/>
              <a:ext cx="928870" cy="58122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2800" dirty="0" smtClean="0">
                  <a:solidFill>
                    <a:schemeClr val="accent1">
                      <a:lumMod val="75000"/>
                    </a:schemeClr>
                  </a:solidFill>
                </a:rPr>
                <a:t>NFV</a:t>
              </a:r>
              <a:endParaRPr lang="en-US" sz="28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  <p:sp>
        <p:nvSpPr>
          <p:cNvPr id="22" name="Rectangle 21"/>
          <p:cNvSpPr/>
          <p:nvPr/>
        </p:nvSpPr>
        <p:spPr>
          <a:xfrm>
            <a:off x="9507866" y="6056142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https://www.youtube.com/@AmelOline/videos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44774" y="5917643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31473" y="6194642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77163" y="6333141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 smtClean="0"/>
              <a:t>https://github.com/amelcharolinesgn2/Cloud-Infrastructures</a:t>
            </a:r>
            <a:endParaRPr lang="en-US" sz="900" dirty="0"/>
          </a:p>
        </p:txBody>
      </p:sp>
      <p:sp>
        <p:nvSpPr>
          <p:cNvPr id="26" name="Rectangle 25"/>
          <p:cNvSpPr/>
          <p:nvPr/>
        </p:nvSpPr>
        <p:spPr>
          <a:xfrm>
            <a:off x="8444566" y="6506265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  <p:graphicFrame>
        <p:nvGraphicFramePr>
          <p:cNvPr id="21" name="Diagram 20"/>
          <p:cNvGraphicFramePr/>
          <p:nvPr>
            <p:extLst>
              <p:ext uri="{D42A27DB-BD31-4B8C-83A1-F6EECF244321}">
                <p14:modId xmlns:p14="http://schemas.microsoft.com/office/powerpoint/2010/main" val="1616587457"/>
              </p:ext>
            </p:extLst>
          </p:nvPr>
        </p:nvGraphicFramePr>
        <p:xfrm>
          <a:off x="2063477" y="3512270"/>
          <a:ext cx="8712579" cy="9143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7" name="Pie 26"/>
          <p:cNvSpPr/>
          <p:nvPr/>
        </p:nvSpPr>
        <p:spPr>
          <a:xfrm rot="10600249">
            <a:off x="10357547" y="3493547"/>
            <a:ext cx="914399" cy="914399"/>
          </a:xfrm>
          <a:prstGeom prst="pie">
            <a:avLst>
              <a:gd name="adj1" fmla="val 5400000"/>
              <a:gd name="adj2" fmla="val 16200000"/>
            </a:avLst>
          </a:prstGeom>
          <a:solidFill>
            <a:schemeClr val="accent2"/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</p:sp>
      <p:sp>
        <p:nvSpPr>
          <p:cNvPr id="2" name="Rectangle 1"/>
          <p:cNvSpPr/>
          <p:nvPr/>
        </p:nvSpPr>
        <p:spPr>
          <a:xfrm>
            <a:off x="2456677" y="4471172"/>
            <a:ext cx="6848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Lab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4002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NAT (Network Address Translation)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suatu</a:t>
            </a:r>
            <a:r>
              <a:rPr lang="en-US" dirty="0"/>
              <a:t> </a:t>
            </a: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menghubungkan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dari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komputer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internet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satu</a:t>
            </a:r>
            <a:r>
              <a:rPr lang="en-US" dirty="0"/>
              <a:t> </a:t>
            </a:r>
            <a:r>
              <a:rPr lang="en-US" dirty="0" err="1"/>
              <a:t>alamat</a:t>
            </a:r>
            <a:r>
              <a:rPr lang="en-US" dirty="0"/>
              <a:t> IP. </a:t>
            </a:r>
            <a:r>
              <a:rPr lang="en-US" dirty="0" err="1"/>
              <a:t>Konfigurasi</a:t>
            </a:r>
            <a:r>
              <a:rPr lang="en-US" dirty="0"/>
              <a:t> NAT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banyak</a:t>
            </a:r>
            <a:r>
              <a:rPr lang="en-US" dirty="0"/>
              <a:t> </a:t>
            </a:r>
            <a:r>
              <a:rPr lang="en-US" dirty="0" err="1"/>
              <a:t>cara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disini</a:t>
            </a:r>
            <a:r>
              <a:rPr lang="en-US" dirty="0"/>
              <a:t> </a:t>
            </a:r>
            <a:r>
              <a:rPr lang="en-US" dirty="0" err="1"/>
              <a:t>saya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layanan</a:t>
            </a:r>
            <a:r>
              <a:rPr lang="en-US" dirty="0"/>
              <a:t> </a:t>
            </a:r>
            <a:r>
              <a:rPr lang="en-US" dirty="0" err="1"/>
              <a:t>paket</a:t>
            </a:r>
            <a:r>
              <a:rPr lang="en-US" dirty="0"/>
              <a:t> yang </a:t>
            </a:r>
            <a:r>
              <a:rPr lang="en-US" dirty="0" err="1"/>
              <a:t>bernama</a:t>
            </a:r>
            <a:r>
              <a:rPr lang="en-US" dirty="0"/>
              <a:t> </a:t>
            </a:r>
            <a:r>
              <a:rPr lang="en-US" b="1" i="1" dirty="0" err="1"/>
              <a:t>iptables</a:t>
            </a:r>
            <a:r>
              <a:rPr lang="en-US" dirty="0"/>
              <a:t>. </a:t>
            </a:r>
            <a:r>
              <a:rPr lang="en-US" dirty="0" err="1"/>
              <a:t>Jadi</a:t>
            </a:r>
            <a:r>
              <a:rPr lang="en-US" dirty="0"/>
              <a:t> </a:t>
            </a:r>
            <a:r>
              <a:rPr lang="en-US" dirty="0" err="1"/>
              <a:t>kepada</a:t>
            </a:r>
            <a:r>
              <a:rPr lang="en-US" dirty="0"/>
              <a:t> </a:t>
            </a:r>
            <a:r>
              <a:rPr lang="en-US" dirty="0" err="1"/>
              <a:t>anda</a:t>
            </a:r>
            <a:r>
              <a:rPr lang="en-US" dirty="0"/>
              <a:t> yang </a:t>
            </a:r>
            <a:r>
              <a:rPr lang="en-US" dirty="0" err="1"/>
              <a:t>belum</a:t>
            </a:r>
            <a:r>
              <a:rPr lang="en-US" dirty="0"/>
              <a:t> </a:t>
            </a:r>
            <a:r>
              <a:rPr lang="en-US" dirty="0" err="1"/>
              <a:t>menginstal</a:t>
            </a:r>
            <a:r>
              <a:rPr lang="en-US" dirty="0"/>
              <a:t> </a:t>
            </a:r>
            <a:r>
              <a:rPr lang="en-US" dirty="0" err="1"/>
              <a:t>paket</a:t>
            </a:r>
            <a:r>
              <a:rPr lang="en-US" dirty="0"/>
              <a:t>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diharuskan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menginstal</a:t>
            </a:r>
            <a:r>
              <a:rPr lang="en-US" dirty="0"/>
              <a:t>. </a:t>
            </a:r>
            <a:r>
              <a:rPr lang="en-US" dirty="0" err="1"/>
              <a:t>Caranya</a:t>
            </a:r>
            <a:r>
              <a:rPr lang="en-US" dirty="0"/>
              <a:t> </a:t>
            </a:r>
            <a:r>
              <a:rPr lang="en-US" dirty="0" err="1"/>
              <a:t>seperti</a:t>
            </a:r>
            <a:r>
              <a:rPr lang="en-US" dirty="0"/>
              <a:t> </a:t>
            </a:r>
            <a:r>
              <a:rPr lang="en-US" dirty="0" err="1"/>
              <a:t>biasa</a:t>
            </a:r>
            <a:r>
              <a:rPr lang="en-US" dirty="0"/>
              <a:t> </a:t>
            </a:r>
            <a:r>
              <a:rPr lang="en-US" dirty="0" err="1"/>
              <a:t>masuk</a:t>
            </a:r>
            <a:r>
              <a:rPr lang="en-US" dirty="0"/>
              <a:t> </a:t>
            </a:r>
            <a:r>
              <a:rPr lang="en-US" dirty="0" err="1"/>
              <a:t>dulu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super user </a:t>
            </a:r>
            <a:r>
              <a:rPr lang="en-US" dirty="0" err="1"/>
              <a:t>atau</a:t>
            </a:r>
            <a:r>
              <a:rPr lang="en-US" dirty="0"/>
              <a:t> root</a:t>
            </a:r>
          </a:p>
        </p:txBody>
      </p:sp>
    </p:spTree>
    <p:extLst>
      <p:ext uri="{BB962C8B-B14F-4D97-AF65-F5344CB8AC3E}">
        <p14:creationId xmlns:p14="http://schemas.microsoft.com/office/powerpoint/2010/main" val="924448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NIC</a:t>
            </a:r>
            <a:endParaRPr lang="en-US" dirty="0"/>
          </a:p>
        </p:txBody>
      </p:sp>
      <p:pic>
        <p:nvPicPr>
          <p:cNvPr id="1026" name="Picture 2" descr="NIC Network Ethernet PCI-X Card 4 Port - Fresh Mango BVI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464681">
            <a:off x="568738" y="2230473"/>
            <a:ext cx="2219326" cy="2219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itle 1"/>
          <p:cNvSpPr txBox="1">
            <a:spLocks/>
          </p:cNvSpPr>
          <p:nvPr/>
        </p:nvSpPr>
        <p:spPr>
          <a:xfrm>
            <a:off x="4310605" y="57820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 smtClean="0"/>
              <a:t>Xampp</a:t>
            </a:r>
            <a:r>
              <a:rPr lang="en-US" dirty="0" smtClean="0"/>
              <a:t>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33464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root@ferdy-Ubuntu</a:t>
            </a:r>
            <a:r>
              <a:rPr lang="en-US" dirty="0" smtClean="0"/>
              <a:t>:~#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smtClean="0"/>
              <a:t>:~# apt install </a:t>
            </a:r>
            <a:r>
              <a:rPr lang="en-US" dirty="0" err="1" smtClean="0"/>
              <a:t>iptables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:~# vim 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sysctl.conf</a:t>
            </a:r>
            <a:endParaRPr lang="en-US" dirty="0" smtClean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34344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Konfigurasi</a:t>
            </a:r>
            <a:r>
              <a:rPr lang="en-US" dirty="0"/>
              <a:t> IP Address, DNS Client </a:t>
            </a:r>
            <a:r>
              <a:rPr lang="en-US" dirty="0" err="1"/>
              <a:t>dan</a:t>
            </a:r>
            <a:r>
              <a:rPr lang="en-US" dirty="0"/>
              <a:t> NAT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21130" y="2289824"/>
            <a:ext cx="8165777" cy="3445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671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309" y="261217"/>
            <a:ext cx="10515600" cy="632402"/>
          </a:xfrm>
        </p:spPr>
        <p:txBody>
          <a:bodyPr>
            <a:normAutofit/>
          </a:bodyPr>
          <a:lstStyle/>
          <a:p>
            <a:r>
              <a:rPr lang="en-US" sz="2400" dirty="0" smtClean="0"/>
              <a:t>1. Setting </a:t>
            </a:r>
            <a:r>
              <a:rPr lang="en-US" sz="2400" dirty="0" err="1"/>
              <a:t>ip</a:t>
            </a:r>
            <a:r>
              <a:rPr lang="en-US" sz="2400" dirty="0"/>
              <a:t> interface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78905" y="893619"/>
            <a:ext cx="34774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nano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/network/interfaces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56309" y="1526021"/>
            <a:ext cx="49621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2. Default </a:t>
            </a:r>
            <a:r>
              <a:rPr lang="en-US" dirty="0" err="1"/>
              <a:t>konfigurasi</a:t>
            </a:r>
            <a:r>
              <a:rPr lang="en-US" dirty="0"/>
              <a:t> eth0 </a:t>
            </a:r>
            <a:r>
              <a:rPr lang="en-US" dirty="0" err="1"/>
              <a:t>menggunakan</a:t>
            </a:r>
            <a:r>
              <a:rPr lang="en-US" dirty="0"/>
              <a:t> IP DHCP :</a:t>
            </a:r>
          </a:p>
        </p:txBody>
      </p:sp>
      <p:sp>
        <p:nvSpPr>
          <p:cNvPr id="6" name="Rectangle 5"/>
          <p:cNvSpPr/>
          <p:nvPr/>
        </p:nvSpPr>
        <p:spPr>
          <a:xfrm>
            <a:off x="678905" y="188142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auto eth0</a:t>
            </a:r>
          </a:p>
          <a:p>
            <a:r>
              <a:rPr lang="en-US" dirty="0" err="1"/>
              <a:t>iface</a:t>
            </a:r>
            <a:r>
              <a:rPr lang="en-US" dirty="0"/>
              <a:t> eth0 </a:t>
            </a:r>
            <a:r>
              <a:rPr lang="en-US" dirty="0" err="1"/>
              <a:t>inet</a:t>
            </a:r>
            <a:r>
              <a:rPr lang="en-US" dirty="0"/>
              <a:t> </a:t>
            </a:r>
            <a:r>
              <a:rPr lang="en-US" dirty="0" err="1"/>
              <a:t>dhcp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256309" y="2698492"/>
            <a:ext cx="17025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3. Edit </a:t>
            </a:r>
            <a:r>
              <a:rPr lang="en-US" dirty="0" err="1"/>
              <a:t>menjadi</a:t>
            </a:r>
            <a:r>
              <a:rPr lang="en-US" dirty="0"/>
              <a:t> 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8905" y="3140972"/>
            <a:ext cx="509844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auto eth0</a:t>
            </a:r>
          </a:p>
          <a:p>
            <a:r>
              <a:rPr lang="en-US" dirty="0" err="1"/>
              <a:t>iface</a:t>
            </a:r>
            <a:r>
              <a:rPr lang="en-US" dirty="0"/>
              <a:t> eth0 </a:t>
            </a:r>
            <a:r>
              <a:rPr lang="en-US" dirty="0" err="1"/>
              <a:t>inet</a:t>
            </a:r>
            <a:r>
              <a:rPr lang="en-US" dirty="0"/>
              <a:t> static</a:t>
            </a:r>
          </a:p>
          <a:p>
            <a:r>
              <a:rPr lang="en-US" dirty="0"/>
              <a:t>address 192.168.1.10</a:t>
            </a:r>
          </a:p>
          <a:p>
            <a:r>
              <a:rPr lang="en-US" dirty="0" err="1"/>
              <a:t>netmask</a:t>
            </a:r>
            <a:r>
              <a:rPr lang="en-US" dirty="0"/>
              <a:t> 255.255.255.0</a:t>
            </a:r>
          </a:p>
          <a:p>
            <a:r>
              <a:rPr lang="en-US" dirty="0"/>
              <a:t>gateway 192.168.1.1</a:t>
            </a:r>
          </a:p>
          <a:p>
            <a:r>
              <a:rPr lang="en-US" dirty="0" err="1"/>
              <a:t>dns-nameservers</a:t>
            </a:r>
            <a:r>
              <a:rPr lang="en-US" dirty="0"/>
              <a:t> 8.8.8.8 8.8.4.4 #Setting DNS Client Ubuntu 12.04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0909" y="306507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auto eth1</a:t>
            </a:r>
          </a:p>
          <a:p>
            <a:r>
              <a:rPr lang="en-US" dirty="0" err="1"/>
              <a:t>iface</a:t>
            </a:r>
            <a:r>
              <a:rPr lang="en-US" dirty="0"/>
              <a:t> eth1 </a:t>
            </a:r>
            <a:r>
              <a:rPr lang="en-US" dirty="0" err="1"/>
              <a:t>inet</a:t>
            </a:r>
            <a:r>
              <a:rPr lang="en-US" dirty="0"/>
              <a:t> static</a:t>
            </a:r>
          </a:p>
          <a:p>
            <a:r>
              <a:rPr lang="en-US" dirty="0"/>
              <a:t>address 10.10.10.1</a:t>
            </a:r>
          </a:p>
          <a:p>
            <a:r>
              <a:rPr lang="en-US" dirty="0" err="1"/>
              <a:t>netmask</a:t>
            </a:r>
            <a:r>
              <a:rPr lang="en-US" dirty="0"/>
              <a:t> 255.255.255.0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0909" y="1473722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/>
          </a:p>
          <a:p>
            <a:r>
              <a:rPr lang="en-US" dirty="0" smtClean="0"/>
              <a:t>4. </a:t>
            </a:r>
            <a:r>
              <a:rPr lang="en-US" dirty="0" err="1" smtClean="0"/>
              <a:t>Konfigurasi</a:t>
            </a:r>
            <a:r>
              <a:rPr lang="en-US" dirty="0" smtClean="0"/>
              <a:t> </a:t>
            </a:r>
            <a:r>
              <a:rPr lang="en-US" dirty="0"/>
              <a:t>DNS Client Ubuntu 11.10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bawah</a:t>
            </a:r>
            <a:r>
              <a:rPr lang="en-US" dirty="0"/>
              <a:t> 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2505" y="2290790"/>
            <a:ext cx="269201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nano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resolv.conf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6622505" y="2896811"/>
            <a:ext cx="15336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5.Tambahkan </a:t>
            </a:r>
            <a:r>
              <a:rPr lang="en-US" dirty="0"/>
              <a:t>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79673" y="3258258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/>
              <a:t>nameserver</a:t>
            </a:r>
            <a:r>
              <a:rPr lang="en-US" dirty="0"/>
              <a:t> 8.8.8.8</a:t>
            </a:r>
          </a:p>
          <a:p>
            <a:r>
              <a:rPr lang="en-US" dirty="0" err="1"/>
              <a:t>nameserver</a:t>
            </a:r>
            <a:r>
              <a:rPr lang="en-US" dirty="0"/>
              <a:t> 8.8.4.4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19487" y="4045953"/>
            <a:ext cx="2241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6. </a:t>
            </a:r>
            <a:r>
              <a:rPr lang="en-US" dirty="0" err="1" smtClean="0"/>
              <a:t>Aktfikan</a:t>
            </a:r>
            <a:r>
              <a:rPr lang="en-US" dirty="0" smtClean="0"/>
              <a:t> </a:t>
            </a:r>
            <a:r>
              <a:rPr lang="en-US" dirty="0"/>
              <a:t>IP Forward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78568" y="4448620"/>
            <a:ext cx="26503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nano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sysctl.conf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1506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69320" y="189407"/>
            <a:ext cx="2703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7. </a:t>
            </a:r>
            <a:r>
              <a:rPr lang="en-US" dirty="0" err="1" smtClean="0"/>
              <a:t>Hapus</a:t>
            </a:r>
            <a:r>
              <a:rPr lang="en-US" dirty="0" smtClean="0"/>
              <a:t> </a:t>
            </a:r>
            <a:r>
              <a:rPr lang="en-US" dirty="0"/>
              <a:t>#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 </a:t>
            </a:r>
            <a:r>
              <a:rPr lang="en-US" dirty="0" err="1"/>
              <a:t>kode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801298" y="558739"/>
            <a:ext cx="22712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net.ipv4.ip_forward=1</a:t>
            </a:r>
          </a:p>
        </p:txBody>
      </p:sp>
      <p:sp>
        <p:nvSpPr>
          <p:cNvPr id="6" name="Rectangle 5"/>
          <p:cNvSpPr/>
          <p:nvPr/>
        </p:nvSpPr>
        <p:spPr>
          <a:xfrm>
            <a:off x="369320" y="974237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smtClean="0"/>
              <a:t>8. Set </a:t>
            </a:r>
            <a:r>
              <a:rPr lang="en-US" dirty="0"/>
              <a:t>IP TABLE, agar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iptables</a:t>
            </a:r>
            <a:r>
              <a:rPr lang="en-US" dirty="0"/>
              <a:t> </a:t>
            </a:r>
            <a:r>
              <a:rPr lang="en-US" dirty="0" err="1"/>
              <a:t>dijalankan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saat</a:t>
            </a:r>
            <a:r>
              <a:rPr lang="en-US" dirty="0"/>
              <a:t> booting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01298" y="1666734"/>
            <a:ext cx="25195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$ </a:t>
            </a:r>
            <a:r>
              <a:rPr lang="en-US" dirty="0" err="1"/>
              <a:t>sudo</a:t>
            </a:r>
            <a:r>
              <a:rPr lang="en-US" dirty="0"/>
              <a:t> </a:t>
            </a:r>
            <a:r>
              <a:rPr lang="en-US" dirty="0" err="1"/>
              <a:t>nano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rc.local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319805" y="2350716"/>
            <a:ext cx="33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9. </a:t>
            </a:r>
            <a:r>
              <a:rPr lang="en-US" dirty="0" err="1" smtClean="0"/>
              <a:t>Tambahkan</a:t>
            </a:r>
            <a:r>
              <a:rPr lang="en-US" dirty="0" smtClean="0"/>
              <a:t> </a:t>
            </a:r>
            <a:r>
              <a:rPr lang="en-US" dirty="0" err="1"/>
              <a:t>sebelum</a:t>
            </a:r>
            <a:r>
              <a:rPr lang="en-US" dirty="0"/>
              <a:t> </a:t>
            </a:r>
            <a:r>
              <a:rPr lang="en-US" dirty="0" err="1"/>
              <a:t>bari</a:t>
            </a:r>
            <a:r>
              <a:rPr lang="en-US" dirty="0"/>
              <a:t> exit 0</a:t>
            </a:r>
          </a:p>
        </p:txBody>
      </p:sp>
      <p:sp>
        <p:nvSpPr>
          <p:cNvPr id="9" name="Rectangle 8"/>
          <p:cNvSpPr/>
          <p:nvPr/>
        </p:nvSpPr>
        <p:spPr>
          <a:xfrm>
            <a:off x="809778" y="2720048"/>
            <a:ext cx="56703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 err="1"/>
              <a:t>iptables</a:t>
            </a:r>
            <a:r>
              <a:rPr lang="fr-FR" dirty="0"/>
              <a:t> –t </a:t>
            </a:r>
            <a:r>
              <a:rPr lang="fr-FR" dirty="0" err="1"/>
              <a:t>nat</a:t>
            </a:r>
            <a:r>
              <a:rPr lang="fr-FR" dirty="0"/>
              <a:t> –A POSTROUTING –o eth0 –j MASQUERADE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3211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b="1" dirty="0" err="1"/>
              <a:t>Asumsi</a:t>
            </a:r>
            <a:r>
              <a:rPr lang="en-US" b="1" dirty="0"/>
              <a:t> </a:t>
            </a:r>
            <a:r>
              <a:rPr lang="en-US" b="1" dirty="0" err="1"/>
              <a:t>Topologi</a:t>
            </a:r>
            <a:r>
              <a:rPr lang="en-US" b="1" dirty="0"/>
              <a:t> </a:t>
            </a:r>
            <a:r>
              <a:rPr lang="en-US" b="1" dirty="0" err="1"/>
              <a:t>Jaringan</a:t>
            </a:r>
            <a:endParaRPr lang="en-US" dirty="0"/>
          </a:p>
          <a:p>
            <a:r>
              <a:rPr lang="en-US" dirty="0"/>
              <a:t>IP Modem : 192.168.1.1</a:t>
            </a:r>
            <a:br>
              <a:rPr lang="en-US" dirty="0"/>
            </a:br>
            <a:r>
              <a:rPr lang="en-US" dirty="0"/>
              <a:t>IP ETH-0    : 192.168.1.2</a:t>
            </a:r>
            <a:br>
              <a:rPr lang="en-US" dirty="0"/>
            </a:br>
            <a:r>
              <a:rPr lang="en-US" dirty="0"/>
              <a:t>IP ETH-1    : 192.168.10.1/24</a:t>
            </a:r>
            <a:br>
              <a:rPr lang="en-US" dirty="0"/>
            </a:br>
            <a:r>
              <a:rPr lang="en-US" dirty="0"/>
              <a:t>IP Client    : 192.168.10.2 – 192.168.10.254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Ringkasan</a:t>
            </a:r>
            <a:r>
              <a:rPr lang="en-US" dirty="0"/>
              <a:t> Setting NAT Routing di Ubuntu Server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: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1. Edit File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sysctl.conf</a:t>
            </a:r>
            <a:r>
              <a:rPr lang="en-US" dirty="0"/>
              <a:t> ------------&gt; </a:t>
            </a:r>
            <a:r>
              <a:rPr lang="en-US" b="1" dirty="0" err="1"/>
              <a:t>nano</a:t>
            </a:r>
            <a:r>
              <a:rPr lang="en-US" b="1" dirty="0"/>
              <a:t> /</a:t>
            </a:r>
            <a:r>
              <a:rPr lang="en-US" b="1" dirty="0" err="1"/>
              <a:t>etc</a:t>
            </a:r>
            <a:r>
              <a:rPr lang="en-US" b="1" dirty="0"/>
              <a:t>/</a:t>
            </a:r>
            <a:r>
              <a:rPr lang="en-US" b="1" dirty="0" err="1"/>
              <a:t>sysctl.conf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     - </a:t>
            </a:r>
            <a:r>
              <a:rPr lang="en-US" dirty="0" err="1"/>
              <a:t>Cari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Aktifkan</a:t>
            </a:r>
            <a:r>
              <a:rPr lang="en-US" dirty="0"/>
              <a:t> </a:t>
            </a:r>
            <a:r>
              <a:rPr lang="en-US" b="1" dirty="0"/>
              <a:t>inet.ipv4.ip_forward=1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         </a:t>
            </a:r>
            <a:r>
              <a:rPr lang="en-US" dirty="0" err="1"/>
              <a:t>fungsi</a:t>
            </a:r>
            <a:r>
              <a:rPr lang="en-US" dirty="0"/>
              <a:t> script </a:t>
            </a:r>
            <a:r>
              <a:rPr lang="en-US" dirty="0" err="1"/>
              <a:t>diatas</a:t>
            </a:r>
            <a:r>
              <a:rPr lang="en-US" dirty="0"/>
              <a:t>  </a:t>
            </a:r>
            <a:r>
              <a:rPr lang="en-US" dirty="0" err="1"/>
              <a:t>mengaktifkan</a:t>
            </a:r>
            <a:r>
              <a:rPr lang="en-US" dirty="0"/>
              <a:t> </a:t>
            </a:r>
            <a:r>
              <a:rPr lang="en-US" dirty="0" err="1"/>
              <a:t>Paket-Paket</a:t>
            </a:r>
            <a:r>
              <a:rPr lang="en-US" dirty="0"/>
              <a:t> Forwarding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2.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Aktifkan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#</a:t>
            </a:r>
            <a:r>
              <a:rPr lang="en-US" b="1" dirty="0"/>
              <a:t> </a:t>
            </a:r>
            <a:r>
              <a:rPr lang="en-US" b="1" dirty="0" err="1"/>
              <a:t>sysctl</a:t>
            </a:r>
            <a:r>
              <a:rPr lang="en-US" b="1" dirty="0"/>
              <a:t> -p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3.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Buat</a:t>
            </a:r>
            <a:r>
              <a:rPr lang="en-US" dirty="0"/>
              <a:t> NAT Routing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     # </a:t>
            </a:r>
            <a:r>
              <a:rPr lang="en-US" b="1" dirty="0" err="1"/>
              <a:t>iptables</a:t>
            </a:r>
            <a:r>
              <a:rPr lang="en-US" b="1" dirty="0"/>
              <a:t> -t </a:t>
            </a:r>
            <a:r>
              <a:rPr lang="en-US" b="1" dirty="0" err="1"/>
              <a:t>nat</a:t>
            </a:r>
            <a:r>
              <a:rPr lang="en-US" b="1" dirty="0"/>
              <a:t> -A POSTROUTING -o eth0 -j MASQUERADE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4. </a:t>
            </a:r>
            <a:r>
              <a:rPr lang="en-US" dirty="0" err="1"/>
              <a:t>Kemudian</a:t>
            </a:r>
            <a:r>
              <a:rPr lang="en-US" dirty="0"/>
              <a:t> </a:t>
            </a: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Perintah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     # </a:t>
            </a:r>
            <a:r>
              <a:rPr lang="en-US" b="1" dirty="0" err="1"/>
              <a:t>iptables</a:t>
            </a:r>
            <a:r>
              <a:rPr lang="en-US" b="1" dirty="0"/>
              <a:t>-save &gt; /</a:t>
            </a:r>
            <a:r>
              <a:rPr lang="en-US" b="1" dirty="0" err="1"/>
              <a:t>etc</a:t>
            </a:r>
            <a:r>
              <a:rPr lang="en-US" b="1" dirty="0"/>
              <a:t>/network/</a:t>
            </a:r>
            <a:r>
              <a:rPr lang="en-US" b="1" dirty="0" err="1"/>
              <a:t>iptables.conf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5. Edit file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rc.local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tambahkan</a:t>
            </a:r>
            <a:r>
              <a:rPr lang="en-US" dirty="0"/>
              <a:t> </a:t>
            </a:r>
            <a:r>
              <a:rPr lang="en-US" dirty="0" err="1"/>
              <a:t>baris</a:t>
            </a:r>
            <a:r>
              <a:rPr lang="en-US" dirty="0"/>
              <a:t> </a:t>
            </a:r>
            <a:r>
              <a:rPr lang="en-US" dirty="0" err="1"/>
              <a:t>dibawah</a:t>
            </a:r>
            <a:r>
              <a:rPr lang="en-US" dirty="0"/>
              <a:t> </a:t>
            </a:r>
            <a:r>
              <a:rPr lang="en-US" dirty="0" err="1"/>
              <a:t>ini</a:t>
            </a:r>
            <a:endParaRPr lang="en-US" dirty="0"/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       -  </a:t>
            </a:r>
            <a:r>
              <a:rPr lang="en-US" b="1" dirty="0" err="1"/>
              <a:t>nano</a:t>
            </a:r>
            <a:r>
              <a:rPr lang="en-US" b="1" dirty="0"/>
              <a:t> /</a:t>
            </a:r>
            <a:r>
              <a:rPr lang="en-US" b="1" dirty="0" err="1"/>
              <a:t>etc</a:t>
            </a:r>
            <a:r>
              <a:rPr lang="en-US" b="1" dirty="0"/>
              <a:t>/</a:t>
            </a:r>
            <a:r>
              <a:rPr lang="en-US" b="1" dirty="0" err="1"/>
              <a:t>rc.local</a:t>
            </a:r>
            <a:endParaRPr lang="en-US" dirty="0"/>
          </a:p>
          <a:p>
            <a:r>
              <a:rPr lang="en-US" b="1" dirty="0"/>
              <a:t>       -  </a:t>
            </a:r>
            <a:r>
              <a:rPr lang="en-US" b="1" dirty="0" err="1"/>
              <a:t>iptables</a:t>
            </a:r>
            <a:r>
              <a:rPr lang="en-US" b="1" dirty="0"/>
              <a:t>-restore &lt; /</a:t>
            </a:r>
            <a:r>
              <a:rPr lang="en-US" b="1" dirty="0" err="1"/>
              <a:t>etc</a:t>
            </a:r>
            <a:r>
              <a:rPr lang="en-US" b="1" dirty="0"/>
              <a:t>/network/</a:t>
            </a:r>
            <a:r>
              <a:rPr lang="en-US" b="1" dirty="0" err="1"/>
              <a:t>iptables.conf</a:t>
            </a:r>
            <a:endParaRPr lang="en-US" dirty="0"/>
          </a:p>
          <a:p>
            <a:r>
              <a:rPr lang="en-US" dirty="0"/>
              <a:t>          exit 0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       </a:t>
            </a:r>
            <a:r>
              <a:rPr lang="en-US" dirty="0" err="1"/>
              <a:t>Fungsi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merestore</a:t>
            </a:r>
            <a:r>
              <a:rPr lang="en-US" dirty="0"/>
              <a:t> NAT </a:t>
            </a:r>
            <a:r>
              <a:rPr lang="en-US" dirty="0" err="1"/>
              <a:t>setiap</a:t>
            </a:r>
            <a:r>
              <a:rPr lang="en-US" dirty="0"/>
              <a:t> kali </a:t>
            </a:r>
            <a:r>
              <a:rPr lang="en-US" dirty="0" err="1"/>
              <a:t>komputer</a:t>
            </a:r>
            <a:r>
              <a:rPr lang="en-US" dirty="0"/>
              <a:t> restart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6. Setting IP Client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Mengarahkan</a:t>
            </a:r>
            <a:r>
              <a:rPr lang="en-US" dirty="0"/>
              <a:t> Gateway </a:t>
            </a:r>
            <a:r>
              <a:rPr lang="en-US" dirty="0" err="1"/>
              <a:t>ke</a:t>
            </a:r>
            <a:r>
              <a:rPr lang="en-US" dirty="0"/>
              <a:t> eth-1 Server 192.168.10.1</a:t>
            </a:r>
          </a:p>
          <a:p>
            <a:r>
              <a:rPr lang="en-US" dirty="0"/>
              <a:t/>
            </a:r>
            <a:br>
              <a:rPr lang="en-US" dirty="0"/>
            </a:br>
            <a:endParaRPr lang="en-US" dirty="0"/>
          </a:p>
          <a:p>
            <a:r>
              <a:rPr lang="en-US" dirty="0"/>
              <a:t>7. </a:t>
            </a:r>
            <a:r>
              <a:rPr lang="en-US" dirty="0" err="1"/>
              <a:t>Ujicoba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Browsing di Client.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049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ubtitle 2"/>
          <p:cNvSpPr txBox="1">
            <a:spLocks/>
          </p:cNvSpPr>
          <p:nvPr/>
        </p:nvSpPr>
        <p:spPr>
          <a:xfrm>
            <a:off x="1104646" y="3817180"/>
            <a:ext cx="5178582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buFontTx/>
              <a:buChar char="-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592048" y="4424926"/>
            <a:ext cx="4376174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atin typeface="Edwardian Script ITC" panose="030303020407070D0804" pitchFamily="66" charset="0"/>
              </a:rPr>
              <a:t>Thank You !!</a:t>
            </a:r>
          </a:p>
          <a:p>
            <a:pPr algn="ctr"/>
            <a:r>
              <a:rPr lang="en-US" sz="4000" dirty="0">
                <a:latin typeface="Edwardian Script ITC" panose="030303020407070D0804" pitchFamily="66" charset="0"/>
              </a:rPr>
              <a:t> </a:t>
            </a:r>
          </a:p>
        </p:txBody>
      </p:sp>
      <p:sp>
        <p:nvSpPr>
          <p:cNvPr id="8" name="Rectangle 7"/>
          <p:cNvSpPr/>
          <p:nvPr/>
        </p:nvSpPr>
        <p:spPr>
          <a:xfrm>
            <a:off x="9507866" y="6056142"/>
            <a:ext cx="2613761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https://www.youtube.com/@AmelOline/videos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344774" y="5917643"/>
            <a:ext cx="1623448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https://github.com/siagianp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31473" y="6194642"/>
            <a:ext cx="3667194" cy="2308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00" dirty="0"/>
              <a:t>https://github.com/amelcharolinesgn2/IoT_simulator-mqtt-NodeRed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77163" y="6333141"/>
            <a:ext cx="320472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4566" y="6506265"/>
            <a:ext cx="3839513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https://github.com/amelcharolinesgn2/ClouD-Infrastructure-SISKA-2025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54496" y="359621"/>
            <a:ext cx="4804363" cy="2463094"/>
            <a:chOff x="54496" y="359621"/>
            <a:chExt cx="4804363" cy="2463094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5105" y="1901987"/>
              <a:ext cx="3104181" cy="263526"/>
            </a:xfrm>
            <a:prstGeom prst="rect">
              <a:avLst/>
            </a:prstGeom>
          </p:spPr>
        </p:pic>
        <p:sp>
          <p:nvSpPr>
            <p:cNvPr id="17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54496" y="1922610"/>
              <a:ext cx="4804363" cy="900105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00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dirty="0" smtClean="0">
                  <a:solidFill>
                    <a:schemeClr val="accent1">
                      <a:lumMod val="75000"/>
                    </a:schemeClr>
                  </a:solidFill>
                </a:rPr>
                <a:t>Computer </a:t>
              </a:r>
              <a:r>
                <a:rPr lang="en-US" dirty="0" smtClean="0">
                  <a:solidFill>
                    <a:srgbClr val="00B0F0"/>
                  </a:solidFill>
                </a:rPr>
                <a:t>Vision</a:t>
              </a:r>
              <a:endParaRPr lang="en-US" dirty="0">
                <a:solidFill>
                  <a:srgbClr val="00B0F0"/>
                </a:solidFill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2AABCB87-2ECC-4C03-B5BB-6EE11C8A4485}"/>
                </a:ext>
              </a:extLst>
            </p:cNvPr>
            <p:cNvGrpSpPr/>
            <p:nvPr/>
          </p:nvGrpSpPr>
          <p:grpSpPr>
            <a:xfrm>
              <a:off x="89638" y="359621"/>
              <a:ext cx="3064025" cy="1516520"/>
              <a:chOff x="4853562" y="1589418"/>
              <a:chExt cx="2609520" cy="1291565"/>
            </a:xfrm>
          </p:grpSpPr>
          <p:sp>
            <p:nvSpPr>
              <p:cNvPr id="25" name="Freeform 24">
                <a:extLst>
                  <a:ext uri="{FF2B5EF4-FFF2-40B4-BE49-F238E27FC236}">
                    <a16:creationId xmlns:a16="http://schemas.microsoft.com/office/drawing/2014/main" id="{03546B24-FABC-4B2A-A80F-B03654D56A7D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4853562" y="1589418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Freeform 25">
                <a:extLst>
                  <a:ext uri="{FF2B5EF4-FFF2-40B4-BE49-F238E27FC236}">
                    <a16:creationId xmlns:a16="http://schemas.microsoft.com/office/drawing/2014/main" id="{02E1A011-CDEA-4BBC-B725-C88AF5464891}"/>
                  </a:ext>
                </a:extLst>
              </p:cNvPr>
              <p:cNvSpPr>
                <a:spLocks noChangeAspect="1"/>
              </p:cNvSpPr>
              <p:nvPr/>
            </p:nvSpPr>
            <p:spPr>
              <a:xfrm flipH="1">
                <a:off x="5230834" y="1678285"/>
                <a:ext cx="2232248" cy="1202698"/>
              </a:xfrm>
              <a:custGeom>
                <a:avLst/>
                <a:gdLst/>
                <a:ahLst/>
                <a:cxnLst/>
                <a:rect l="l" t="t" r="r" b="b"/>
                <a:pathLst>
                  <a:path w="1872168" h="1008693">
                    <a:moveTo>
                      <a:pt x="699542" y="162"/>
                    </a:moveTo>
                    <a:cubicBezTo>
                      <a:pt x="683169" y="534"/>
                      <a:pt x="666273" y="1556"/>
                      <a:pt x="648845" y="3291"/>
                    </a:cubicBezTo>
                    <a:cubicBezTo>
                      <a:pt x="357120" y="49686"/>
                      <a:pt x="273885" y="284789"/>
                      <a:pt x="274981" y="413694"/>
                    </a:cubicBezTo>
                    <a:cubicBezTo>
                      <a:pt x="4451" y="471904"/>
                      <a:pt x="-11347" y="662854"/>
                      <a:pt x="4101" y="753457"/>
                    </a:cubicBezTo>
                    <a:cubicBezTo>
                      <a:pt x="42383" y="946818"/>
                      <a:pt x="296257" y="1004273"/>
                      <a:pt x="384912" y="1005378"/>
                    </a:cubicBezTo>
                    <a:lnTo>
                      <a:pt x="1507196" y="1008693"/>
                    </a:lnTo>
                    <a:cubicBezTo>
                      <a:pt x="1646895" y="1000406"/>
                      <a:pt x="1746295" y="947371"/>
                      <a:pt x="1825546" y="854557"/>
                    </a:cubicBezTo>
                    <a:cubicBezTo>
                      <a:pt x="1897410" y="760086"/>
                      <a:pt x="1873973" y="626012"/>
                      <a:pt x="1836613" y="558208"/>
                    </a:cubicBezTo>
                    <a:cubicBezTo>
                      <a:pt x="1808089" y="509360"/>
                      <a:pt x="1675919" y="402617"/>
                      <a:pt x="1507617" y="430504"/>
                    </a:cubicBezTo>
                    <a:cubicBezTo>
                      <a:pt x="1525469" y="335682"/>
                      <a:pt x="1477961" y="244522"/>
                      <a:pt x="1398003" y="206286"/>
                    </a:cubicBezTo>
                    <a:cubicBezTo>
                      <a:pt x="1299806" y="153261"/>
                      <a:pt x="1182195" y="177294"/>
                      <a:pt x="1108176" y="215068"/>
                    </a:cubicBezTo>
                    <a:cubicBezTo>
                      <a:pt x="1072916" y="135306"/>
                      <a:pt x="945134" y="-5422"/>
                      <a:pt x="699542" y="162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21920" tIns="60960" rIns="121920" bIns="609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sz="3601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B8BC7BC-BF58-402E-9A69-AA9226DE7CAA}"/>
                </a:ext>
              </a:extLst>
            </p:cNvPr>
            <p:cNvGrpSpPr/>
            <p:nvPr/>
          </p:nvGrpSpPr>
          <p:grpSpPr>
            <a:xfrm>
              <a:off x="1356703" y="883096"/>
              <a:ext cx="1334145" cy="620384"/>
              <a:chOff x="7729280" y="2195997"/>
              <a:chExt cx="2143740" cy="996849"/>
            </a:xfrm>
            <a:solidFill>
              <a:schemeClr val="accent6"/>
            </a:solidFill>
          </p:grpSpPr>
          <p:sp>
            <p:nvSpPr>
              <p:cNvPr id="23" name="Freeform: Shape 66">
                <a:extLst>
                  <a:ext uri="{FF2B5EF4-FFF2-40B4-BE49-F238E27FC236}">
                    <a16:creationId xmlns:a16="http://schemas.microsoft.com/office/drawing/2014/main" id="{2A081543-B9FF-49B1-8EEF-ABDF5438EDCD}"/>
                  </a:ext>
                </a:extLst>
              </p:cNvPr>
              <p:cNvSpPr/>
              <p:nvPr/>
            </p:nvSpPr>
            <p:spPr>
              <a:xfrm>
                <a:off x="7729280" y="2195997"/>
                <a:ext cx="2143740" cy="996849"/>
              </a:xfrm>
              <a:custGeom>
                <a:avLst/>
                <a:gdLst/>
                <a:ahLst/>
                <a:cxnLst/>
                <a:rect l="l" t="t" r="r" b="b"/>
                <a:pathLst>
                  <a:path w="1862733" h="866179">
                    <a:moveTo>
                      <a:pt x="794147" y="204787"/>
                    </a:moveTo>
                    <a:cubicBezTo>
                      <a:pt x="745605" y="204787"/>
                      <a:pt x="701637" y="218416"/>
                      <a:pt x="662244" y="245673"/>
                    </a:cubicBezTo>
                    <a:cubicBezTo>
                      <a:pt x="622851" y="272930"/>
                      <a:pt x="594798" y="309240"/>
                      <a:pt x="578086" y="354601"/>
                    </a:cubicBezTo>
                    <a:cubicBezTo>
                      <a:pt x="568536" y="380467"/>
                      <a:pt x="563761" y="406729"/>
                      <a:pt x="563761" y="433387"/>
                    </a:cubicBezTo>
                    <a:cubicBezTo>
                      <a:pt x="563761" y="488299"/>
                      <a:pt x="582064" y="537440"/>
                      <a:pt x="618670" y="580811"/>
                    </a:cubicBezTo>
                    <a:cubicBezTo>
                      <a:pt x="664031" y="634532"/>
                      <a:pt x="722524" y="661392"/>
                      <a:pt x="794147" y="661392"/>
                    </a:cubicBezTo>
                    <a:cubicBezTo>
                      <a:pt x="865771" y="661392"/>
                      <a:pt x="924462" y="634733"/>
                      <a:pt x="970220" y="581415"/>
                    </a:cubicBezTo>
                    <a:cubicBezTo>
                      <a:pt x="1006826" y="538838"/>
                      <a:pt x="1025128" y="489496"/>
                      <a:pt x="1025128" y="433387"/>
                    </a:cubicBezTo>
                    <a:cubicBezTo>
                      <a:pt x="1025128" y="376088"/>
                      <a:pt x="1006826" y="326547"/>
                      <a:pt x="970220" y="284764"/>
                    </a:cubicBezTo>
                    <a:cubicBezTo>
                      <a:pt x="923265" y="231446"/>
                      <a:pt x="864574" y="204787"/>
                      <a:pt x="794147" y="204787"/>
                    </a:cubicBezTo>
                    <a:close/>
                    <a:moveTo>
                      <a:pt x="1304330" y="24408"/>
                    </a:moveTo>
                    <a:lnTo>
                      <a:pt x="1862733" y="24408"/>
                    </a:lnTo>
                    <a:lnTo>
                      <a:pt x="1862733" y="200620"/>
                    </a:lnTo>
                    <a:lnTo>
                      <a:pt x="1687711" y="200620"/>
                    </a:lnTo>
                    <a:lnTo>
                      <a:pt x="1687711" y="837009"/>
                    </a:lnTo>
                    <a:lnTo>
                      <a:pt x="1476375" y="837009"/>
                    </a:lnTo>
                    <a:lnTo>
                      <a:pt x="1476375" y="200620"/>
                    </a:lnTo>
                    <a:lnTo>
                      <a:pt x="1304330" y="200620"/>
                    </a:lnTo>
                    <a:close/>
                    <a:moveTo>
                      <a:pt x="0" y="24408"/>
                    </a:moveTo>
                    <a:lnTo>
                      <a:pt x="211336" y="24408"/>
                    </a:lnTo>
                    <a:lnTo>
                      <a:pt x="211336" y="837009"/>
                    </a:lnTo>
                    <a:lnTo>
                      <a:pt x="0" y="837009"/>
                    </a:lnTo>
                    <a:close/>
                    <a:moveTo>
                      <a:pt x="794147" y="0"/>
                    </a:moveTo>
                    <a:cubicBezTo>
                      <a:pt x="937022" y="0"/>
                      <a:pt x="1050330" y="47426"/>
                      <a:pt x="1134071" y="142280"/>
                    </a:cubicBezTo>
                    <a:cubicBezTo>
                      <a:pt x="1207493" y="225623"/>
                      <a:pt x="1244204" y="322659"/>
                      <a:pt x="1244204" y="433387"/>
                    </a:cubicBezTo>
                    <a:cubicBezTo>
                      <a:pt x="1244204" y="543719"/>
                      <a:pt x="1207493" y="640556"/>
                      <a:pt x="1134071" y="723900"/>
                    </a:cubicBezTo>
                    <a:cubicBezTo>
                      <a:pt x="1050330" y="818753"/>
                      <a:pt x="937022" y="866179"/>
                      <a:pt x="794147" y="866179"/>
                    </a:cubicBezTo>
                    <a:cubicBezTo>
                      <a:pt x="651669" y="866179"/>
                      <a:pt x="538560" y="818753"/>
                      <a:pt x="454819" y="723900"/>
                    </a:cubicBezTo>
                    <a:cubicBezTo>
                      <a:pt x="381397" y="640556"/>
                      <a:pt x="344686" y="543719"/>
                      <a:pt x="344686" y="433387"/>
                    </a:cubicBezTo>
                    <a:cubicBezTo>
                      <a:pt x="344686" y="382984"/>
                      <a:pt x="354608" y="331291"/>
                      <a:pt x="374452" y="278308"/>
                    </a:cubicBezTo>
                    <a:cubicBezTo>
                      <a:pt x="394296" y="225326"/>
                      <a:pt x="420886" y="179983"/>
                      <a:pt x="454224" y="142280"/>
                    </a:cubicBezTo>
                    <a:cubicBezTo>
                      <a:pt x="537964" y="47426"/>
                      <a:pt x="651272" y="0"/>
                      <a:pt x="794147" y="0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 dirty="0"/>
              </a:p>
            </p:txBody>
          </p:sp>
          <p:sp>
            <p:nvSpPr>
              <p:cNvPr id="24" name="Freeform: Shape 67">
                <a:extLst>
                  <a:ext uri="{FF2B5EF4-FFF2-40B4-BE49-F238E27FC236}">
                    <a16:creationId xmlns:a16="http://schemas.microsoft.com/office/drawing/2014/main" id="{275D1FAA-C13F-4A6B-BA37-7704CFB7ADCD}"/>
                  </a:ext>
                </a:extLst>
              </p:cNvPr>
              <p:cNvSpPr/>
              <p:nvPr/>
            </p:nvSpPr>
            <p:spPr>
              <a:xfrm>
                <a:off x="8421007" y="2543552"/>
                <a:ext cx="443936" cy="326800"/>
              </a:xfrm>
              <a:custGeom>
                <a:avLst/>
                <a:gdLst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788485 w 3738080"/>
                  <a:gd name="connsiteY5" fmla="*/ 1841061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2624294 w 3738080"/>
                  <a:gd name="connsiteY5" fmla="*/ 1992174 h 2751770"/>
                  <a:gd name="connsiteX6" fmla="*/ 2632248 w 3738080"/>
                  <a:gd name="connsiteY6" fmla="*/ 1992174 h 2751770"/>
                  <a:gd name="connsiteX7" fmla="*/ 2624294 w 3738080"/>
                  <a:gd name="connsiteY7" fmla="*/ 1992174 h 2751770"/>
                  <a:gd name="connsiteX8" fmla="*/ 1858846 w 3738080"/>
                  <a:gd name="connsiteY8" fmla="*/ 1306247 h 2751770"/>
                  <a:gd name="connsiteX9" fmla="*/ 2645621 w 3738080"/>
                  <a:gd name="connsiteY9" fmla="*/ 1504218 h 2751770"/>
                  <a:gd name="connsiteX10" fmla="*/ 2795575 w 3738080"/>
                  <a:gd name="connsiteY10" fmla="*/ 1757331 h 2751770"/>
                  <a:gd name="connsiteX11" fmla="*/ 2539052 w 3738080"/>
                  <a:gd name="connsiteY11" fmla="*/ 1841672 h 2751770"/>
                  <a:gd name="connsiteX12" fmla="*/ 1353947 w 3738080"/>
                  <a:gd name="connsiteY12" fmla="*/ 1778974 h 2751770"/>
                  <a:gd name="connsiteX13" fmla="*/ 982333 w 3738080"/>
                  <a:gd name="connsiteY13" fmla="*/ 1780833 h 2751770"/>
                  <a:gd name="connsiteX14" fmla="*/ 966756 w 3738080"/>
                  <a:gd name="connsiteY14" fmla="*/ 1667407 h 2751770"/>
                  <a:gd name="connsiteX15" fmla="*/ 1217540 w 3738080"/>
                  <a:gd name="connsiteY15" fmla="*/ 1445700 h 2751770"/>
                  <a:gd name="connsiteX16" fmla="*/ 1858846 w 3738080"/>
                  <a:gd name="connsiteY16" fmla="*/ 1306247 h 2751770"/>
                  <a:gd name="connsiteX17" fmla="*/ 1828129 w 3738080"/>
                  <a:gd name="connsiteY17" fmla="*/ 650059 h 2751770"/>
                  <a:gd name="connsiteX18" fmla="*/ 3108200 w 3738080"/>
                  <a:gd name="connsiteY18" fmla="*/ 1008980 h 2751770"/>
                  <a:gd name="connsiteX19" fmla="*/ 3258155 w 3738080"/>
                  <a:gd name="connsiteY19" fmla="*/ 1319033 h 2751770"/>
                  <a:gd name="connsiteX20" fmla="*/ 2937692 w 3738080"/>
                  <a:gd name="connsiteY20" fmla="*/ 1304637 h 2751770"/>
                  <a:gd name="connsiteX21" fmla="*/ 763561 w 3738080"/>
                  <a:gd name="connsiteY21" fmla="*/ 1325535 h 2751770"/>
                  <a:gd name="connsiteX22" fmla="*/ 464412 w 3738080"/>
                  <a:gd name="connsiteY22" fmla="*/ 1278813 h 2751770"/>
                  <a:gd name="connsiteX23" fmla="*/ 450482 w 3738080"/>
                  <a:gd name="connsiteY23" fmla="*/ 1202928 h 2751770"/>
                  <a:gd name="connsiteX24" fmla="*/ 622892 w 3738080"/>
                  <a:gd name="connsiteY24" fmla="*/ 1008979 h 2751770"/>
                  <a:gd name="connsiteX25" fmla="*/ 1828129 w 3738080"/>
                  <a:gd name="connsiteY25" fmla="*/ 650059 h 2751770"/>
                  <a:gd name="connsiteX26" fmla="*/ 1764313 w 3738080"/>
                  <a:gd name="connsiteY26" fmla="*/ 591 h 2751770"/>
                  <a:gd name="connsiteX27" fmla="*/ 3559697 w 3738080"/>
                  <a:gd name="connsiteY27" fmla="*/ 547180 h 2751770"/>
                  <a:gd name="connsiteX28" fmla="*/ 3709650 w 3738080"/>
                  <a:gd name="connsiteY28" fmla="*/ 882310 h 2751770"/>
                  <a:gd name="connsiteX29" fmla="*/ 3367875 w 3738080"/>
                  <a:gd name="connsiteY29" fmla="*/ 834477 h 2751770"/>
                  <a:gd name="connsiteX30" fmla="*/ 318417 w 3738080"/>
                  <a:gd name="connsiteY30" fmla="*/ 884635 h 2751770"/>
                  <a:gd name="connsiteX31" fmla="*/ 19267 w 3738080"/>
                  <a:gd name="connsiteY31" fmla="*/ 846272 h 2751770"/>
                  <a:gd name="connsiteX32" fmla="*/ 275 w 3738080"/>
                  <a:gd name="connsiteY32" fmla="*/ 760137 h 2751770"/>
                  <a:gd name="connsiteX33" fmla="*/ 173484 w 3738080"/>
                  <a:gd name="connsiteY33" fmla="*/ 547180 h 2751770"/>
                  <a:gd name="connsiteX34" fmla="*/ 1764313 w 3738080"/>
                  <a:gd name="connsiteY34" fmla="*/ 591 h 2751770"/>
                  <a:gd name="connsiteX0" fmla="*/ 1869041 w 3738080"/>
                  <a:gd name="connsiteY0" fmla="*/ 1997576 h 2751770"/>
                  <a:gd name="connsiteX1" fmla="*/ 2246138 w 3738080"/>
                  <a:gd name="connsiteY1" fmla="*/ 2374673 h 2751770"/>
                  <a:gd name="connsiteX2" fmla="*/ 1869041 w 3738080"/>
                  <a:gd name="connsiteY2" fmla="*/ 2751770 h 2751770"/>
                  <a:gd name="connsiteX3" fmla="*/ 1491944 w 3738080"/>
                  <a:gd name="connsiteY3" fmla="*/ 2374673 h 2751770"/>
                  <a:gd name="connsiteX4" fmla="*/ 1869041 w 3738080"/>
                  <a:gd name="connsiteY4" fmla="*/ 1997576 h 2751770"/>
                  <a:gd name="connsiteX5" fmla="*/ 1858846 w 3738080"/>
                  <a:gd name="connsiteY5" fmla="*/ 1306247 h 2751770"/>
                  <a:gd name="connsiteX6" fmla="*/ 2645621 w 3738080"/>
                  <a:gd name="connsiteY6" fmla="*/ 1504218 h 2751770"/>
                  <a:gd name="connsiteX7" fmla="*/ 2795575 w 3738080"/>
                  <a:gd name="connsiteY7" fmla="*/ 1757331 h 2751770"/>
                  <a:gd name="connsiteX8" fmla="*/ 2539052 w 3738080"/>
                  <a:gd name="connsiteY8" fmla="*/ 1841672 h 2751770"/>
                  <a:gd name="connsiteX9" fmla="*/ 1353947 w 3738080"/>
                  <a:gd name="connsiteY9" fmla="*/ 1778974 h 2751770"/>
                  <a:gd name="connsiteX10" fmla="*/ 982333 w 3738080"/>
                  <a:gd name="connsiteY10" fmla="*/ 1780833 h 2751770"/>
                  <a:gd name="connsiteX11" fmla="*/ 966756 w 3738080"/>
                  <a:gd name="connsiteY11" fmla="*/ 1667407 h 2751770"/>
                  <a:gd name="connsiteX12" fmla="*/ 1217540 w 3738080"/>
                  <a:gd name="connsiteY12" fmla="*/ 1445700 h 2751770"/>
                  <a:gd name="connsiteX13" fmla="*/ 1858846 w 3738080"/>
                  <a:gd name="connsiteY13" fmla="*/ 1306247 h 2751770"/>
                  <a:gd name="connsiteX14" fmla="*/ 1828129 w 3738080"/>
                  <a:gd name="connsiteY14" fmla="*/ 650059 h 2751770"/>
                  <a:gd name="connsiteX15" fmla="*/ 3108200 w 3738080"/>
                  <a:gd name="connsiteY15" fmla="*/ 1008980 h 2751770"/>
                  <a:gd name="connsiteX16" fmla="*/ 3258155 w 3738080"/>
                  <a:gd name="connsiteY16" fmla="*/ 1319033 h 2751770"/>
                  <a:gd name="connsiteX17" fmla="*/ 2937692 w 3738080"/>
                  <a:gd name="connsiteY17" fmla="*/ 1304637 h 2751770"/>
                  <a:gd name="connsiteX18" fmla="*/ 763561 w 3738080"/>
                  <a:gd name="connsiteY18" fmla="*/ 1325535 h 2751770"/>
                  <a:gd name="connsiteX19" fmla="*/ 464412 w 3738080"/>
                  <a:gd name="connsiteY19" fmla="*/ 1278813 h 2751770"/>
                  <a:gd name="connsiteX20" fmla="*/ 450482 w 3738080"/>
                  <a:gd name="connsiteY20" fmla="*/ 1202928 h 2751770"/>
                  <a:gd name="connsiteX21" fmla="*/ 622892 w 3738080"/>
                  <a:gd name="connsiteY21" fmla="*/ 1008979 h 2751770"/>
                  <a:gd name="connsiteX22" fmla="*/ 1828129 w 3738080"/>
                  <a:gd name="connsiteY22" fmla="*/ 650059 h 2751770"/>
                  <a:gd name="connsiteX23" fmla="*/ 1764313 w 3738080"/>
                  <a:gd name="connsiteY23" fmla="*/ 591 h 2751770"/>
                  <a:gd name="connsiteX24" fmla="*/ 3559697 w 3738080"/>
                  <a:gd name="connsiteY24" fmla="*/ 547180 h 2751770"/>
                  <a:gd name="connsiteX25" fmla="*/ 3709650 w 3738080"/>
                  <a:gd name="connsiteY25" fmla="*/ 882310 h 2751770"/>
                  <a:gd name="connsiteX26" fmla="*/ 3367875 w 3738080"/>
                  <a:gd name="connsiteY26" fmla="*/ 834477 h 2751770"/>
                  <a:gd name="connsiteX27" fmla="*/ 318417 w 3738080"/>
                  <a:gd name="connsiteY27" fmla="*/ 884635 h 2751770"/>
                  <a:gd name="connsiteX28" fmla="*/ 19267 w 3738080"/>
                  <a:gd name="connsiteY28" fmla="*/ 846272 h 2751770"/>
                  <a:gd name="connsiteX29" fmla="*/ 275 w 3738080"/>
                  <a:gd name="connsiteY29" fmla="*/ 760137 h 2751770"/>
                  <a:gd name="connsiteX30" fmla="*/ 173484 w 3738080"/>
                  <a:gd name="connsiteY30" fmla="*/ 547180 h 2751770"/>
                  <a:gd name="connsiteX31" fmla="*/ 1764313 w 3738080"/>
                  <a:gd name="connsiteY31" fmla="*/ 591 h 27517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</a:cxnLst>
                <a:rect l="l" t="t" r="r" b="b"/>
                <a:pathLst>
                  <a:path w="3738080" h="2751770">
                    <a:moveTo>
                      <a:pt x="1869041" y="1997576"/>
                    </a:moveTo>
                    <a:cubicBezTo>
                      <a:pt x="2077306" y="1997576"/>
                      <a:pt x="2246138" y="2166408"/>
                      <a:pt x="2246138" y="2374673"/>
                    </a:cubicBezTo>
                    <a:cubicBezTo>
                      <a:pt x="2246138" y="2582938"/>
                      <a:pt x="2077306" y="2751770"/>
                      <a:pt x="1869041" y="2751770"/>
                    </a:cubicBezTo>
                    <a:cubicBezTo>
                      <a:pt x="1660776" y="2751770"/>
                      <a:pt x="1491944" y="2582938"/>
                      <a:pt x="1491944" y="2374673"/>
                    </a:cubicBezTo>
                    <a:cubicBezTo>
                      <a:pt x="1491944" y="2166408"/>
                      <a:pt x="1660776" y="1997576"/>
                      <a:pt x="1869041" y="1997576"/>
                    </a:cubicBezTo>
                    <a:close/>
                    <a:moveTo>
                      <a:pt x="1858846" y="1306247"/>
                    </a:moveTo>
                    <a:cubicBezTo>
                      <a:pt x="2165924" y="1301758"/>
                      <a:pt x="2404940" y="1399722"/>
                      <a:pt x="2645621" y="1504218"/>
                    </a:cubicBezTo>
                    <a:cubicBezTo>
                      <a:pt x="2813424" y="1597955"/>
                      <a:pt x="2823993" y="1678797"/>
                      <a:pt x="2795575" y="1757331"/>
                    </a:cubicBezTo>
                    <a:cubicBezTo>
                      <a:pt x="2761471" y="1842158"/>
                      <a:pt x="2685239" y="1908552"/>
                      <a:pt x="2539052" y="1841672"/>
                    </a:cubicBezTo>
                    <a:cubicBezTo>
                      <a:pt x="2347207" y="1684231"/>
                      <a:pt x="1733351" y="1556050"/>
                      <a:pt x="1353947" y="1778974"/>
                    </a:cubicBezTo>
                    <a:cubicBezTo>
                      <a:pt x="1250080" y="1855218"/>
                      <a:pt x="1037749" y="1915097"/>
                      <a:pt x="982333" y="1780833"/>
                    </a:cubicBezTo>
                    <a:cubicBezTo>
                      <a:pt x="968480" y="1736637"/>
                      <a:pt x="963386" y="1699601"/>
                      <a:pt x="966756" y="1667407"/>
                    </a:cubicBezTo>
                    <a:cubicBezTo>
                      <a:pt x="976866" y="1570822"/>
                      <a:pt x="1063141" y="1517802"/>
                      <a:pt x="1217540" y="1445700"/>
                    </a:cubicBezTo>
                    <a:cubicBezTo>
                      <a:pt x="1465851" y="1348519"/>
                      <a:pt x="1674601" y="1308942"/>
                      <a:pt x="1858846" y="1306247"/>
                    </a:cubicBezTo>
                    <a:close/>
                    <a:moveTo>
                      <a:pt x="1828129" y="650059"/>
                    </a:moveTo>
                    <a:cubicBezTo>
                      <a:pt x="2445754" y="646836"/>
                      <a:pt x="2937662" y="894034"/>
                      <a:pt x="3108200" y="1008980"/>
                    </a:cubicBezTo>
                    <a:cubicBezTo>
                      <a:pt x="3228810" y="1075858"/>
                      <a:pt x="3343409" y="1171509"/>
                      <a:pt x="3258155" y="1319033"/>
                    </a:cubicBezTo>
                    <a:cubicBezTo>
                      <a:pt x="3134282" y="1435449"/>
                      <a:pt x="3057301" y="1393031"/>
                      <a:pt x="2937692" y="1304637"/>
                    </a:cubicBezTo>
                    <a:cubicBezTo>
                      <a:pt x="2647778" y="1191783"/>
                      <a:pt x="2008321" y="619142"/>
                      <a:pt x="763561" y="1325535"/>
                    </a:cubicBezTo>
                    <a:cubicBezTo>
                      <a:pt x="621636" y="1425852"/>
                      <a:pt x="511304" y="1376178"/>
                      <a:pt x="464412" y="1278813"/>
                    </a:cubicBezTo>
                    <a:cubicBezTo>
                      <a:pt x="452398" y="1252494"/>
                      <a:pt x="448110" y="1227223"/>
                      <a:pt x="450482" y="1202928"/>
                    </a:cubicBezTo>
                    <a:cubicBezTo>
                      <a:pt x="457599" y="1130049"/>
                      <a:pt x="524660" y="1065987"/>
                      <a:pt x="622892" y="1008979"/>
                    </a:cubicBezTo>
                    <a:cubicBezTo>
                      <a:pt x="1041721" y="744082"/>
                      <a:pt x="1457554" y="651995"/>
                      <a:pt x="1828129" y="650059"/>
                    </a:cubicBezTo>
                    <a:close/>
                    <a:moveTo>
                      <a:pt x="1764313" y="591"/>
                    </a:moveTo>
                    <a:cubicBezTo>
                      <a:pt x="2430887" y="-13278"/>
                      <a:pt x="3056659" y="218017"/>
                      <a:pt x="3559697" y="547180"/>
                    </a:cubicBezTo>
                    <a:cubicBezTo>
                      <a:pt x="3671781" y="597338"/>
                      <a:pt x="3794905" y="759863"/>
                      <a:pt x="3709650" y="882310"/>
                    </a:cubicBezTo>
                    <a:cubicBezTo>
                      <a:pt x="3594303" y="984791"/>
                      <a:pt x="3449118" y="907547"/>
                      <a:pt x="3367875" y="834477"/>
                    </a:cubicBezTo>
                    <a:cubicBezTo>
                      <a:pt x="3193985" y="725799"/>
                      <a:pt x="1920315" y="-235561"/>
                      <a:pt x="318417" y="884635"/>
                    </a:cubicBezTo>
                    <a:cubicBezTo>
                      <a:pt x="189280" y="993311"/>
                      <a:pt x="70419" y="922739"/>
                      <a:pt x="19267" y="846272"/>
                    </a:cubicBezTo>
                    <a:cubicBezTo>
                      <a:pt x="4410" y="817516"/>
                      <a:pt x="-1388" y="788500"/>
                      <a:pt x="275" y="760137"/>
                    </a:cubicBezTo>
                    <a:cubicBezTo>
                      <a:pt x="5260" y="675044"/>
                      <a:pt x="77384" y="595829"/>
                      <a:pt x="173484" y="547180"/>
                    </a:cubicBezTo>
                    <a:cubicBezTo>
                      <a:pt x="702741" y="170471"/>
                      <a:pt x="1245868" y="11376"/>
                      <a:pt x="1764313" y="591"/>
                    </a:cubicBezTo>
                    <a:close/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  <p:sp>
          <p:nvSpPr>
            <p:cNvPr id="20" name="Subtitle 2">
              <a:extLst>
                <a:ext uri="{FF2B5EF4-FFF2-40B4-BE49-F238E27FC236}">
                  <a16:creationId xmlns:a16="http://schemas.microsoft.com/office/drawing/2014/main" id="{53858C97-DA2F-8866-47CC-CDF4077BBF9D}"/>
                </a:ext>
              </a:extLst>
            </p:cNvPr>
            <p:cNvSpPr txBox="1">
              <a:spLocks/>
            </p:cNvSpPr>
            <p:nvPr/>
          </p:nvSpPr>
          <p:spPr>
            <a:xfrm>
              <a:off x="1727403" y="1099395"/>
              <a:ext cx="729275" cy="203382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625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sz="1600" dirty="0" smtClean="0">
                  <a:solidFill>
                    <a:srgbClr val="7030A0"/>
                  </a:solidFill>
                </a:rPr>
                <a:t>PDS</a:t>
              </a:r>
              <a:endParaRPr lang="en-US" sz="1600" dirty="0">
                <a:solidFill>
                  <a:srgbClr val="7030A0"/>
                </a:solidFill>
              </a:endParaRPr>
            </a:p>
          </p:txBody>
        </p:sp>
        <p:sp>
          <p:nvSpPr>
            <p:cNvPr id="21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788714" y="1452073"/>
              <a:ext cx="938689" cy="470538"/>
            </a:xfrm>
            <a:prstGeom prst="rect">
              <a:avLst/>
            </a:prstGeom>
            <a:solidFill>
              <a:schemeClr val="bg1"/>
            </a:solidFill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2800" dirty="0" smtClean="0">
                  <a:solidFill>
                    <a:schemeClr val="accent5">
                      <a:lumMod val="50000"/>
                    </a:schemeClr>
                  </a:solidFill>
                </a:rPr>
                <a:t>SDN</a:t>
              </a:r>
              <a:endParaRPr lang="en-US" sz="28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22" name="Title 4">
              <a:extLst>
                <a:ext uri="{FF2B5EF4-FFF2-40B4-BE49-F238E27FC236}">
                  <a16:creationId xmlns:a16="http://schemas.microsoft.com/office/drawing/2014/main" id="{27228BAE-048B-681E-DD8D-BD96B22560E0}"/>
                </a:ext>
              </a:extLst>
            </p:cNvPr>
            <p:cNvSpPr txBox="1">
              <a:spLocks/>
            </p:cNvSpPr>
            <p:nvPr/>
          </p:nvSpPr>
          <p:spPr>
            <a:xfrm>
              <a:off x="1449719" y="1352665"/>
              <a:ext cx="928870" cy="58122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rmAutofit fontScale="97500"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just"/>
              <a:r>
                <a:rPr lang="en-US" sz="2800" dirty="0" smtClean="0">
                  <a:solidFill>
                    <a:schemeClr val="accent1">
                      <a:lumMod val="75000"/>
                    </a:schemeClr>
                  </a:solidFill>
                </a:rPr>
                <a:t>NFV</a:t>
              </a:r>
              <a:endParaRPr lang="en-US" sz="2800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01309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80007" y="418007"/>
            <a:ext cx="564436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sz="2400" dirty="0"/>
              <a:t>Konfigurasi NAT di Ubuntu Server (VMware</a:t>
            </a:r>
            <a:r>
              <a:rPr lang="it-IT" sz="2400" dirty="0" smtClean="0"/>
              <a:t>)</a:t>
            </a:r>
            <a:endParaRPr lang="en-US" sz="2400" dirty="0"/>
          </a:p>
        </p:txBody>
      </p:sp>
      <p:sp>
        <p:nvSpPr>
          <p:cNvPr id="6" name="Rectangle 5"/>
          <p:cNvSpPr/>
          <p:nvPr/>
        </p:nvSpPr>
        <p:spPr>
          <a:xfrm>
            <a:off x="280007" y="879672"/>
            <a:ext cx="4973637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dirty="0" err="1"/>
              <a:t>Konfigurasi</a:t>
            </a:r>
            <a:r>
              <a:rPr lang="en-US" dirty="0"/>
              <a:t> NAT </a:t>
            </a:r>
            <a:r>
              <a:rPr lang="en-US" dirty="0" err="1"/>
              <a:t>pada</a:t>
            </a:r>
            <a:r>
              <a:rPr lang="en-US" dirty="0"/>
              <a:t> Ubuntu Server di VMware </a:t>
            </a:r>
            <a:r>
              <a:rPr lang="en-US" dirty="0" err="1"/>
              <a:t>melibatkan</a:t>
            </a:r>
            <a:r>
              <a:rPr lang="en-US" dirty="0"/>
              <a:t> </a:t>
            </a:r>
            <a:r>
              <a:rPr lang="en-US" dirty="0" err="1"/>
              <a:t>pengaturan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network adapter (NAT </a:t>
            </a:r>
            <a:r>
              <a:rPr lang="en-US" dirty="0" err="1"/>
              <a:t>untuk</a:t>
            </a:r>
            <a:r>
              <a:rPr lang="en-US" dirty="0"/>
              <a:t> internet, Host-Only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klien</a:t>
            </a:r>
            <a:r>
              <a:rPr lang="en-US" dirty="0"/>
              <a:t>), </a:t>
            </a:r>
            <a:r>
              <a:rPr lang="en-US" dirty="0" err="1"/>
              <a:t>mengaktifkan</a:t>
            </a:r>
            <a:r>
              <a:rPr lang="en-US" dirty="0"/>
              <a:t> IP forwarding,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mengonfigurasi</a:t>
            </a:r>
            <a:r>
              <a:rPr lang="en-US" dirty="0"/>
              <a:t> </a:t>
            </a:r>
            <a:r>
              <a:rPr lang="en-US" dirty="0" err="1"/>
              <a:t>iptables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masquerading.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memungkinkan</a:t>
            </a:r>
            <a:r>
              <a:rPr lang="en-US" dirty="0"/>
              <a:t> VM </a:t>
            </a:r>
            <a:r>
              <a:rPr lang="en-US" dirty="0" err="1"/>
              <a:t>klien</a:t>
            </a:r>
            <a:r>
              <a:rPr lang="en-US" dirty="0"/>
              <a:t> di </a:t>
            </a:r>
            <a:r>
              <a:rPr lang="en-US" dirty="0" err="1"/>
              <a:t>jaringan</a:t>
            </a:r>
            <a:r>
              <a:rPr lang="en-US" dirty="0"/>
              <a:t> internal </a:t>
            </a:r>
            <a:r>
              <a:rPr lang="en-US" dirty="0" err="1"/>
              <a:t>mengakses</a:t>
            </a:r>
            <a:r>
              <a:rPr lang="en-US" dirty="0"/>
              <a:t> internet </a:t>
            </a:r>
            <a:r>
              <a:rPr lang="en-US" dirty="0" err="1"/>
              <a:t>melalui</a:t>
            </a:r>
            <a:r>
              <a:rPr lang="en-US" dirty="0"/>
              <a:t> Ubuntu Server yang </a:t>
            </a:r>
            <a:r>
              <a:rPr lang="en-US" dirty="0" err="1"/>
              <a:t>bertindak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router/gateway</a:t>
            </a:r>
            <a:r>
              <a:rPr lang="en-US" dirty="0" smtClean="0"/>
              <a:t>.</a:t>
            </a:r>
          </a:p>
          <a:p>
            <a:pPr algn="just"/>
            <a:r>
              <a:rPr lang="en-US" dirty="0" err="1"/>
              <a:t>Tujuan</a:t>
            </a:r>
            <a:r>
              <a:rPr lang="en-US" dirty="0"/>
              <a:t> NAT: </a:t>
            </a:r>
            <a:r>
              <a:rPr lang="en-US" dirty="0" err="1"/>
              <a:t>Menghemat</a:t>
            </a:r>
            <a:r>
              <a:rPr lang="en-US" dirty="0"/>
              <a:t> IP </a:t>
            </a:r>
            <a:r>
              <a:rPr lang="en-US" dirty="0" err="1"/>
              <a:t>publik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memungkinkan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</a:t>
            </a:r>
            <a:r>
              <a:rPr lang="en-US" dirty="0" err="1"/>
              <a:t>privat</a:t>
            </a:r>
            <a:r>
              <a:rPr lang="en-US" dirty="0"/>
              <a:t> </a:t>
            </a:r>
            <a:r>
              <a:rPr lang="en-US" dirty="0" err="1"/>
              <a:t>mengakses</a:t>
            </a:r>
            <a:r>
              <a:rPr lang="en-US" dirty="0"/>
              <a:t> internet ID-Networkers (IDN.ID).</a:t>
            </a:r>
          </a:p>
          <a:p>
            <a:pPr algn="just"/>
            <a:endParaRPr lang="en-US" dirty="0" smtClean="0"/>
          </a:p>
          <a:p>
            <a:pPr algn="just"/>
            <a:r>
              <a:rPr lang="en-US" dirty="0" err="1" smtClean="0"/>
              <a:t>Prinsip</a:t>
            </a:r>
            <a:r>
              <a:rPr lang="en-US" dirty="0" smtClean="0"/>
              <a:t> </a:t>
            </a:r>
            <a:r>
              <a:rPr lang="en-US" dirty="0" err="1"/>
              <a:t>Kerja</a:t>
            </a:r>
            <a:r>
              <a:rPr lang="en-US" dirty="0"/>
              <a:t>: </a:t>
            </a:r>
            <a:r>
              <a:rPr lang="en-US" dirty="0" err="1"/>
              <a:t>Mengubah</a:t>
            </a:r>
            <a:r>
              <a:rPr lang="en-US" dirty="0"/>
              <a:t> IP </a:t>
            </a:r>
            <a:r>
              <a:rPr lang="en-US" dirty="0" err="1"/>
              <a:t>privat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IP </a:t>
            </a:r>
            <a:r>
              <a:rPr lang="en-US" dirty="0" err="1"/>
              <a:t>publik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paket</a:t>
            </a:r>
            <a:r>
              <a:rPr lang="en-US" dirty="0"/>
              <a:t> yang </a:t>
            </a:r>
            <a:r>
              <a:rPr lang="en-US" dirty="0" err="1"/>
              <a:t>keluar</a:t>
            </a:r>
            <a:r>
              <a:rPr lang="en-US" dirty="0"/>
              <a:t>,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sebaliknya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469774" y="630736"/>
            <a:ext cx="651734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endParaRPr lang="en-US" dirty="0"/>
          </a:p>
          <a:p>
            <a:pPr algn="just"/>
            <a:r>
              <a:rPr lang="en-US" dirty="0" err="1"/>
              <a:t>Konfigurasi</a:t>
            </a:r>
            <a:r>
              <a:rPr lang="en-US" dirty="0"/>
              <a:t> NAT di Ubuntu Server: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Pengaturan</a:t>
            </a:r>
            <a:r>
              <a:rPr lang="en-US" dirty="0"/>
              <a:t> VMware: </a:t>
            </a:r>
            <a:r>
              <a:rPr lang="en-US" dirty="0" err="1"/>
              <a:t>Tambahkan</a:t>
            </a:r>
            <a:r>
              <a:rPr lang="en-US" dirty="0"/>
              <a:t> </a:t>
            </a:r>
            <a:r>
              <a:rPr lang="en-US" dirty="0" err="1"/>
              <a:t>dua</a:t>
            </a:r>
            <a:r>
              <a:rPr lang="en-US" dirty="0"/>
              <a:t> Network Adapter: Adapter 1 (NAT - </a:t>
            </a:r>
            <a:r>
              <a:rPr lang="en-US" dirty="0" err="1"/>
              <a:t>terhubung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internet) </a:t>
            </a:r>
            <a:r>
              <a:rPr lang="en-US" dirty="0" err="1"/>
              <a:t>dan</a:t>
            </a:r>
            <a:r>
              <a:rPr lang="en-US" dirty="0"/>
              <a:t> Adapter 2 (Host-Only/LAN Segment - </a:t>
            </a:r>
            <a:r>
              <a:rPr lang="en-US" dirty="0" err="1"/>
              <a:t>terhubung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</a:t>
            </a:r>
            <a:r>
              <a:rPr lang="en-US" dirty="0" err="1"/>
              <a:t>klien</a:t>
            </a:r>
            <a:r>
              <a:rPr lang="en-US" dirty="0"/>
              <a:t>).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Konfigurasi</a:t>
            </a:r>
            <a:r>
              <a:rPr lang="en-US" dirty="0"/>
              <a:t> IP Address: </a:t>
            </a:r>
            <a:r>
              <a:rPr lang="en-US" dirty="0" err="1"/>
              <a:t>Atur</a:t>
            </a:r>
            <a:r>
              <a:rPr lang="en-US" dirty="0"/>
              <a:t> IP </a:t>
            </a:r>
            <a:r>
              <a:rPr lang="en-US" dirty="0" err="1"/>
              <a:t>statis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antarmuka</a:t>
            </a:r>
            <a:r>
              <a:rPr lang="en-US" dirty="0"/>
              <a:t> </a:t>
            </a:r>
            <a:r>
              <a:rPr lang="en-US" dirty="0" err="1"/>
              <a:t>jaringan</a:t>
            </a:r>
            <a:r>
              <a:rPr lang="en-US" dirty="0"/>
              <a:t> internal (</a:t>
            </a:r>
            <a:r>
              <a:rPr lang="en-US" dirty="0" err="1"/>
              <a:t>contoh</a:t>
            </a:r>
            <a:r>
              <a:rPr lang="en-US" dirty="0"/>
              <a:t>: eth1 </a:t>
            </a:r>
            <a:r>
              <a:rPr lang="en-US" dirty="0" err="1"/>
              <a:t>atau</a:t>
            </a:r>
            <a:r>
              <a:rPr lang="en-US" dirty="0"/>
              <a:t> ens37) </a:t>
            </a:r>
            <a:r>
              <a:rPr lang="en-US" dirty="0" err="1"/>
              <a:t>melalui</a:t>
            </a:r>
            <a:r>
              <a:rPr lang="en-US" dirty="0"/>
              <a:t>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netplan</a:t>
            </a:r>
            <a:r>
              <a:rPr lang="en-US" dirty="0"/>
              <a:t>/.</a:t>
            </a:r>
          </a:p>
          <a:p>
            <a:pPr marL="342900" indent="-342900" algn="just">
              <a:buFont typeface="+mj-lt"/>
              <a:buAutoNum type="arabicPeriod"/>
            </a:pPr>
            <a:r>
              <a:rPr lang="en-US" dirty="0" err="1"/>
              <a:t>Aktifkan</a:t>
            </a:r>
            <a:r>
              <a:rPr lang="en-US" dirty="0"/>
              <a:t> IP Forwarding: Edit file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sysctl.conf</a:t>
            </a:r>
            <a:r>
              <a:rPr lang="en-US" dirty="0"/>
              <a:t> </a:t>
            </a:r>
            <a:r>
              <a:rPr lang="en-US" dirty="0" err="1"/>
              <a:t>dan</a:t>
            </a:r>
            <a:r>
              <a:rPr lang="en-US" dirty="0"/>
              <a:t> </a:t>
            </a:r>
            <a:r>
              <a:rPr lang="en-US" dirty="0" err="1"/>
              <a:t>ubah</a:t>
            </a:r>
            <a:r>
              <a:rPr lang="en-US" dirty="0"/>
              <a:t> #net.ipv4.ip_forward=1 </a:t>
            </a:r>
            <a:r>
              <a:rPr lang="en-US" dirty="0" err="1"/>
              <a:t>menjadi</a:t>
            </a:r>
            <a:r>
              <a:rPr lang="en-US" dirty="0"/>
              <a:t> net.ipv4.ip_forward=1. </a:t>
            </a:r>
            <a:r>
              <a:rPr lang="en-US" dirty="0" err="1"/>
              <a:t>Terapkan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sysctl</a:t>
            </a:r>
            <a:r>
              <a:rPr lang="en-US" dirty="0"/>
              <a:t> -p.</a:t>
            </a:r>
          </a:p>
          <a:p>
            <a:pPr marL="342900" indent="-342900" algn="just">
              <a:buFont typeface="+mj-lt"/>
              <a:buAutoNum type="arabicPeriod" startAt="4"/>
            </a:pPr>
            <a:r>
              <a:rPr lang="en-US" dirty="0" err="1" smtClean="0"/>
              <a:t>Konfigurasi</a:t>
            </a:r>
            <a:r>
              <a:rPr lang="en-US" dirty="0" smtClean="0"/>
              <a:t> </a:t>
            </a:r>
            <a:r>
              <a:rPr lang="en-US" dirty="0"/>
              <a:t>NAT (</a:t>
            </a:r>
            <a:r>
              <a:rPr lang="en-US" dirty="0" err="1"/>
              <a:t>iptables</a:t>
            </a:r>
            <a:r>
              <a:rPr lang="en-US" dirty="0"/>
              <a:t>): </a:t>
            </a:r>
            <a:r>
              <a:rPr lang="en-US" dirty="0" err="1"/>
              <a:t>Jalankan</a:t>
            </a:r>
            <a:r>
              <a:rPr lang="en-US" dirty="0"/>
              <a:t> </a:t>
            </a:r>
            <a:r>
              <a:rPr lang="en-US" dirty="0" err="1"/>
              <a:t>perintah</a:t>
            </a:r>
            <a:r>
              <a:rPr lang="en-US" dirty="0"/>
              <a:t> </a:t>
            </a:r>
            <a:r>
              <a:rPr lang="en-US" dirty="0" err="1"/>
              <a:t>iptables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melakukan</a:t>
            </a:r>
            <a:r>
              <a:rPr lang="en-US" dirty="0"/>
              <a:t> NAT:</a:t>
            </a:r>
          </a:p>
          <a:p>
            <a:pPr algn="just"/>
            <a:r>
              <a:rPr lang="en-US" dirty="0" smtClean="0"/>
              <a:t>       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/>
              <a:t>iptables</a:t>
            </a:r>
            <a:r>
              <a:rPr lang="en-US" dirty="0"/>
              <a:t> -t </a:t>
            </a:r>
            <a:r>
              <a:rPr lang="en-US" dirty="0" err="1"/>
              <a:t>nat</a:t>
            </a:r>
            <a:r>
              <a:rPr lang="en-US" dirty="0"/>
              <a:t> -A POSTROUTING -o eth0 -j MASQUERADE</a:t>
            </a:r>
          </a:p>
          <a:p>
            <a:pPr algn="just"/>
            <a:r>
              <a:rPr lang="en-US" dirty="0" smtClean="0"/>
              <a:t>       (</a:t>
            </a:r>
            <a:r>
              <a:rPr lang="en-US" dirty="0" err="1"/>
              <a:t>Asumsi</a:t>
            </a:r>
            <a:r>
              <a:rPr lang="en-US" dirty="0"/>
              <a:t> eth0 </a:t>
            </a:r>
            <a:r>
              <a:rPr lang="en-US" dirty="0" err="1"/>
              <a:t>adalah</a:t>
            </a:r>
            <a:r>
              <a:rPr lang="en-US" dirty="0"/>
              <a:t> adapter internet/NAT).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en-US" dirty="0" err="1"/>
              <a:t>Simpan</a:t>
            </a:r>
            <a:r>
              <a:rPr lang="en-US" dirty="0"/>
              <a:t> </a:t>
            </a:r>
            <a:r>
              <a:rPr lang="en-US" dirty="0" err="1"/>
              <a:t>Konfigurasi</a:t>
            </a:r>
            <a:r>
              <a:rPr lang="en-US" dirty="0"/>
              <a:t>: </a:t>
            </a:r>
            <a:r>
              <a:rPr lang="en-US" dirty="0" err="1"/>
              <a:t>Instal</a:t>
            </a:r>
            <a:r>
              <a:rPr lang="en-US" dirty="0"/>
              <a:t> </a:t>
            </a:r>
            <a:r>
              <a:rPr lang="en-US" dirty="0" err="1"/>
              <a:t>iptables</a:t>
            </a:r>
            <a:r>
              <a:rPr lang="en-US" dirty="0"/>
              <a:t>-persistent agar </a:t>
            </a:r>
            <a:r>
              <a:rPr lang="en-US" dirty="0" err="1"/>
              <a:t>aturan</a:t>
            </a:r>
            <a:r>
              <a:rPr lang="en-US" dirty="0"/>
              <a:t> NAT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hilang</a:t>
            </a:r>
            <a:r>
              <a:rPr lang="en-US" dirty="0"/>
              <a:t> </a:t>
            </a:r>
            <a:r>
              <a:rPr lang="en-US" dirty="0" err="1"/>
              <a:t>setelah</a:t>
            </a:r>
            <a:r>
              <a:rPr lang="en-US" dirty="0"/>
              <a:t> reboot:</a:t>
            </a:r>
          </a:p>
          <a:p>
            <a:pPr algn="just"/>
            <a:r>
              <a:rPr lang="en-US" dirty="0" smtClean="0"/>
              <a:t>	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/>
              <a:t>apt-get install </a:t>
            </a:r>
            <a:r>
              <a:rPr lang="en-US" dirty="0" err="1"/>
              <a:t>iptables</a:t>
            </a:r>
            <a:r>
              <a:rPr lang="en-US" dirty="0"/>
              <a:t>-persistent</a:t>
            </a:r>
          </a:p>
          <a:p>
            <a:pPr algn="just"/>
            <a:r>
              <a:rPr lang="en-US" dirty="0" smtClean="0"/>
              <a:t>	</a:t>
            </a:r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/>
              <a:t>netfilter</a:t>
            </a:r>
            <a:r>
              <a:rPr lang="en-US" dirty="0"/>
              <a:t>-persistent </a:t>
            </a:r>
            <a:r>
              <a:rPr lang="en-US" dirty="0" smtClean="0"/>
              <a:t>save</a:t>
            </a:r>
          </a:p>
          <a:p>
            <a:pPr marL="342900" indent="-342900" algn="just">
              <a:buFont typeface="+mj-lt"/>
              <a:buAutoNum type="arabicPeriod" startAt="6"/>
            </a:pPr>
            <a:r>
              <a:rPr lang="en-US" dirty="0" err="1" smtClean="0"/>
              <a:t>Konfigurasi</a:t>
            </a:r>
            <a:r>
              <a:rPr lang="en-US" dirty="0" smtClean="0"/>
              <a:t> </a:t>
            </a:r>
            <a:r>
              <a:rPr lang="en-US" dirty="0" err="1"/>
              <a:t>Klien</a:t>
            </a:r>
            <a:r>
              <a:rPr lang="en-US" dirty="0"/>
              <a:t>: </a:t>
            </a:r>
            <a:r>
              <a:rPr lang="en-US" dirty="0" err="1"/>
              <a:t>Atur</a:t>
            </a:r>
            <a:r>
              <a:rPr lang="en-US" dirty="0"/>
              <a:t> IP </a:t>
            </a:r>
            <a:r>
              <a:rPr lang="en-US" dirty="0" err="1"/>
              <a:t>klien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subnet yang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eth1 Ubuntu Server </a:t>
            </a:r>
            <a:r>
              <a:rPr lang="en-US" dirty="0" err="1"/>
              <a:t>dan</a:t>
            </a:r>
            <a:r>
              <a:rPr lang="en-US" dirty="0"/>
              <a:t> set Gateway </a:t>
            </a:r>
            <a:r>
              <a:rPr lang="en-US" dirty="0" err="1"/>
              <a:t>ke</a:t>
            </a:r>
            <a:r>
              <a:rPr lang="en-US" dirty="0"/>
              <a:t> IP eth1 Ubuntu Server. </a:t>
            </a:r>
          </a:p>
        </p:txBody>
      </p:sp>
    </p:spTree>
    <p:extLst>
      <p:ext uri="{BB962C8B-B14F-4D97-AF65-F5344CB8AC3E}">
        <p14:creationId xmlns:p14="http://schemas.microsoft.com/office/powerpoint/2010/main" val="1217976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827" y="279428"/>
            <a:ext cx="9553575" cy="2009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19157" y="1691587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tx1">
                    <a:lumMod val="65000"/>
                    <a:lumOff val="35000"/>
                  </a:schemeClr>
                </a:solidFill>
              </a:rPr>
              <a:t>vias.com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59458" y="2806412"/>
            <a:ext cx="3028950" cy="20764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44113" y="3007347"/>
            <a:ext cx="70083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 smtClean="0">
                <a:solidFill>
                  <a:schemeClr val="bg1">
                    <a:lumMod val="85000"/>
                  </a:schemeClr>
                </a:solidFill>
              </a:rPr>
              <a:t>192.168.68.10</a:t>
            </a:r>
            <a:endParaRPr lang="en-US" sz="700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968" y="2806412"/>
            <a:ext cx="3028950" cy="2076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07623" y="3007347"/>
            <a:ext cx="50526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1">
                    <a:lumMod val="85000"/>
                  </a:schemeClr>
                </a:solidFill>
              </a:rPr>
              <a:t>v</a:t>
            </a:r>
            <a:r>
              <a:rPr lang="en-US" sz="700" dirty="0" smtClean="0">
                <a:solidFill>
                  <a:schemeClr val="bg1">
                    <a:lumMod val="85000"/>
                  </a:schemeClr>
                </a:solidFill>
              </a:rPr>
              <a:t>ias.com</a:t>
            </a:r>
            <a:endParaRPr lang="en-US" sz="7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8175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34912</TotalTime>
  <Words>516</Words>
  <Application>Microsoft Office PowerPoint</Application>
  <PresentationFormat>Widescreen</PresentationFormat>
  <Paragraphs>120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맑은 고딕</vt:lpstr>
      <vt:lpstr>Arial</vt:lpstr>
      <vt:lpstr>Calibri</vt:lpstr>
      <vt:lpstr>Calibri Light</vt:lpstr>
      <vt:lpstr>Edwardian Script ITC</vt:lpstr>
      <vt:lpstr>Times New Roman</vt:lpstr>
      <vt:lpstr>Office Theme</vt:lpstr>
      <vt:lpstr>PowerPoint Presentation</vt:lpstr>
      <vt:lpstr>NAT</vt:lpstr>
      <vt:lpstr>NIC</vt:lpstr>
      <vt:lpstr>root@ferdy-Ubuntu:~#</vt:lpstr>
      <vt:lpstr>Konfigurasi IP Address, DNS Client dan NAT</vt:lpstr>
      <vt:lpstr>1. Setting ip interface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Fish Tracking, Counting, and Behaviour Analysis in Digital Aquaculture</dc:title>
  <dc:creator>pds</dc:creator>
  <cp:lastModifiedBy>Gde</cp:lastModifiedBy>
  <cp:revision>113</cp:revision>
  <dcterms:created xsi:type="dcterms:W3CDTF">2024-10-22T07:52:57Z</dcterms:created>
  <dcterms:modified xsi:type="dcterms:W3CDTF">2026-03-31T02:51:52Z</dcterms:modified>
</cp:coreProperties>
</file>