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4" r:id="rId2"/>
    <p:sldId id="282" r:id="rId3"/>
    <p:sldId id="288" r:id="rId4"/>
    <p:sldId id="299" r:id="rId5"/>
    <p:sldId id="29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78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72042" autoAdjust="0"/>
  </p:normalViewPr>
  <p:slideViewPr>
    <p:cSldViewPr snapToGrid="0">
      <p:cViewPr varScale="1">
        <p:scale>
          <a:sx n="58" d="100"/>
          <a:sy n="58" d="100"/>
        </p:scale>
        <p:origin x="1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algn="l" rtl="0"/>
          <a:r>
            <a:rPr lang="en-US" b="1" dirty="0" err="1" smtClean="0"/>
            <a:t>Konfigurasi</a:t>
          </a:r>
          <a:r>
            <a:rPr lang="en-US" b="1" dirty="0" smtClean="0"/>
            <a:t> </a:t>
          </a:r>
          <a:r>
            <a:rPr lang="en-US" b="1" dirty="0" err="1" smtClean="0"/>
            <a:t>WebServer</a:t>
          </a:r>
          <a:r>
            <a:rPr lang="en-US" b="1" dirty="0" smtClean="0"/>
            <a:t> </a:t>
          </a:r>
          <a:r>
            <a:rPr lang="en-US" b="1" dirty="0" smtClean="0"/>
            <a:t>on Ubuntu Server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err="1" smtClean="0"/>
            <a:t>Konfigurasi</a:t>
          </a:r>
          <a:r>
            <a:rPr lang="en-US" sz="3600" b="1" kern="1200" dirty="0" smtClean="0"/>
            <a:t> </a:t>
          </a:r>
          <a:r>
            <a:rPr lang="en-US" sz="3600" b="1" kern="1200" dirty="0" err="1" smtClean="0"/>
            <a:t>WebServer</a:t>
          </a:r>
          <a:r>
            <a:rPr lang="en-US" sz="3600" b="1" kern="1200" dirty="0" smtClean="0"/>
            <a:t> </a:t>
          </a:r>
          <a:r>
            <a:rPr lang="en-US" sz="3600" b="1" kern="1200" dirty="0" smtClean="0"/>
            <a:t>on Ubuntu Server</a:t>
          </a:r>
          <a:endParaRPr lang="en-US" sz="3600" kern="1200" dirty="0"/>
        </a:p>
      </dsp:txBody>
      <dsp:txXfrm>
        <a:off x="457199" y="0"/>
        <a:ext cx="8255379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https://www.pintar-network.com/2018/05/konfigurasi-nat-router-mikrotik.html</a:t>
            </a:r>
          </a:p>
          <a:p>
            <a:endParaRPr lang="en-US" dirty="0" smtClean="0"/>
          </a:p>
          <a:p>
            <a:r>
              <a:rPr lang="en-US" dirty="0" smtClean="0"/>
              <a:t>https://gerakanopensource.wordpress.com/2016/01/03/konfigurasi-router-mikrotik-interface-ip-address-ip-route-ip-dns-ip-dhcp-server-ip-firewall-nat-ip-firewall-mangle-hotspot-server-radius-server-manajemen-bandwidth-queue-tree/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167072" y="4456540"/>
            <a:ext cx="1211113" cy="516834"/>
            <a:chOff x="2583409" y="5680788"/>
            <a:chExt cx="1211113" cy="516834"/>
          </a:xfrm>
        </p:grpSpPr>
        <p:sp>
          <p:nvSpPr>
            <p:cNvPr id="4" name="Pie 3"/>
            <p:cNvSpPr/>
            <p:nvPr/>
          </p:nvSpPr>
          <p:spPr>
            <a:xfrm>
              <a:off x="2583409" y="5680788"/>
              <a:ext cx="755878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Pie 29"/>
            <p:cNvSpPr/>
            <p:nvPr/>
          </p:nvSpPr>
          <p:spPr>
            <a:xfrm rot="10800000">
              <a:off x="3088581" y="5680788"/>
              <a:ext cx="705941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409519029"/>
              </p:ext>
            </p:extLst>
          </p:nvPr>
        </p:nvGraphicFramePr>
        <p:xfrm>
          <a:off x="2063477" y="3512270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7" y="349354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" name="Rectangle 1"/>
          <p:cNvSpPr/>
          <p:nvPr/>
        </p:nvSpPr>
        <p:spPr>
          <a:xfrm>
            <a:off x="2456677" y="4471172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Lab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6445" y="1991879"/>
            <a:ext cx="7399110" cy="435133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1512281"/>
            <a:ext cx="10515600" cy="615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Komponen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44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Mapping URL </a:t>
            </a:r>
            <a:r>
              <a:rPr lang="en-US" dirty="0" err="1" smtClean="0"/>
              <a:t>Sistem</a:t>
            </a:r>
            <a:r>
              <a:rPr lang="en-US" dirty="0" smtClean="0"/>
              <a:t> Web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584" y="1931583"/>
            <a:ext cx="82200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8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20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29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34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58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93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93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87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14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13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24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Webserver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87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54386" y="195297"/>
            <a:ext cx="209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2">
                    <a:lumMod val="75000"/>
                  </a:schemeClr>
                </a:solidFill>
              </a:rPr>
              <a:t>Referensi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 webserver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02080" y="564629"/>
            <a:ext cx="103521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https://antfornation.medium.com/instalasi-dan-konfigurasi-web-server-dan-dns-server-pada-ubuntu-server-ca0d6148da13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2080" y="1210960"/>
            <a:ext cx="105349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https://www.layerstack.com/resources/tutorials/How-to-restart-Network-Interface-or-Network-Adapter-on-Linux-and-Windows-Cloud-Servers#:~:text=You%20may%20need%20to%20restart%20the%20server,made%20to%20the%20network:%20*%20**netplan%20apply**</a:t>
            </a:r>
          </a:p>
        </p:txBody>
      </p:sp>
    </p:spTree>
    <p:extLst>
      <p:ext uri="{BB962C8B-B14F-4D97-AF65-F5344CB8AC3E}">
        <p14:creationId xmlns:p14="http://schemas.microsoft.com/office/powerpoint/2010/main" val="386817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35926</TotalTime>
  <Words>99</Words>
  <Application>Microsoft Office PowerPoint</Application>
  <PresentationFormat>Widescreen</PresentationFormat>
  <Paragraphs>44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Malgun Gothic</vt:lpstr>
      <vt:lpstr>Arial</vt:lpstr>
      <vt:lpstr>Calibri</vt:lpstr>
      <vt:lpstr>Calibri Light</vt:lpstr>
      <vt:lpstr>Edwardian Script ITC</vt:lpstr>
      <vt:lpstr>Times New Roman</vt:lpstr>
      <vt:lpstr>Office Theme</vt:lpstr>
      <vt:lpstr>PowerPoint Presentation</vt:lpstr>
      <vt:lpstr>Webserver</vt:lpstr>
      <vt:lpstr>Mapping URL Sistem Web</vt:lpstr>
      <vt:lpstr>Webserver</vt:lpstr>
      <vt:lpstr>Webserver</vt:lpstr>
      <vt:lpstr>Webserver</vt:lpstr>
      <vt:lpstr>Webserver</vt:lpstr>
      <vt:lpstr>Webserver</vt:lpstr>
      <vt:lpstr>Webserver</vt:lpstr>
      <vt:lpstr>Webserver</vt:lpstr>
      <vt:lpstr>Webserver</vt:lpstr>
      <vt:lpstr>Webserver</vt:lpstr>
      <vt:lpstr>Webserver</vt:lpstr>
      <vt:lpstr>Webserver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112</cp:revision>
  <dcterms:created xsi:type="dcterms:W3CDTF">2024-10-22T07:52:57Z</dcterms:created>
  <dcterms:modified xsi:type="dcterms:W3CDTF">2026-03-31T01:07:23Z</dcterms:modified>
</cp:coreProperties>
</file>